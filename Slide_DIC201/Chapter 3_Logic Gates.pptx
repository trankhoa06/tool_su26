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8" r:id="rId2"/>
    <p:sldId id="327" r:id="rId3"/>
    <p:sldId id="296" r:id="rId4"/>
    <p:sldId id="329" r:id="rId5"/>
    <p:sldId id="389" r:id="rId6"/>
    <p:sldId id="390" r:id="rId7"/>
    <p:sldId id="369" r:id="rId8"/>
    <p:sldId id="391" r:id="rId9"/>
    <p:sldId id="392" r:id="rId10"/>
    <p:sldId id="393" r:id="rId11"/>
    <p:sldId id="394" r:id="rId12"/>
    <p:sldId id="370" r:id="rId13"/>
    <p:sldId id="395" r:id="rId14"/>
    <p:sldId id="396" r:id="rId15"/>
    <p:sldId id="397" r:id="rId16"/>
    <p:sldId id="372" r:id="rId17"/>
    <p:sldId id="398" r:id="rId18"/>
    <p:sldId id="400" r:id="rId19"/>
    <p:sldId id="399" r:id="rId20"/>
    <p:sldId id="373" r:id="rId21"/>
    <p:sldId id="401" r:id="rId22"/>
    <p:sldId id="402" r:id="rId23"/>
    <p:sldId id="404" r:id="rId24"/>
    <p:sldId id="384" r:id="rId25"/>
    <p:sldId id="405" r:id="rId26"/>
    <p:sldId id="406" r:id="rId27"/>
    <p:sldId id="407" r:id="rId28"/>
    <p:sldId id="385" r:id="rId29"/>
    <p:sldId id="408" r:id="rId30"/>
    <p:sldId id="409" r:id="rId31"/>
    <p:sldId id="410" r:id="rId32"/>
    <p:sldId id="411" r:id="rId33"/>
    <p:sldId id="412" r:id="rId34"/>
    <p:sldId id="413" r:id="rId35"/>
    <p:sldId id="414" r:id="rId36"/>
    <p:sldId id="415" r:id="rId37"/>
    <p:sldId id="388" r:id="rId38"/>
    <p:sldId id="416" r:id="rId39"/>
    <p:sldId id="417" r:id="rId40"/>
    <p:sldId id="418" r:id="rId41"/>
    <p:sldId id="419" r:id="rId42"/>
    <p:sldId id="421" r:id="rId43"/>
    <p:sldId id="420" r:id="rId44"/>
    <p:sldId id="422" r:id="rId45"/>
    <p:sldId id="423" r:id="rId46"/>
    <p:sldId id="368" r:id="rId47"/>
    <p:sldId id="367"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112020-9413-486F-BA5D-75CDAEC9B132}" v="33" dt="2024-04-17T15:14:20.5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015" autoAdjust="0"/>
    <p:restoredTop sz="94249" autoAdjust="0"/>
  </p:normalViewPr>
  <p:slideViewPr>
    <p:cSldViewPr snapToGrid="0">
      <p:cViewPr varScale="1">
        <p:scale>
          <a:sx n="72" d="100"/>
          <a:sy n="72" d="100"/>
        </p:scale>
        <p:origin x="330" y="6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i Cao Van" userId="f7949ac2-728d-41dd-ad7e-3544eb396517" providerId="ADAL" clId="{9A112020-9413-486F-BA5D-75CDAEC9B132}"/>
    <pc:docChg chg="undo custSel addSld delSld modSld">
      <pc:chgData name="Mai Cao Van" userId="f7949ac2-728d-41dd-ad7e-3544eb396517" providerId="ADAL" clId="{9A112020-9413-486F-BA5D-75CDAEC9B132}" dt="2024-04-17T15:14:29.613" v="118" actId="14100"/>
      <pc:docMkLst>
        <pc:docMk/>
      </pc:docMkLst>
      <pc:sldChg chg="del">
        <pc:chgData name="Mai Cao Van" userId="f7949ac2-728d-41dd-ad7e-3544eb396517" providerId="ADAL" clId="{9A112020-9413-486F-BA5D-75CDAEC9B132}" dt="2024-04-17T14:19:53.332" v="0" actId="47"/>
        <pc:sldMkLst>
          <pc:docMk/>
          <pc:sldMk cId="2414208525" sldId="256"/>
        </pc:sldMkLst>
      </pc:sldChg>
      <pc:sldChg chg="del">
        <pc:chgData name="Mai Cao Van" userId="f7949ac2-728d-41dd-ad7e-3544eb396517" providerId="ADAL" clId="{9A112020-9413-486F-BA5D-75CDAEC9B132}" dt="2024-04-17T14:19:53.332" v="0" actId="47"/>
        <pc:sldMkLst>
          <pc:docMk/>
          <pc:sldMk cId="3626776459" sldId="257"/>
        </pc:sldMkLst>
      </pc:sldChg>
      <pc:sldChg chg="modSp mod modClrScheme chgLayout">
        <pc:chgData name="Mai Cao Van" userId="f7949ac2-728d-41dd-ad7e-3544eb396517" providerId="ADAL" clId="{9A112020-9413-486F-BA5D-75CDAEC9B132}" dt="2024-04-17T14:20:18.691" v="9" actId="207"/>
        <pc:sldMkLst>
          <pc:docMk/>
          <pc:sldMk cId="3190321118" sldId="258"/>
        </pc:sldMkLst>
        <pc:spChg chg="mod ord">
          <ac:chgData name="Mai Cao Van" userId="f7949ac2-728d-41dd-ad7e-3544eb396517" providerId="ADAL" clId="{9A112020-9413-486F-BA5D-75CDAEC9B132}" dt="2024-04-17T14:20:18.691" v="9" actId="207"/>
          <ac:spMkLst>
            <pc:docMk/>
            <pc:sldMk cId="3190321118" sldId="258"/>
            <ac:spMk id="2" creationId="{07CF3735-88FE-51EE-7EA1-A930D1D9D4F9}"/>
          </ac:spMkLst>
        </pc:spChg>
        <pc:spChg chg="mod ord">
          <ac:chgData name="Mai Cao Van" userId="f7949ac2-728d-41dd-ad7e-3544eb396517" providerId="ADAL" clId="{9A112020-9413-486F-BA5D-75CDAEC9B132}" dt="2024-04-17T14:20:02.053" v="5" actId="120"/>
          <ac:spMkLst>
            <pc:docMk/>
            <pc:sldMk cId="3190321118" sldId="258"/>
            <ac:spMk id="9" creationId="{F0932675-FEE9-806C-4C5C-4E45D1CBCBF5}"/>
          </ac:spMkLst>
        </pc:spChg>
      </pc:sldChg>
      <pc:sldChg chg="del">
        <pc:chgData name="Mai Cao Van" userId="f7949ac2-728d-41dd-ad7e-3544eb396517" providerId="ADAL" clId="{9A112020-9413-486F-BA5D-75CDAEC9B132}" dt="2024-04-17T14:20:32.404" v="10" actId="47"/>
        <pc:sldMkLst>
          <pc:docMk/>
          <pc:sldMk cId="671320278" sldId="259"/>
        </pc:sldMkLst>
      </pc:sldChg>
      <pc:sldChg chg="del">
        <pc:chgData name="Mai Cao Van" userId="f7949ac2-728d-41dd-ad7e-3544eb396517" providerId="ADAL" clId="{9A112020-9413-486F-BA5D-75CDAEC9B132}" dt="2024-04-17T14:20:32.404" v="10" actId="47"/>
        <pc:sldMkLst>
          <pc:docMk/>
          <pc:sldMk cId="997350594" sldId="260"/>
        </pc:sldMkLst>
      </pc:sldChg>
      <pc:sldChg chg="del">
        <pc:chgData name="Mai Cao Van" userId="f7949ac2-728d-41dd-ad7e-3544eb396517" providerId="ADAL" clId="{9A112020-9413-486F-BA5D-75CDAEC9B132}" dt="2024-04-17T14:20:32.404" v="10" actId="47"/>
        <pc:sldMkLst>
          <pc:docMk/>
          <pc:sldMk cId="2206777267" sldId="261"/>
        </pc:sldMkLst>
      </pc:sldChg>
      <pc:sldChg chg="del">
        <pc:chgData name="Mai Cao Van" userId="f7949ac2-728d-41dd-ad7e-3544eb396517" providerId="ADAL" clId="{9A112020-9413-486F-BA5D-75CDAEC9B132}" dt="2024-04-17T14:20:32.404" v="10" actId="47"/>
        <pc:sldMkLst>
          <pc:docMk/>
          <pc:sldMk cId="275489809" sldId="262"/>
        </pc:sldMkLst>
      </pc:sldChg>
      <pc:sldChg chg="del">
        <pc:chgData name="Mai Cao Van" userId="f7949ac2-728d-41dd-ad7e-3544eb396517" providerId="ADAL" clId="{9A112020-9413-486F-BA5D-75CDAEC9B132}" dt="2024-04-17T14:20:32.404" v="10" actId="47"/>
        <pc:sldMkLst>
          <pc:docMk/>
          <pc:sldMk cId="1491464535" sldId="263"/>
        </pc:sldMkLst>
      </pc:sldChg>
      <pc:sldChg chg="del">
        <pc:chgData name="Mai Cao Van" userId="f7949ac2-728d-41dd-ad7e-3544eb396517" providerId="ADAL" clId="{9A112020-9413-486F-BA5D-75CDAEC9B132}" dt="2024-04-17T14:20:32.404" v="10" actId="47"/>
        <pc:sldMkLst>
          <pc:docMk/>
          <pc:sldMk cId="1936108424" sldId="264"/>
        </pc:sldMkLst>
      </pc:sldChg>
      <pc:sldChg chg="del">
        <pc:chgData name="Mai Cao Van" userId="f7949ac2-728d-41dd-ad7e-3544eb396517" providerId="ADAL" clId="{9A112020-9413-486F-BA5D-75CDAEC9B132}" dt="2024-04-17T14:20:32.404" v="10" actId="47"/>
        <pc:sldMkLst>
          <pc:docMk/>
          <pc:sldMk cId="2553395001" sldId="265"/>
        </pc:sldMkLst>
      </pc:sldChg>
      <pc:sldChg chg="del">
        <pc:chgData name="Mai Cao Van" userId="f7949ac2-728d-41dd-ad7e-3544eb396517" providerId="ADAL" clId="{9A112020-9413-486F-BA5D-75CDAEC9B132}" dt="2024-04-17T14:20:32.404" v="10" actId="47"/>
        <pc:sldMkLst>
          <pc:docMk/>
          <pc:sldMk cId="1089765472" sldId="266"/>
        </pc:sldMkLst>
      </pc:sldChg>
      <pc:sldChg chg="del">
        <pc:chgData name="Mai Cao Van" userId="f7949ac2-728d-41dd-ad7e-3544eb396517" providerId="ADAL" clId="{9A112020-9413-486F-BA5D-75CDAEC9B132}" dt="2024-04-17T14:20:32.404" v="10" actId="47"/>
        <pc:sldMkLst>
          <pc:docMk/>
          <pc:sldMk cId="2160731846" sldId="267"/>
        </pc:sldMkLst>
      </pc:sldChg>
      <pc:sldChg chg="del">
        <pc:chgData name="Mai Cao Van" userId="f7949ac2-728d-41dd-ad7e-3544eb396517" providerId="ADAL" clId="{9A112020-9413-486F-BA5D-75CDAEC9B132}" dt="2024-04-17T14:20:32.404" v="10" actId="47"/>
        <pc:sldMkLst>
          <pc:docMk/>
          <pc:sldMk cId="2336286143" sldId="268"/>
        </pc:sldMkLst>
      </pc:sldChg>
      <pc:sldChg chg="del">
        <pc:chgData name="Mai Cao Van" userId="f7949ac2-728d-41dd-ad7e-3544eb396517" providerId="ADAL" clId="{9A112020-9413-486F-BA5D-75CDAEC9B132}" dt="2024-04-17T14:20:32.404" v="10" actId="47"/>
        <pc:sldMkLst>
          <pc:docMk/>
          <pc:sldMk cId="1031732853" sldId="269"/>
        </pc:sldMkLst>
      </pc:sldChg>
      <pc:sldChg chg="del">
        <pc:chgData name="Mai Cao Van" userId="f7949ac2-728d-41dd-ad7e-3544eb396517" providerId="ADAL" clId="{9A112020-9413-486F-BA5D-75CDAEC9B132}" dt="2024-04-17T14:19:53.332" v="0" actId="47"/>
        <pc:sldMkLst>
          <pc:docMk/>
          <pc:sldMk cId="2643067150" sldId="271"/>
        </pc:sldMkLst>
      </pc:sldChg>
      <pc:sldChg chg="del">
        <pc:chgData name="Mai Cao Van" userId="f7949ac2-728d-41dd-ad7e-3544eb396517" providerId="ADAL" clId="{9A112020-9413-486F-BA5D-75CDAEC9B132}" dt="2024-04-17T14:19:53.332" v="0" actId="47"/>
        <pc:sldMkLst>
          <pc:docMk/>
          <pc:sldMk cId="100890814" sldId="272"/>
        </pc:sldMkLst>
      </pc:sldChg>
      <pc:sldChg chg="del">
        <pc:chgData name="Mai Cao Van" userId="f7949ac2-728d-41dd-ad7e-3544eb396517" providerId="ADAL" clId="{9A112020-9413-486F-BA5D-75CDAEC9B132}" dt="2024-04-17T14:19:53.332" v="0" actId="47"/>
        <pc:sldMkLst>
          <pc:docMk/>
          <pc:sldMk cId="3352985877" sldId="273"/>
        </pc:sldMkLst>
      </pc:sldChg>
      <pc:sldChg chg="del">
        <pc:chgData name="Mai Cao Van" userId="f7949ac2-728d-41dd-ad7e-3544eb396517" providerId="ADAL" clId="{9A112020-9413-486F-BA5D-75CDAEC9B132}" dt="2024-04-17T14:19:53.332" v="0" actId="47"/>
        <pc:sldMkLst>
          <pc:docMk/>
          <pc:sldMk cId="3218896443" sldId="274"/>
        </pc:sldMkLst>
      </pc:sldChg>
      <pc:sldChg chg="del">
        <pc:chgData name="Mai Cao Van" userId="f7949ac2-728d-41dd-ad7e-3544eb396517" providerId="ADAL" clId="{9A112020-9413-486F-BA5D-75CDAEC9B132}" dt="2024-04-17T14:19:53.332" v="0" actId="47"/>
        <pc:sldMkLst>
          <pc:docMk/>
          <pc:sldMk cId="531915942" sldId="275"/>
        </pc:sldMkLst>
      </pc:sldChg>
      <pc:sldChg chg="del">
        <pc:chgData name="Mai Cao Van" userId="f7949ac2-728d-41dd-ad7e-3544eb396517" providerId="ADAL" clId="{9A112020-9413-486F-BA5D-75CDAEC9B132}" dt="2024-04-17T14:19:53.332" v="0" actId="47"/>
        <pc:sldMkLst>
          <pc:docMk/>
          <pc:sldMk cId="2952181570" sldId="276"/>
        </pc:sldMkLst>
      </pc:sldChg>
      <pc:sldChg chg="del">
        <pc:chgData name="Mai Cao Van" userId="f7949ac2-728d-41dd-ad7e-3544eb396517" providerId="ADAL" clId="{9A112020-9413-486F-BA5D-75CDAEC9B132}" dt="2024-04-17T14:19:53.332" v="0" actId="47"/>
        <pc:sldMkLst>
          <pc:docMk/>
          <pc:sldMk cId="579499132" sldId="277"/>
        </pc:sldMkLst>
      </pc:sldChg>
      <pc:sldChg chg="del">
        <pc:chgData name="Mai Cao Van" userId="f7949ac2-728d-41dd-ad7e-3544eb396517" providerId="ADAL" clId="{9A112020-9413-486F-BA5D-75CDAEC9B132}" dt="2024-04-17T14:19:53.332" v="0" actId="47"/>
        <pc:sldMkLst>
          <pc:docMk/>
          <pc:sldMk cId="3058281605" sldId="278"/>
        </pc:sldMkLst>
      </pc:sldChg>
      <pc:sldChg chg="del">
        <pc:chgData name="Mai Cao Van" userId="f7949ac2-728d-41dd-ad7e-3544eb396517" providerId="ADAL" clId="{9A112020-9413-486F-BA5D-75CDAEC9B132}" dt="2024-04-17T14:19:53.332" v="0" actId="47"/>
        <pc:sldMkLst>
          <pc:docMk/>
          <pc:sldMk cId="3443217586" sldId="279"/>
        </pc:sldMkLst>
      </pc:sldChg>
      <pc:sldChg chg="del">
        <pc:chgData name="Mai Cao Van" userId="f7949ac2-728d-41dd-ad7e-3544eb396517" providerId="ADAL" clId="{9A112020-9413-486F-BA5D-75CDAEC9B132}" dt="2024-04-17T14:19:53.332" v="0" actId="47"/>
        <pc:sldMkLst>
          <pc:docMk/>
          <pc:sldMk cId="101532945" sldId="280"/>
        </pc:sldMkLst>
      </pc:sldChg>
      <pc:sldChg chg="del">
        <pc:chgData name="Mai Cao Van" userId="f7949ac2-728d-41dd-ad7e-3544eb396517" providerId="ADAL" clId="{9A112020-9413-486F-BA5D-75CDAEC9B132}" dt="2024-04-17T14:19:53.332" v="0" actId="47"/>
        <pc:sldMkLst>
          <pc:docMk/>
          <pc:sldMk cId="1617769310" sldId="281"/>
        </pc:sldMkLst>
      </pc:sldChg>
      <pc:sldChg chg="del">
        <pc:chgData name="Mai Cao Van" userId="f7949ac2-728d-41dd-ad7e-3544eb396517" providerId="ADAL" clId="{9A112020-9413-486F-BA5D-75CDAEC9B132}" dt="2024-04-17T14:19:53.332" v="0" actId="47"/>
        <pc:sldMkLst>
          <pc:docMk/>
          <pc:sldMk cId="880446481" sldId="282"/>
        </pc:sldMkLst>
      </pc:sldChg>
      <pc:sldChg chg="del">
        <pc:chgData name="Mai Cao Van" userId="f7949ac2-728d-41dd-ad7e-3544eb396517" providerId="ADAL" clId="{9A112020-9413-486F-BA5D-75CDAEC9B132}" dt="2024-04-17T14:19:53.332" v="0" actId="47"/>
        <pc:sldMkLst>
          <pc:docMk/>
          <pc:sldMk cId="3670850264" sldId="283"/>
        </pc:sldMkLst>
      </pc:sldChg>
      <pc:sldChg chg="del">
        <pc:chgData name="Mai Cao Van" userId="f7949ac2-728d-41dd-ad7e-3544eb396517" providerId="ADAL" clId="{9A112020-9413-486F-BA5D-75CDAEC9B132}" dt="2024-04-17T14:19:53.332" v="0" actId="47"/>
        <pc:sldMkLst>
          <pc:docMk/>
          <pc:sldMk cId="3727363365" sldId="284"/>
        </pc:sldMkLst>
      </pc:sldChg>
      <pc:sldChg chg="del">
        <pc:chgData name="Mai Cao Van" userId="f7949ac2-728d-41dd-ad7e-3544eb396517" providerId="ADAL" clId="{9A112020-9413-486F-BA5D-75CDAEC9B132}" dt="2024-04-17T14:19:53.332" v="0" actId="47"/>
        <pc:sldMkLst>
          <pc:docMk/>
          <pc:sldMk cId="2346282213" sldId="285"/>
        </pc:sldMkLst>
      </pc:sldChg>
      <pc:sldChg chg="del">
        <pc:chgData name="Mai Cao Van" userId="f7949ac2-728d-41dd-ad7e-3544eb396517" providerId="ADAL" clId="{9A112020-9413-486F-BA5D-75CDAEC9B132}" dt="2024-04-17T14:19:53.332" v="0" actId="47"/>
        <pc:sldMkLst>
          <pc:docMk/>
          <pc:sldMk cId="1909053363" sldId="286"/>
        </pc:sldMkLst>
      </pc:sldChg>
      <pc:sldChg chg="del">
        <pc:chgData name="Mai Cao Van" userId="f7949ac2-728d-41dd-ad7e-3544eb396517" providerId="ADAL" clId="{9A112020-9413-486F-BA5D-75CDAEC9B132}" dt="2024-04-17T14:20:32.404" v="10" actId="47"/>
        <pc:sldMkLst>
          <pc:docMk/>
          <pc:sldMk cId="1194563085" sldId="287"/>
        </pc:sldMkLst>
      </pc:sldChg>
      <pc:sldChg chg="del">
        <pc:chgData name="Mai Cao Van" userId="f7949ac2-728d-41dd-ad7e-3544eb396517" providerId="ADAL" clId="{9A112020-9413-486F-BA5D-75CDAEC9B132}" dt="2024-04-17T14:19:53.332" v="0" actId="47"/>
        <pc:sldMkLst>
          <pc:docMk/>
          <pc:sldMk cId="2926019977" sldId="288"/>
        </pc:sldMkLst>
      </pc:sldChg>
      <pc:sldChg chg="del">
        <pc:chgData name="Mai Cao Van" userId="f7949ac2-728d-41dd-ad7e-3544eb396517" providerId="ADAL" clId="{9A112020-9413-486F-BA5D-75CDAEC9B132}" dt="2024-04-17T14:19:53.332" v="0" actId="47"/>
        <pc:sldMkLst>
          <pc:docMk/>
          <pc:sldMk cId="477283182" sldId="289"/>
        </pc:sldMkLst>
      </pc:sldChg>
      <pc:sldChg chg="del">
        <pc:chgData name="Mai Cao Van" userId="f7949ac2-728d-41dd-ad7e-3544eb396517" providerId="ADAL" clId="{9A112020-9413-486F-BA5D-75CDAEC9B132}" dt="2024-04-17T14:19:53.332" v="0" actId="47"/>
        <pc:sldMkLst>
          <pc:docMk/>
          <pc:sldMk cId="152004715" sldId="290"/>
        </pc:sldMkLst>
      </pc:sldChg>
      <pc:sldChg chg="del">
        <pc:chgData name="Mai Cao Van" userId="f7949ac2-728d-41dd-ad7e-3544eb396517" providerId="ADAL" clId="{9A112020-9413-486F-BA5D-75CDAEC9B132}" dt="2024-04-17T14:19:53.332" v="0" actId="47"/>
        <pc:sldMkLst>
          <pc:docMk/>
          <pc:sldMk cId="1932815543" sldId="291"/>
        </pc:sldMkLst>
      </pc:sldChg>
      <pc:sldChg chg="del">
        <pc:chgData name="Mai Cao Van" userId="f7949ac2-728d-41dd-ad7e-3544eb396517" providerId="ADAL" clId="{9A112020-9413-486F-BA5D-75CDAEC9B132}" dt="2024-04-17T14:19:53.332" v="0" actId="47"/>
        <pc:sldMkLst>
          <pc:docMk/>
          <pc:sldMk cId="1532717068" sldId="292"/>
        </pc:sldMkLst>
      </pc:sldChg>
      <pc:sldChg chg="del">
        <pc:chgData name="Mai Cao Van" userId="f7949ac2-728d-41dd-ad7e-3544eb396517" providerId="ADAL" clId="{9A112020-9413-486F-BA5D-75CDAEC9B132}" dt="2024-04-17T14:19:53.332" v="0" actId="47"/>
        <pc:sldMkLst>
          <pc:docMk/>
          <pc:sldMk cId="2474586941" sldId="293"/>
        </pc:sldMkLst>
      </pc:sldChg>
      <pc:sldChg chg="del">
        <pc:chgData name="Mai Cao Van" userId="f7949ac2-728d-41dd-ad7e-3544eb396517" providerId="ADAL" clId="{9A112020-9413-486F-BA5D-75CDAEC9B132}" dt="2024-04-17T14:19:53.332" v="0" actId="47"/>
        <pc:sldMkLst>
          <pc:docMk/>
          <pc:sldMk cId="986597189" sldId="294"/>
        </pc:sldMkLst>
      </pc:sldChg>
      <pc:sldChg chg="del">
        <pc:chgData name="Mai Cao Van" userId="f7949ac2-728d-41dd-ad7e-3544eb396517" providerId="ADAL" clId="{9A112020-9413-486F-BA5D-75CDAEC9B132}" dt="2024-04-17T14:19:53.332" v="0" actId="47"/>
        <pc:sldMkLst>
          <pc:docMk/>
          <pc:sldMk cId="4170217672" sldId="295"/>
        </pc:sldMkLst>
      </pc:sldChg>
      <pc:sldChg chg="addSp delSp modSp mod chgLayout">
        <pc:chgData name="Mai Cao Van" userId="f7949ac2-728d-41dd-ad7e-3544eb396517" providerId="ADAL" clId="{9A112020-9413-486F-BA5D-75CDAEC9B132}" dt="2024-04-17T15:07:47.436" v="76" actId="113"/>
        <pc:sldMkLst>
          <pc:docMk/>
          <pc:sldMk cId="1501905343" sldId="296"/>
        </pc:sldMkLst>
        <pc:spChg chg="mod ord">
          <ac:chgData name="Mai Cao Van" userId="f7949ac2-728d-41dd-ad7e-3544eb396517" providerId="ADAL" clId="{9A112020-9413-486F-BA5D-75CDAEC9B132}" dt="2024-04-17T15:02:08.447" v="30" actId="6264"/>
          <ac:spMkLst>
            <pc:docMk/>
            <pc:sldMk cId="1501905343" sldId="296"/>
            <ac:spMk id="2" creationId="{8C430AE8-0EBE-B0C5-28F2-79A2A6992611}"/>
          </ac:spMkLst>
        </pc:spChg>
        <pc:spChg chg="mod ord">
          <ac:chgData name="Mai Cao Van" userId="f7949ac2-728d-41dd-ad7e-3544eb396517" providerId="ADAL" clId="{9A112020-9413-486F-BA5D-75CDAEC9B132}" dt="2024-04-17T15:03:37.451" v="47" actId="123"/>
          <ac:spMkLst>
            <pc:docMk/>
            <pc:sldMk cId="1501905343" sldId="296"/>
            <ac:spMk id="4" creationId="{BE7F8D9A-9F36-3F42-5DDB-B214C4EAC8A6}"/>
          </ac:spMkLst>
        </pc:spChg>
        <pc:spChg chg="add del mod">
          <ac:chgData name="Mai Cao Van" userId="f7949ac2-728d-41dd-ad7e-3544eb396517" providerId="ADAL" clId="{9A112020-9413-486F-BA5D-75CDAEC9B132}" dt="2024-04-17T14:58:01.765" v="16" actId="6264"/>
          <ac:spMkLst>
            <pc:docMk/>
            <pc:sldMk cId="1501905343" sldId="296"/>
            <ac:spMk id="6" creationId="{4E16FE9D-6910-3544-261B-84B87D8CEB42}"/>
          </ac:spMkLst>
        </pc:spChg>
        <pc:spChg chg="add del mod">
          <ac:chgData name="Mai Cao Van" userId="f7949ac2-728d-41dd-ad7e-3544eb396517" providerId="ADAL" clId="{9A112020-9413-486F-BA5D-75CDAEC9B132}" dt="2024-04-17T14:58:01.765" v="16" actId="6264"/>
          <ac:spMkLst>
            <pc:docMk/>
            <pc:sldMk cId="1501905343" sldId="296"/>
            <ac:spMk id="7" creationId="{7F0A6817-88FB-7DF1-0253-7A09FF946583}"/>
          </ac:spMkLst>
        </pc:spChg>
        <pc:spChg chg="add del mod">
          <ac:chgData name="Mai Cao Van" userId="f7949ac2-728d-41dd-ad7e-3544eb396517" providerId="ADAL" clId="{9A112020-9413-486F-BA5D-75CDAEC9B132}" dt="2024-04-17T15:02:08.447" v="30" actId="6264"/>
          <ac:spMkLst>
            <pc:docMk/>
            <pc:sldMk cId="1501905343" sldId="296"/>
            <ac:spMk id="8" creationId="{4C016DF6-0FEB-F18C-BF4A-135819304B30}"/>
          </ac:spMkLst>
        </pc:spChg>
        <pc:spChg chg="add del mod">
          <ac:chgData name="Mai Cao Van" userId="f7949ac2-728d-41dd-ad7e-3544eb396517" providerId="ADAL" clId="{9A112020-9413-486F-BA5D-75CDAEC9B132}" dt="2024-04-17T15:02:08.447" v="30" actId="6264"/>
          <ac:spMkLst>
            <pc:docMk/>
            <pc:sldMk cId="1501905343" sldId="296"/>
            <ac:spMk id="9" creationId="{F07948B4-DBBE-2601-1A16-1F3D99DFC0B4}"/>
          </ac:spMkLst>
        </pc:spChg>
        <pc:spChg chg="add mod">
          <ac:chgData name="Mai Cao Van" userId="f7949ac2-728d-41dd-ad7e-3544eb396517" providerId="ADAL" clId="{9A112020-9413-486F-BA5D-75CDAEC9B132}" dt="2024-04-17T15:07:47.436" v="76" actId="113"/>
          <ac:spMkLst>
            <pc:docMk/>
            <pc:sldMk cId="1501905343" sldId="296"/>
            <ac:spMk id="13" creationId="{C0DE56BB-D25E-8028-4B39-613B82E2F666}"/>
          </ac:spMkLst>
        </pc:spChg>
        <pc:picChg chg="add del mod">
          <ac:chgData name="Mai Cao Van" userId="f7949ac2-728d-41dd-ad7e-3544eb396517" providerId="ADAL" clId="{9A112020-9413-486F-BA5D-75CDAEC9B132}" dt="2024-04-17T14:58:25.778" v="17" actId="478"/>
          <ac:picMkLst>
            <pc:docMk/>
            <pc:sldMk cId="1501905343" sldId="296"/>
            <ac:picMk id="5" creationId="{DAFB7174-EBC2-F8A4-63D1-02D5BDF15D48}"/>
          </ac:picMkLst>
        </pc:picChg>
        <pc:picChg chg="add mod">
          <ac:chgData name="Mai Cao Van" userId="f7949ac2-728d-41dd-ad7e-3544eb396517" providerId="ADAL" clId="{9A112020-9413-486F-BA5D-75CDAEC9B132}" dt="2024-04-17T15:03:32.009" v="46" actId="1035"/>
          <ac:picMkLst>
            <pc:docMk/>
            <pc:sldMk cId="1501905343" sldId="296"/>
            <ac:picMk id="11" creationId="{3060298A-DE97-347C-64A7-3756612B109F}"/>
          </ac:picMkLst>
        </pc:picChg>
      </pc:sldChg>
      <pc:sldChg chg="addSp delSp modSp add mod chgLayout">
        <pc:chgData name="Mai Cao Van" userId="f7949ac2-728d-41dd-ad7e-3544eb396517" providerId="ADAL" clId="{9A112020-9413-486F-BA5D-75CDAEC9B132}" dt="2024-04-17T15:07:40.195" v="75" actId="113"/>
        <pc:sldMkLst>
          <pc:docMk/>
          <pc:sldMk cId="2933662193" sldId="301"/>
        </pc:sldMkLst>
        <pc:spChg chg="mod ord">
          <ac:chgData name="Mai Cao Van" userId="f7949ac2-728d-41dd-ad7e-3544eb396517" providerId="ADAL" clId="{9A112020-9413-486F-BA5D-75CDAEC9B132}" dt="2024-04-17T15:05:44.895" v="59" actId="6264"/>
          <ac:spMkLst>
            <pc:docMk/>
            <pc:sldMk cId="2933662193" sldId="301"/>
            <ac:spMk id="2" creationId="{8C430AE8-0EBE-B0C5-28F2-79A2A6992611}"/>
          </ac:spMkLst>
        </pc:spChg>
        <pc:spChg chg="add del mod">
          <ac:chgData name="Mai Cao Van" userId="f7949ac2-728d-41dd-ad7e-3544eb396517" providerId="ADAL" clId="{9A112020-9413-486F-BA5D-75CDAEC9B132}" dt="2024-04-17T15:05:44.895" v="59" actId="6264"/>
          <ac:spMkLst>
            <pc:docMk/>
            <pc:sldMk cId="2933662193" sldId="301"/>
            <ac:spMk id="3" creationId="{70A34787-31ED-7DDC-549A-161AF8900A2B}"/>
          </ac:spMkLst>
        </pc:spChg>
        <pc:spChg chg="mod ord">
          <ac:chgData name="Mai Cao Van" userId="f7949ac2-728d-41dd-ad7e-3544eb396517" providerId="ADAL" clId="{9A112020-9413-486F-BA5D-75CDAEC9B132}" dt="2024-04-17T15:06:11.303" v="68" actId="27636"/>
          <ac:spMkLst>
            <pc:docMk/>
            <pc:sldMk cId="2933662193" sldId="301"/>
            <ac:spMk id="4" creationId="{BE7F8D9A-9F36-3F42-5DDB-B214C4EAC8A6}"/>
          </ac:spMkLst>
        </pc:spChg>
        <pc:spChg chg="add del mod">
          <ac:chgData name="Mai Cao Van" userId="f7949ac2-728d-41dd-ad7e-3544eb396517" providerId="ADAL" clId="{9A112020-9413-486F-BA5D-75CDAEC9B132}" dt="2024-04-17T15:05:44.895" v="59" actId="6264"/>
          <ac:spMkLst>
            <pc:docMk/>
            <pc:sldMk cId="2933662193" sldId="301"/>
            <ac:spMk id="5" creationId="{2AB4403E-1207-5BEB-0BA0-55A57680AB16}"/>
          </ac:spMkLst>
        </pc:spChg>
        <pc:spChg chg="mod">
          <ac:chgData name="Mai Cao Van" userId="f7949ac2-728d-41dd-ad7e-3544eb396517" providerId="ADAL" clId="{9A112020-9413-486F-BA5D-75CDAEC9B132}" dt="2024-04-17T15:07:40.195" v="75" actId="113"/>
          <ac:spMkLst>
            <pc:docMk/>
            <pc:sldMk cId="2933662193" sldId="301"/>
            <ac:spMk id="13" creationId="{C0DE56BB-D25E-8028-4B39-613B82E2F666}"/>
          </ac:spMkLst>
        </pc:spChg>
        <pc:picChg chg="add mod">
          <ac:chgData name="Mai Cao Van" userId="f7949ac2-728d-41dd-ad7e-3544eb396517" providerId="ADAL" clId="{9A112020-9413-486F-BA5D-75CDAEC9B132}" dt="2024-04-17T15:07:11.801" v="72" actId="14100"/>
          <ac:picMkLst>
            <pc:docMk/>
            <pc:sldMk cId="2933662193" sldId="301"/>
            <ac:picMk id="7" creationId="{BACB1871-71F6-5AFF-51A8-84E978A82971}"/>
          </ac:picMkLst>
        </pc:picChg>
        <pc:picChg chg="del">
          <ac:chgData name="Mai Cao Van" userId="f7949ac2-728d-41dd-ad7e-3544eb396517" providerId="ADAL" clId="{9A112020-9413-486F-BA5D-75CDAEC9B132}" dt="2024-04-17T15:05:56.729" v="63" actId="478"/>
          <ac:picMkLst>
            <pc:docMk/>
            <pc:sldMk cId="2933662193" sldId="301"/>
            <ac:picMk id="11" creationId="{3060298A-DE97-347C-64A7-3756612B109F}"/>
          </ac:picMkLst>
        </pc:picChg>
      </pc:sldChg>
      <pc:sldChg chg="del">
        <pc:chgData name="Mai Cao Van" userId="f7949ac2-728d-41dd-ad7e-3544eb396517" providerId="ADAL" clId="{9A112020-9413-486F-BA5D-75CDAEC9B132}" dt="2024-04-17T14:20:32.404" v="10" actId="47"/>
        <pc:sldMkLst>
          <pc:docMk/>
          <pc:sldMk cId="3461348225" sldId="301"/>
        </pc:sldMkLst>
      </pc:sldChg>
      <pc:sldChg chg="del">
        <pc:chgData name="Mai Cao Van" userId="f7949ac2-728d-41dd-ad7e-3544eb396517" providerId="ADAL" clId="{9A112020-9413-486F-BA5D-75CDAEC9B132}" dt="2024-04-17T14:20:32.404" v="10" actId="47"/>
        <pc:sldMkLst>
          <pc:docMk/>
          <pc:sldMk cId="323320354" sldId="302"/>
        </pc:sldMkLst>
      </pc:sldChg>
      <pc:sldChg chg="modSp add mod">
        <pc:chgData name="Mai Cao Van" userId="f7949ac2-728d-41dd-ad7e-3544eb396517" providerId="ADAL" clId="{9A112020-9413-486F-BA5D-75CDAEC9B132}" dt="2024-04-17T15:14:29.613" v="118" actId="14100"/>
        <pc:sldMkLst>
          <pc:docMk/>
          <pc:sldMk cId="2652356429" sldId="302"/>
        </pc:sldMkLst>
        <pc:spChg chg="mod">
          <ac:chgData name="Mai Cao Van" userId="f7949ac2-728d-41dd-ad7e-3544eb396517" providerId="ADAL" clId="{9A112020-9413-486F-BA5D-75CDAEC9B132}" dt="2024-04-17T15:14:29.613" v="118" actId="14100"/>
          <ac:spMkLst>
            <pc:docMk/>
            <pc:sldMk cId="2652356429" sldId="302"/>
            <ac:spMk id="4" creationId="{BE7F8D9A-9F36-3F42-5DDB-B214C4EAC8A6}"/>
          </ac:spMkLst>
        </pc:spChg>
      </pc:sldChg>
      <pc:sldChg chg="del">
        <pc:chgData name="Mai Cao Van" userId="f7949ac2-728d-41dd-ad7e-3544eb396517" providerId="ADAL" clId="{9A112020-9413-486F-BA5D-75CDAEC9B132}" dt="2024-04-17T14:20:32.404" v="10" actId="47"/>
        <pc:sldMkLst>
          <pc:docMk/>
          <pc:sldMk cId="1982246672" sldId="303"/>
        </pc:sldMkLst>
      </pc:sldChg>
      <pc:sldChg chg="del">
        <pc:chgData name="Mai Cao Van" userId="f7949ac2-728d-41dd-ad7e-3544eb396517" providerId="ADAL" clId="{9A112020-9413-486F-BA5D-75CDAEC9B132}" dt="2024-04-17T14:20:32.404" v="10" actId="47"/>
        <pc:sldMkLst>
          <pc:docMk/>
          <pc:sldMk cId="3093158920" sldId="304"/>
        </pc:sldMkLst>
      </pc:sldChg>
      <pc:sldChg chg="del">
        <pc:chgData name="Mai Cao Van" userId="f7949ac2-728d-41dd-ad7e-3544eb396517" providerId="ADAL" clId="{9A112020-9413-486F-BA5D-75CDAEC9B132}" dt="2024-04-17T14:20:32.404" v="10" actId="47"/>
        <pc:sldMkLst>
          <pc:docMk/>
          <pc:sldMk cId="454021612" sldId="305"/>
        </pc:sldMkLst>
      </pc:sldChg>
      <pc:sldChg chg="del">
        <pc:chgData name="Mai Cao Van" userId="f7949ac2-728d-41dd-ad7e-3544eb396517" providerId="ADAL" clId="{9A112020-9413-486F-BA5D-75CDAEC9B132}" dt="2024-04-17T14:20:32.404" v="10" actId="47"/>
        <pc:sldMkLst>
          <pc:docMk/>
          <pc:sldMk cId="3980960752" sldId="306"/>
        </pc:sldMkLst>
      </pc:sldChg>
      <pc:sldChg chg="del">
        <pc:chgData name="Mai Cao Van" userId="f7949ac2-728d-41dd-ad7e-3544eb396517" providerId="ADAL" clId="{9A112020-9413-486F-BA5D-75CDAEC9B132}" dt="2024-04-17T14:20:32.404" v="10" actId="47"/>
        <pc:sldMkLst>
          <pc:docMk/>
          <pc:sldMk cId="1949476003" sldId="307"/>
        </pc:sldMkLst>
      </pc:sldChg>
      <pc:sldChg chg="del">
        <pc:chgData name="Mai Cao Van" userId="f7949ac2-728d-41dd-ad7e-3544eb396517" providerId="ADAL" clId="{9A112020-9413-486F-BA5D-75CDAEC9B132}" dt="2024-04-17T14:20:32.404" v="10" actId="47"/>
        <pc:sldMkLst>
          <pc:docMk/>
          <pc:sldMk cId="2081069589" sldId="308"/>
        </pc:sldMkLst>
      </pc:sldChg>
      <pc:sldChg chg="del">
        <pc:chgData name="Mai Cao Van" userId="f7949ac2-728d-41dd-ad7e-3544eb396517" providerId="ADAL" clId="{9A112020-9413-486F-BA5D-75CDAEC9B132}" dt="2024-04-17T14:20:32.404" v="10" actId="47"/>
        <pc:sldMkLst>
          <pc:docMk/>
          <pc:sldMk cId="4162619783" sldId="309"/>
        </pc:sldMkLst>
      </pc:sldChg>
      <pc:sldChg chg="del">
        <pc:chgData name="Mai Cao Van" userId="f7949ac2-728d-41dd-ad7e-3544eb396517" providerId="ADAL" clId="{9A112020-9413-486F-BA5D-75CDAEC9B132}" dt="2024-04-17T14:20:32.404" v="10" actId="47"/>
        <pc:sldMkLst>
          <pc:docMk/>
          <pc:sldMk cId="3064759149" sldId="310"/>
        </pc:sldMkLst>
      </pc:sldChg>
      <pc:sldChg chg="del">
        <pc:chgData name="Mai Cao Van" userId="f7949ac2-728d-41dd-ad7e-3544eb396517" providerId="ADAL" clId="{9A112020-9413-486F-BA5D-75CDAEC9B132}" dt="2024-04-17T14:20:32.404" v="10" actId="47"/>
        <pc:sldMkLst>
          <pc:docMk/>
          <pc:sldMk cId="2821748694" sldId="311"/>
        </pc:sldMkLst>
      </pc:sldChg>
      <pc:sldChg chg="del">
        <pc:chgData name="Mai Cao Van" userId="f7949ac2-728d-41dd-ad7e-3544eb396517" providerId="ADAL" clId="{9A112020-9413-486F-BA5D-75CDAEC9B132}" dt="2024-04-17T14:20:32.404" v="10" actId="47"/>
        <pc:sldMkLst>
          <pc:docMk/>
          <pc:sldMk cId="948051221" sldId="312"/>
        </pc:sldMkLst>
      </pc:sldChg>
      <pc:sldChg chg="del">
        <pc:chgData name="Mai Cao Van" userId="f7949ac2-728d-41dd-ad7e-3544eb396517" providerId="ADAL" clId="{9A112020-9413-486F-BA5D-75CDAEC9B132}" dt="2024-04-17T14:20:32.404" v="10" actId="47"/>
        <pc:sldMkLst>
          <pc:docMk/>
          <pc:sldMk cId="743469992" sldId="313"/>
        </pc:sldMkLst>
      </pc:sldChg>
      <pc:sldChg chg="del">
        <pc:chgData name="Mai Cao Van" userId="f7949ac2-728d-41dd-ad7e-3544eb396517" providerId="ADAL" clId="{9A112020-9413-486F-BA5D-75CDAEC9B132}" dt="2024-04-17T14:20:32.404" v="10" actId="47"/>
        <pc:sldMkLst>
          <pc:docMk/>
          <pc:sldMk cId="715820225" sldId="314"/>
        </pc:sldMkLst>
      </pc:sldChg>
      <pc:sldChg chg="del">
        <pc:chgData name="Mai Cao Van" userId="f7949ac2-728d-41dd-ad7e-3544eb396517" providerId="ADAL" clId="{9A112020-9413-486F-BA5D-75CDAEC9B132}" dt="2024-04-17T14:20:32.404" v="10" actId="47"/>
        <pc:sldMkLst>
          <pc:docMk/>
          <pc:sldMk cId="4031213231" sldId="315"/>
        </pc:sldMkLst>
      </pc:sldChg>
      <pc:sldChg chg="del">
        <pc:chgData name="Mai Cao Van" userId="f7949ac2-728d-41dd-ad7e-3544eb396517" providerId="ADAL" clId="{9A112020-9413-486F-BA5D-75CDAEC9B132}" dt="2024-04-17T14:20:32.404" v="10" actId="47"/>
        <pc:sldMkLst>
          <pc:docMk/>
          <pc:sldMk cId="1172900586" sldId="317"/>
        </pc:sldMkLst>
      </pc:sldChg>
      <pc:sldChg chg="del">
        <pc:chgData name="Mai Cao Van" userId="f7949ac2-728d-41dd-ad7e-3544eb396517" providerId="ADAL" clId="{9A112020-9413-486F-BA5D-75CDAEC9B132}" dt="2024-04-17T14:20:32.404" v="10" actId="47"/>
        <pc:sldMkLst>
          <pc:docMk/>
          <pc:sldMk cId="4020231526" sldId="319"/>
        </pc:sldMkLst>
      </pc:sldChg>
      <pc:sldChg chg="del">
        <pc:chgData name="Mai Cao Van" userId="f7949ac2-728d-41dd-ad7e-3544eb396517" providerId="ADAL" clId="{9A112020-9413-486F-BA5D-75CDAEC9B132}" dt="2024-04-17T14:20:32.404" v="10" actId="47"/>
        <pc:sldMkLst>
          <pc:docMk/>
          <pc:sldMk cId="1183509001" sldId="320"/>
        </pc:sldMkLst>
      </pc:sldChg>
      <pc:sldChg chg="del">
        <pc:chgData name="Mai Cao Van" userId="f7949ac2-728d-41dd-ad7e-3544eb396517" providerId="ADAL" clId="{9A112020-9413-486F-BA5D-75CDAEC9B132}" dt="2024-04-17T14:20:32.404" v="10" actId="47"/>
        <pc:sldMkLst>
          <pc:docMk/>
          <pc:sldMk cId="2884775449" sldId="321"/>
        </pc:sldMkLst>
      </pc:sldChg>
      <pc:sldChg chg="del">
        <pc:chgData name="Mai Cao Van" userId="f7949ac2-728d-41dd-ad7e-3544eb396517" providerId="ADAL" clId="{9A112020-9413-486F-BA5D-75CDAEC9B132}" dt="2024-04-17T14:20:32.404" v="10" actId="47"/>
        <pc:sldMkLst>
          <pc:docMk/>
          <pc:sldMk cId="2271388492" sldId="322"/>
        </pc:sldMkLst>
      </pc:sldChg>
      <pc:sldChg chg="del">
        <pc:chgData name="Mai Cao Van" userId="f7949ac2-728d-41dd-ad7e-3544eb396517" providerId="ADAL" clId="{9A112020-9413-486F-BA5D-75CDAEC9B132}" dt="2024-04-17T14:20:32.404" v="10" actId="47"/>
        <pc:sldMkLst>
          <pc:docMk/>
          <pc:sldMk cId="1487759009" sldId="323"/>
        </pc:sldMkLst>
      </pc:sldChg>
      <pc:sldChg chg="del">
        <pc:chgData name="Mai Cao Van" userId="f7949ac2-728d-41dd-ad7e-3544eb396517" providerId="ADAL" clId="{9A112020-9413-486F-BA5D-75CDAEC9B132}" dt="2024-04-17T14:20:32.404" v="10" actId="47"/>
        <pc:sldMkLst>
          <pc:docMk/>
          <pc:sldMk cId="2567845728" sldId="324"/>
        </pc:sldMkLst>
      </pc:sldChg>
      <pc:sldChg chg="del">
        <pc:chgData name="Mai Cao Van" userId="f7949ac2-728d-41dd-ad7e-3544eb396517" providerId="ADAL" clId="{9A112020-9413-486F-BA5D-75CDAEC9B132}" dt="2024-04-17T14:20:32.404" v="10" actId="47"/>
        <pc:sldMkLst>
          <pc:docMk/>
          <pc:sldMk cId="310621169" sldId="325"/>
        </pc:sldMkLst>
      </pc:sldChg>
      <pc:sldChg chg="del">
        <pc:chgData name="Mai Cao Van" userId="f7949ac2-728d-41dd-ad7e-3544eb396517" providerId="ADAL" clId="{9A112020-9413-486F-BA5D-75CDAEC9B132}" dt="2024-04-17T14:20:32.404" v="10" actId="47"/>
        <pc:sldMkLst>
          <pc:docMk/>
          <pc:sldMk cId="2953342677" sldId="326"/>
        </pc:sldMkLst>
      </pc:sldChg>
      <pc:sldChg chg="del">
        <pc:chgData name="Mai Cao Van" userId="f7949ac2-728d-41dd-ad7e-3544eb396517" providerId="ADAL" clId="{9A112020-9413-486F-BA5D-75CDAEC9B132}" dt="2024-04-17T14:20:32.404" v="10" actId="47"/>
        <pc:sldMkLst>
          <pc:docMk/>
          <pc:sldMk cId="2935125376" sldId="327"/>
        </pc:sldMkLst>
      </pc:sldChg>
      <pc:sldChg chg="del">
        <pc:chgData name="Mai Cao Van" userId="f7949ac2-728d-41dd-ad7e-3544eb396517" providerId="ADAL" clId="{9A112020-9413-486F-BA5D-75CDAEC9B132}" dt="2024-04-17T14:20:32.404" v="10" actId="47"/>
        <pc:sldMkLst>
          <pc:docMk/>
          <pc:sldMk cId="2187807566" sldId="328"/>
        </pc:sldMkLst>
      </pc:sldChg>
      <pc:sldChg chg="del">
        <pc:chgData name="Mai Cao Van" userId="f7949ac2-728d-41dd-ad7e-3544eb396517" providerId="ADAL" clId="{9A112020-9413-486F-BA5D-75CDAEC9B132}" dt="2024-04-17T14:20:32.404" v="10" actId="47"/>
        <pc:sldMkLst>
          <pc:docMk/>
          <pc:sldMk cId="3307945801" sldId="329"/>
        </pc:sldMkLst>
      </pc:sldChg>
      <pc:sldChg chg="del">
        <pc:chgData name="Mai Cao Van" userId="f7949ac2-728d-41dd-ad7e-3544eb396517" providerId="ADAL" clId="{9A112020-9413-486F-BA5D-75CDAEC9B132}" dt="2024-04-17T14:20:32.404" v="10" actId="47"/>
        <pc:sldMkLst>
          <pc:docMk/>
          <pc:sldMk cId="4278991458" sldId="330"/>
        </pc:sldMkLst>
      </pc:sldChg>
      <pc:sldChg chg="del">
        <pc:chgData name="Mai Cao Van" userId="f7949ac2-728d-41dd-ad7e-3544eb396517" providerId="ADAL" clId="{9A112020-9413-486F-BA5D-75CDAEC9B132}" dt="2024-04-17T14:20:32.404" v="10" actId="47"/>
        <pc:sldMkLst>
          <pc:docMk/>
          <pc:sldMk cId="1042944599" sldId="331"/>
        </pc:sldMkLst>
      </pc:sldChg>
      <pc:sldChg chg="del">
        <pc:chgData name="Mai Cao Van" userId="f7949ac2-728d-41dd-ad7e-3544eb396517" providerId="ADAL" clId="{9A112020-9413-486F-BA5D-75CDAEC9B132}" dt="2024-04-17T14:20:32.404" v="10" actId="47"/>
        <pc:sldMkLst>
          <pc:docMk/>
          <pc:sldMk cId="1447322492" sldId="332"/>
        </pc:sldMkLst>
      </pc:sldChg>
      <pc:sldChg chg="del">
        <pc:chgData name="Mai Cao Van" userId="f7949ac2-728d-41dd-ad7e-3544eb396517" providerId="ADAL" clId="{9A112020-9413-486F-BA5D-75CDAEC9B132}" dt="2024-04-17T14:20:32.404" v="10" actId="47"/>
        <pc:sldMkLst>
          <pc:docMk/>
          <pc:sldMk cId="1740702777" sldId="333"/>
        </pc:sldMkLst>
      </pc:sldChg>
      <pc:sldChg chg="del">
        <pc:chgData name="Mai Cao Van" userId="f7949ac2-728d-41dd-ad7e-3544eb396517" providerId="ADAL" clId="{9A112020-9413-486F-BA5D-75CDAEC9B132}" dt="2024-04-17T14:20:32.404" v="10" actId="47"/>
        <pc:sldMkLst>
          <pc:docMk/>
          <pc:sldMk cId="3090726604" sldId="335"/>
        </pc:sldMkLst>
      </pc:sldChg>
      <pc:sldChg chg="del">
        <pc:chgData name="Mai Cao Van" userId="f7949ac2-728d-41dd-ad7e-3544eb396517" providerId="ADAL" clId="{9A112020-9413-486F-BA5D-75CDAEC9B132}" dt="2024-04-17T14:20:32.404" v="10" actId="47"/>
        <pc:sldMkLst>
          <pc:docMk/>
          <pc:sldMk cId="2934312387" sldId="336"/>
        </pc:sldMkLst>
      </pc:sldChg>
      <pc:sldChg chg="del">
        <pc:chgData name="Mai Cao Van" userId="f7949ac2-728d-41dd-ad7e-3544eb396517" providerId="ADAL" clId="{9A112020-9413-486F-BA5D-75CDAEC9B132}" dt="2024-04-17T14:20:32.404" v="10" actId="47"/>
        <pc:sldMkLst>
          <pc:docMk/>
          <pc:sldMk cId="662530898" sldId="337"/>
        </pc:sldMkLst>
      </pc:sldChg>
      <pc:sldChg chg="del">
        <pc:chgData name="Mai Cao Van" userId="f7949ac2-728d-41dd-ad7e-3544eb396517" providerId="ADAL" clId="{9A112020-9413-486F-BA5D-75CDAEC9B132}" dt="2024-04-17T14:20:32.404" v="10" actId="47"/>
        <pc:sldMkLst>
          <pc:docMk/>
          <pc:sldMk cId="1510533634" sldId="338"/>
        </pc:sldMkLst>
      </pc:sldChg>
      <pc:sldChg chg="del">
        <pc:chgData name="Mai Cao Van" userId="f7949ac2-728d-41dd-ad7e-3544eb396517" providerId="ADAL" clId="{9A112020-9413-486F-BA5D-75CDAEC9B132}" dt="2024-04-17T14:20:32.404" v="10" actId="47"/>
        <pc:sldMkLst>
          <pc:docMk/>
          <pc:sldMk cId="3024928923" sldId="339"/>
        </pc:sldMkLst>
      </pc:sldChg>
      <pc:sldChg chg="del">
        <pc:chgData name="Mai Cao Van" userId="f7949ac2-728d-41dd-ad7e-3544eb396517" providerId="ADAL" clId="{9A112020-9413-486F-BA5D-75CDAEC9B132}" dt="2024-04-17T14:20:32.404" v="10" actId="47"/>
        <pc:sldMkLst>
          <pc:docMk/>
          <pc:sldMk cId="228002459" sldId="340"/>
        </pc:sldMkLst>
      </pc:sldChg>
      <pc:sldChg chg="del">
        <pc:chgData name="Mai Cao Van" userId="f7949ac2-728d-41dd-ad7e-3544eb396517" providerId="ADAL" clId="{9A112020-9413-486F-BA5D-75CDAEC9B132}" dt="2024-04-17T14:20:32.404" v="10" actId="47"/>
        <pc:sldMkLst>
          <pc:docMk/>
          <pc:sldMk cId="890179627" sldId="341"/>
        </pc:sldMkLst>
      </pc:sldChg>
      <pc:sldChg chg="del">
        <pc:chgData name="Mai Cao Van" userId="f7949ac2-728d-41dd-ad7e-3544eb396517" providerId="ADAL" clId="{9A112020-9413-486F-BA5D-75CDAEC9B132}" dt="2024-04-17T14:20:32.404" v="10" actId="47"/>
        <pc:sldMkLst>
          <pc:docMk/>
          <pc:sldMk cId="3163368077" sldId="342"/>
        </pc:sldMkLst>
      </pc:sldChg>
      <pc:sldChg chg="del">
        <pc:chgData name="Mai Cao Van" userId="f7949ac2-728d-41dd-ad7e-3544eb396517" providerId="ADAL" clId="{9A112020-9413-486F-BA5D-75CDAEC9B132}" dt="2024-04-17T14:20:32.404" v="10" actId="47"/>
        <pc:sldMkLst>
          <pc:docMk/>
          <pc:sldMk cId="3809250700" sldId="343"/>
        </pc:sldMkLst>
      </pc:sldChg>
      <pc:sldChg chg="del">
        <pc:chgData name="Mai Cao Van" userId="f7949ac2-728d-41dd-ad7e-3544eb396517" providerId="ADAL" clId="{9A112020-9413-486F-BA5D-75CDAEC9B132}" dt="2024-04-17T14:20:32.404" v="10" actId="47"/>
        <pc:sldMkLst>
          <pc:docMk/>
          <pc:sldMk cId="3450418921" sldId="344"/>
        </pc:sldMkLst>
      </pc:sldChg>
      <pc:sldChg chg="del">
        <pc:chgData name="Mai Cao Van" userId="f7949ac2-728d-41dd-ad7e-3544eb396517" providerId="ADAL" clId="{9A112020-9413-486F-BA5D-75CDAEC9B132}" dt="2024-04-17T14:20:32.404" v="10" actId="47"/>
        <pc:sldMkLst>
          <pc:docMk/>
          <pc:sldMk cId="3057694825" sldId="345"/>
        </pc:sldMkLst>
      </pc:sldChg>
      <pc:sldChg chg="del">
        <pc:chgData name="Mai Cao Van" userId="f7949ac2-728d-41dd-ad7e-3544eb396517" providerId="ADAL" clId="{9A112020-9413-486F-BA5D-75CDAEC9B132}" dt="2024-04-17T14:20:32.404" v="10" actId="47"/>
        <pc:sldMkLst>
          <pc:docMk/>
          <pc:sldMk cId="1405595158" sldId="346"/>
        </pc:sldMkLst>
      </pc:sldChg>
      <pc:sldChg chg="del">
        <pc:chgData name="Mai Cao Van" userId="f7949ac2-728d-41dd-ad7e-3544eb396517" providerId="ADAL" clId="{9A112020-9413-486F-BA5D-75CDAEC9B132}" dt="2024-04-17T14:20:32.404" v="10" actId="47"/>
        <pc:sldMkLst>
          <pc:docMk/>
          <pc:sldMk cId="1973060477" sldId="347"/>
        </pc:sldMkLst>
      </pc:sldChg>
      <pc:sldChg chg="del">
        <pc:chgData name="Mai Cao Van" userId="f7949ac2-728d-41dd-ad7e-3544eb396517" providerId="ADAL" clId="{9A112020-9413-486F-BA5D-75CDAEC9B132}" dt="2024-04-17T14:19:53.332" v="0" actId="47"/>
        <pc:sldMkLst>
          <pc:docMk/>
          <pc:sldMk cId="459707268" sldId="349"/>
        </pc:sldMkLst>
      </pc:sldChg>
      <pc:sldChg chg="del">
        <pc:chgData name="Mai Cao Van" userId="f7949ac2-728d-41dd-ad7e-3544eb396517" providerId="ADAL" clId="{9A112020-9413-486F-BA5D-75CDAEC9B132}" dt="2024-04-17T14:19:53.332" v="0" actId="47"/>
        <pc:sldMkLst>
          <pc:docMk/>
          <pc:sldMk cId="3848758112" sldId="350"/>
        </pc:sldMkLst>
      </pc:sldChg>
      <pc:sldChg chg="del">
        <pc:chgData name="Mai Cao Van" userId="f7949ac2-728d-41dd-ad7e-3544eb396517" providerId="ADAL" clId="{9A112020-9413-486F-BA5D-75CDAEC9B132}" dt="2024-04-17T14:19:53.332" v="0" actId="47"/>
        <pc:sldMkLst>
          <pc:docMk/>
          <pc:sldMk cId="4036275847" sldId="351"/>
        </pc:sldMkLst>
      </pc:sldChg>
      <pc:sldChg chg="del">
        <pc:chgData name="Mai Cao Van" userId="f7949ac2-728d-41dd-ad7e-3544eb396517" providerId="ADAL" clId="{9A112020-9413-486F-BA5D-75CDAEC9B132}" dt="2024-04-17T14:19:53.332" v="0" actId="47"/>
        <pc:sldMkLst>
          <pc:docMk/>
          <pc:sldMk cId="2181531778" sldId="352"/>
        </pc:sldMkLst>
      </pc:sldChg>
      <pc:sldChg chg="del">
        <pc:chgData name="Mai Cao Van" userId="f7949ac2-728d-41dd-ad7e-3544eb396517" providerId="ADAL" clId="{9A112020-9413-486F-BA5D-75CDAEC9B132}" dt="2024-04-17T14:19:53.332" v="0" actId="47"/>
        <pc:sldMkLst>
          <pc:docMk/>
          <pc:sldMk cId="2659275954" sldId="353"/>
        </pc:sldMkLst>
      </pc:sldChg>
      <pc:sldChg chg="del">
        <pc:chgData name="Mai Cao Van" userId="f7949ac2-728d-41dd-ad7e-3544eb396517" providerId="ADAL" clId="{9A112020-9413-486F-BA5D-75CDAEC9B132}" dt="2024-04-17T14:19:53.332" v="0" actId="47"/>
        <pc:sldMkLst>
          <pc:docMk/>
          <pc:sldMk cId="3209173124" sldId="354"/>
        </pc:sldMkLst>
      </pc:sldChg>
      <pc:sldChg chg="del">
        <pc:chgData name="Mai Cao Van" userId="f7949ac2-728d-41dd-ad7e-3544eb396517" providerId="ADAL" clId="{9A112020-9413-486F-BA5D-75CDAEC9B132}" dt="2024-04-17T14:19:53.332" v="0" actId="47"/>
        <pc:sldMkLst>
          <pc:docMk/>
          <pc:sldMk cId="4247538530" sldId="355"/>
        </pc:sldMkLst>
      </pc:sldChg>
      <pc:sldChg chg="del">
        <pc:chgData name="Mai Cao Van" userId="f7949ac2-728d-41dd-ad7e-3544eb396517" providerId="ADAL" clId="{9A112020-9413-486F-BA5D-75CDAEC9B132}" dt="2024-04-17T14:19:53.332" v="0" actId="47"/>
        <pc:sldMkLst>
          <pc:docMk/>
          <pc:sldMk cId="1006905501" sldId="356"/>
        </pc:sldMkLst>
      </pc:sldChg>
      <pc:sldChg chg="del">
        <pc:chgData name="Mai Cao Van" userId="f7949ac2-728d-41dd-ad7e-3544eb396517" providerId="ADAL" clId="{9A112020-9413-486F-BA5D-75CDAEC9B132}" dt="2024-04-17T14:19:53.332" v="0" actId="47"/>
        <pc:sldMkLst>
          <pc:docMk/>
          <pc:sldMk cId="116005775" sldId="357"/>
        </pc:sldMkLst>
      </pc:sldChg>
      <pc:sldChg chg="del">
        <pc:chgData name="Mai Cao Van" userId="f7949ac2-728d-41dd-ad7e-3544eb396517" providerId="ADAL" clId="{9A112020-9413-486F-BA5D-75CDAEC9B132}" dt="2024-04-17T14:19:53.332" v="0" actId="47"/>
        <pc:sldMkLst>
          <pc:docMk/>
          <pc:sldMk cId="1055634875" sldId="358"/>
        </pc:sldMkLst>
      </pc:sldChg>
      <pc:sldChg chg="del">
        <pc:chgData name="Mai Cao Van" userId="f7949ac2-728d-41dd-ad7e-3544eb396517" providerId="ADAL" clId="{9A112020-9413-486F-BA5D-75CDAEC9B132}" dt="2024-04-17T14:20:32.404" v="10" actId="47"/>
        <pc:sldMkLst>
          <pc:docMk/>
          <pc:sldMk cId="4183660468" sldId="361"/>
        </pc:sldMkLst>
      </pc:sldChg>
      <pc:sldChg chg="del">
        <pc:chgData name="Mai Cao Van" userId="f7949ac2-728d-41dd-ad7e-3544eb396517" providerId="ADAL" clId="{9A112020-9413-486F-BA5D-75CDAEC9B132}" dt="2024-04-17T14:20:32.404" v="10" actId="47"/>
        <pc:sldMkLst>
          <pc:docMk/>
          <pc:sldMk cId="2722368251" sldId="362"/>
        </pc:sldMkLst>
      </pc:sldChg>
      <pc:sldChg chg="del">
        <pc:chgData name="Mai Cao Van" userId="f7949ac2-728d-41dd-ad7e-3544eb396517" providerId="ADAL" clId="{9A112020-9413-486F-BA5D-75CDAEC9B132}" dt="2024-04-17T14:20:32.404" v="10" actId="47"/>
        <pc:sldMkLst>
          <pc:docMk/>
          <pc:sldMk cId="1691358665" sldId="398"/>
        </pc:sldMkLst>
      </pc:sldChg>
      <pc:sldChg chg="del">
        <pc:chgData name="Mai Cao Van" userId="f7949ac2-728d-41dd-ad7e-3544eb396517" providerId="ADAL" clId="{9A112020-9413-486F-BA5D-75CDAEC9B132}" dt="2024-04-17T14:20:32.404" v="10" actId="47"/>
        <pc:sldMkLst>
          <pc:docMk/>
          <pc:sldMk cId="1487308099" sldId="399"/>
        </pc:sldMkLst>
      </pc:sldChg>
      <pc:sldChg chg="del">
        <pc:chgData name="Mai Cao Van" userId="f7949ac2-728d-41dd-ad7e-3544eb396517" providerId="ADAL" clId="{9A112020-9413-486F-BA5D-75CDAEC9B132}" dt="2024-04-17T14:20:32.404" v="10" actId="47"/>
        <pc:sldMkLst>
          <pc:docMk/>
          <pc:sldMk cId="3240247633" sldId="401"/>
        </pc:sldMkLst>
      </pc:sldChg>
      <pc:sldChg chg="del">
        <pc:chgData name="Mai Cao Van" userId="f7949ac2-728d-41dd-ad7e-3544eb396517" providerId="ADAL" clId="{9A112020-9413-486F-BA5D-75CDAEC9B132}" dt="2024-04-17T14:20:32.404" v="10" actId="47"/>
        <pc:sldMkLst>
          <pc:docMk/>
          <pc:sldMk cId="3602376594" sldId="402"/>
        </pc:sldMkLst>
      </pc:sldChg>
      <pc:sldChg chg="del">
        <pc:chgData name="Mai Cao Van" userId="f7949ac2-728d-41dd-ad7e-3544eb396517" providerId="ADAL" clId="{9A112020-9413-486F-BA5D-75CDAEC9B132}" dt="2024-04-17T14:20:32.404" v="10" actId="47"/>
        <pc:sldMkLst>
          <pc:docMk/>
          <pc:sldMk cId="2873410731" sldId="403"/>
        </pc:sldMkLst>
      </pc:sldChg>
      <pc:sldChg chg="del">
        <pc:chgData name="Mai Cao Van" userId="f7949ac2-728d-41dd-ad7e-3544eb396517" providerId="ADAL" clId="{9A112020-9413-486F-BA5D-75CDAEC9B132}" dt="2024-04-17T14:20:32.404" v="10" actId="47"/>
        <pc:sldMkLst>
          <pc:docMk/>
          <pc:sldMk cId="1470051078" sldId="404"/>
        </pc:sldMkLst>
      </pc:sldChg>
      <pc:sldChg chg="del">
        <pc:chgData name="Mai Cao Van" userId="f7949ac2-728d-41dd-ad7e-3544eb396517" providerId="ADAL" clId="{9A112020-9413-486F-BA5D-75CDAEC9B132}" dt="2024-04-17T14:20:32.404" v="10" actId="47"/>
        <pc:sldMkLst>
          <pc:docMk/>
          <pc:sldMk cId="2584010954" sldId="405"/>
        </pc:sldMkLst>
      </pc:sldChg>
      <pc:sldChg chg="del">
        <pc:chgData name="Mai Cao Van" userId="f7949ac2-728d-41dd-ad7e-3544eb396517" providerId="ADAL" clId="{9A112020-9413-486F-BA5D-75CDAEC9B132}" dt="2024-04-17T14:20:32.404" v="10" actId="47"/>
        <pc:sldMkLst>
          <pc:docMk/>
          <pc:sldMk cId="1894740067" sldId="406"/>
        </pc:sldMkLst>
      </pc:sldChg>
      <pc:sldChg chg="del">
        <pc:chgData name="Mai Cao Van" userId="f7949ac2-728d-41dd-ad7e-3544eb396517" providerId="ADAL" clId="{9A112020-9413-486F-BA5D-75CDAEC9B132}" dt="2024-04-17T14:20:32.404" v="10" actId="47"/>
        <pc:sldMkLst>
          <pc:docMk/>
          <pc:sldMk cId="2019231035" sldId="407"/>
        </pc:sldMkLst>
      </pc:sldChg>
      <pc:sldChg chg="del">
        <pc:chgData name="Mai Cao Van" userId="f7949ac2-728d-41dd-ad7e-3544eb396517" providerId="ADAL" clId="{9A112020-9413-486F-BA5D-75CDAEC9B132}" dt="2024-04-17T14:20:32.404" v="10" actId="47"/>
        <pc:sldMkLst>
          <pc:docMk/>
          <pc:sldMk cId="1385599415" sldId="408"/>
        </pc:sldMkLst>
      </pc:sldChg>
      <pc:sldChg chg="del">
        <pc:chgData name="Mai Cao Van" userId="f7949ac2-728d-41dd-ad7e-3544eb396517" providerId="ADAL" clId="{9A112020-9413-486F-BA5D-75CDAEC9B132}" dt="2024-04-17T14:20:32.404" v="10" actId="47"/>
        <pc:sldMkLst>
          <pc:docMk/>
          <pc:sldMk cId="1364253548" sldId="409"/>
        </pc:sldMkLst>
      </pc:sldChg>
      <pc:sldChg chg="del">
        <pc:chgData name="Mai Cao Van" userId="f7949ac2-728d-41dd-ad7e-3544eb396517" providerId="ADAL" clId="{9A112020-9413-486F-BA5D-75CDAEC9B132}" dt="2024-04-17T14:20:32.404" v="10" actId="47"/>
        <pc:sldMkLst>
          <pc:docMk/>
          <pc:sldMk cId="2121512525" sldId="410"/>
        </pc:sldMkLst>
      </pc:sldChg>
      <pc:sldChg chg="del">
        <pc:chgData name="Mai Cao Van" userId="f7949ac2-728d-41dd-ad7e-3544eb396517" providerId="ADAL" clId="{9A112020-9413-486F-BA5D-75CDAEC9B132}" dt="2024-04-17T14:20:32.404" v="10" actId="47"/>
        <pc:sldMkLst>
          <pc:docMk/>
          <pc:sldMk cId="245239884" sldId="411"/>
        </pc:sldMkLst>
      </pc:sldChg>
      <pc:sldChg chg="del">
        <pc:chgData name="Mai Cao Van" userId="f7949ac2-728d-41dd-ad7e-3544eb396517" providerId="ADAL" clId="{9A112020-9413-486F-BA5D-75CDAEC9B132}" dt="2024-04-17T14:20:32.404" v="10" actId="47"/>
        <pc:sldMkLst>
          <pc:docMk/>
          <pc:sldMk cId="1939551571" sldId="412"/>
        </pc:sldMkLst>
      </pc:sldChg>
      <pc:sldChg chg="del">
        <pc:chgData name="Mai Cao Van" userId="f7949ac2-728d-41dd-ad7e-3544eb396517" providerId="ADAL" clId="{9A112020-9413-486F-BA5D-75CDAEC9B132}" dt="2024-04-17T14:20:32.404" v="10" actId="47"/>
        <pc:sldMkLst>
          <pc:docMk/>
          <pc:sldMk cId="3177181734" sldId="413"/>
        </pc:sldMkLst>
      </pc:sldChg>
      <pc:sldChg chg="del">
        <pc:chgData name="Mai Cao Van" userId="f7949ac2-728d-41dd-ad7e-3544eb396517" providerId="ADAL" clId="{9A112020-9413-486F-BA5D-75CDAEC9B132}" dt="2024-04-17T14:20:32.404" v="10" actId="47"/>
        <pc:sldMkLst>
          <pc:docMk/>
          <pc:sldMk cId="2464186032" sldId="414"/>
        </pc:sldMkLst>
      </pc:sldChg>
      <pc:sldChg chg="del">
        <pc:chgData name="Mai Cao Van" userId="f7949ac2-728d-41dd-ad7e-3544eb396517" providerId="ADAL" clId="{9A112020-9413-486F-BA5D-75CDAEC9B132}" dt="2024-04-17T14:20:32.404" v="10" actId="47"/>
        <pc:sldMkLst>
          <pc:docMk/>
          <pc:sldMk cId="3237174173" sldId="415"/>
        </pc:sldMkLst>
      </pc:sldChg>
      <pc:sldChg chg="del">
        <pc:chgData name="Mai Cao Van" userId="f7949ac2-728d-41dd-ad7e-3544eb396517" providerId="ADAL" clId="{9A112020-9413-486F-BA5D-75CDAEC9B132}" dt="2024-04-17T14:20:32.404" v="10" actId="47"/>
        <pc:sldMkLst>
          <pc:docMk/>
          <pc:sldMk cId="3897491730" sldId="416"/>
        </pc:sldMkLst>
      </pc:sldChg>
      <pc:sldChg chg="del">
        <pc:chgData name="Mai Cao Van" userId="f7949ac2-728d-41dd-ad7e-3544eb396517" providerId="ADAL" clId="{9A112020-9413-486F-BA5D-75CDAEC9B132}" dt="2024-04-17T14:20:32.404" v="10" actId="47"/>
        <pc:sldMkLst>
          <pc:docMk/>
          <pc:sldMk cId="3494990954" sldId="417"/>
        </pc:sldMkLst>
      </pc:sldChg>
      <pc:sldChg chg="del">
        <pc:chgData name="Mai Cao Van" userId="f7949ac2-728d-41dd-ad7e-3544eb396517" providerId="ADAL" clId="{9A112020-9413-486F-BA5D-75CDAEC9B132}" dt="2024-04-17T14:20:32.404" v="10" actId="47"/>
        <pc:sldMkLst>
          <pc:docMk/>
          <pc:sldMk cId="999368100" sldId="418"/>
        </pc:sldMkLst>
      </pc:sldChg>
      <pc:sldChg chg="del">
        <pc:chgData name="Mai Cao Van" userId="f7949ac2-728d-41dd-ad7e-3544eb396517" providerId="ADAL" clId="{9A112020-9413-486F-BA5D-75CDAEC9B132}" dt="2024-04-17T14:20:32.404" v="10" actId="47"/>
        <pc:sldMkLst>
          <pc:docMk/>
          <pc:sldMk cId="915897664" sldId="419"/>
        </pc:sldMkLst>
      </pc:sldChg>
      <pc:sldChg chg="del">
        <pc:chgData name="Mai Cao Van" userId="f7949ac2-728d-41dd-ad7e-3544eb396517" providerId="ADAL" clId="{9A112020-9413-486F-BA5D-75CDAEC9B132}" dt="2024-04-17T14:20:32.404" v="10" actId="47"/>
        <pc:sldMkLst>
          <pc:docMk/>
          <pc:sldMk cId="2916007585" sldId="420"/>
        </pc:sldMkLst>
      </pc:sldChg>
      <pc:sldChg chg="del">
        <pc:chgData name="Mai Cao Van" userId="f7949ac2-728d-41dd-ad7e-3544eb396517" providerId="ADAL" clId="{9A112020-9413-486F-BA5D-75CDAEC9B132}" dt="2024-04-17T14:20:32.404" v="10" actId="47"/>
        <pc:sldMkLst>
          <pc:docMk/>
          <pc:sldMk cId="2662009085" sldId="422"/>
        </pc:sldMkLst>
      </pc:sldChg>
      <pc:sldChg chg="del">
        <pc:chgData name="Mai Cao Van" userId="f7949ac2-728d-41dd-ad7e-3544eb396517" providerId="ADAL" clId="{9A112020-9413-486F-BA5D-75CDAEC9B132}" dt="2024-04-17T14:20:32.404" v="10" actId="47"/>
        <pc:sldMkLst>
          <pc:docMk/>
          <pc:sldMk cId="4202492514" sldId="423"/>
        </pc:sldMkLst>
      </pc:sldChg>
      <pc:sldChg chg="del">
        <pc:chgData name="Mai Cao Van" userId="f7949ac2-728d-41dd-ad7e-3544eb396517" providerId="ADAL" clId="{9A112020-9413-486F-BA5D-75CDAEC9B132}" dt="2024-04-17T14:20:32.404" v="10" actId="47"/>
        <pc:sldMkLst>
          <pc:docMk/>
          <pc:sldMk cId="745303601" sldId="424"/>
        </pc:sldMkLst>
      </pc:sldChg>
      <pc:sldChg chg="del">
        <pc:chgData name="Mai Cao Van" userId="f7949ac2-728d-41dd-ad7e-3544eb396517" providerId="ADAL" clId="{9A112020-9413-486F-BA5D-75CDAEC9B132}" dt="2024-04-17T14:20:32.404" v="10" actId="47"/>
        <pc:sldMkLst>
          <pc:docMk/>
          <pc:sldMk cId="4072253741" sldId="425"/>
        </pc:sldMkLst>
      </pc:sldChg>
      <pc:sldChg chg="del">
        <pc:chgData name="Mai Cao Van" userId="f7949ac2-728d-41dd-ad7e-3544eb396517" providerId="ADAL" clId="{9A112020-9413-486F-BA5D-75CDAEC9B132}" dt="2024-04-17T14:20:32.404" v="10" actId="47"/>
        <pc:sldMkLst>
          <pc:docMk/>
          <pc:sldMk cId="1033780426" sldId="426"/>
        </pc:sldMkLst>
      </pc:sldChg>
      <pc:sldChg chg="del">
        <pc:chgData name="Mai Cao Van" userId="f7949ac2-728d-41dd-ad7e-3544eb396517" providerId="ADAL" clId="{9A112020-9413-486F-BA5D-75CDAEC9B132}" dt="2024-04-17T14:20:32.404" v="10" actId="47"/>
        <pc:sldMkLst>
          <pc:docMk/>
          <pc:sldMk cId="332503861" sldId="427"/>
        </pc:sldMkLst>
      </pc:sldChg>
      <pc:sldChg chg="del">
        <pc:chgData name="Mai Cao Van" userId="f7949ac2-728d-41dd-ad7e-3544eb396517" providerId="ADAL" clId="{9A112020-9413-486F-BA5D-75CDAEC9B132}" dt="2024-04-17T14:20:32.404" v="10" actId="47"/>
        <pc:sldMkLst>
          <pc:docMk/>
          <pc:sldMk cId="778228032" sldId="428"/>
        </pc:sldMkLst>
      </pc:sldChg>
      <pc:sldChg chg="del">
        <pc:chgData name="Mai Cao Van" userId="f7949ac2-728d-41dd-ad7e-3544eb396517" providerId="ADAL" clId="{9A112020-9413-486F-BA5D-75CDAEC9B132}" dt="2024-04-17T14:20:32.404" v="10" actId="47"/>
        <pc:sldMkLst>
          <pc:docMk/>
          <pc:sldMk cId="1621868727" sldId="429"/>
        </pc:sldMkLst>
      </pc:sldChg>
      <pc:sldChg chg="del">
        <pc:chgData name="Mai Cao Van" userId="f7949ac2-728d-41dd-ad7e-3544eb396517" providerId="ADAL" clId="{9A112020-9413-486F-BA5D-75CDAEC9B132}" dt="2024-04-17T14:20:32.404" v="10" actId="47"/>
        <pc:sldMkLst>
          <pc:docMk/>
          <pc:sldMk cId="1674550136" sldId="430"/>
        </pc:sldMkLst>
      </pc:sldChg>
      <pc:sldChg chg="del">
        <pc:chgData name="Mai Cao Van" userId="f7949ac2-728d-41dd-ad7e-3544eb396517" providerId="ADAL" clId="{9A112020-9413-486F-BA5D-75CDAEC9B132}" dt="2024-04-17T14:20:32.404" v="10" actId="47"/>
        <pc:sldMkLst>
          <pc:docMk/>
          <pc:sldMk cId="1578328790" sldId="431"/>
        </pc:sldMkLst>
      </pc:sldChg>
      <pc:sldChg chg="del">
        <pc:chgData name="Mai Cao Van" userId="f7949ac2-728d-41dd-ad7e-3544eb396517" providerId="ADAL" clId="{9A112020-9413-486F-BA5D-75CDAEC9B132}" dt="2024-04-17T14:20:32.404" v="10" actId="47"/>
        <pc:sldMkLst>
          <pc:docMk/>
          <pc:sldMk cId="3077041457" sldId="432"/>
        </pc:sldMkLst>
      </pc:sldChg>
      <pc:sldChg chg="del">
        <pc:chgData name="Mai Cao Van" userId="f7949ac2-728d-41dd-ad7e-3544eb396517" providerId="ADAL" clId="{9A112020-9413-486F-BA5D-75CDAEC9B132}" dt="2024-04-17T14:20:32.404" v="10" actId="47"/>
        <pc:sldMkLst>
          <pc:docMk/>
          <pc:sldMk cId="2721886896" sldId="433"/>
        </pc:sldMkLst>
      </pc:sldChg>
      <pc:sldChg chg="del">
        <pc:chgData name="Mai Cao Van" userId="f7949ac2-728d-41dd-ad7e-3544eb396517" providerId="ADAL" clId="{9A112020-9413-486F-BA5D-75CDAEC9B132}" dt="2024-04-17T14:20:32.404" v="10" actId="47"/>
        <pc:sldMkLst>
          <pc:docMk/>
          <pc:sldMk cId="1000060120" sldId="434"/>
        </pc:sldMkLst>
      </pc:sldChg>
      <pc:sldChg chg="del">
        <pc:chgData name="Mai Cao Van" userId="f7949ac2-728d-41dd-ad7e-3544eb396517" providerId="ADAL" clId="{9A112020-9413-486F-BA5D-75CDAEC9B132}" dt="2024-04-17T14:20:32.404" v="10" actId="47"/>
        <pc:sldMkLst>
          <pc:docMk/>
          <pc:sldMk cId="169364085" sldId="435"/>
        </pc:sldMkLst>
      </pc:sldChg>
      <pc:sldChg chg="del">
        <pc:chgData name="Mai Cao Van" userId="f7949ac2-728d-41dd-ad7e-3544eb396517" providerId="ADAL" clId="{9A112020-9413-486F-BA5D-75CDAEC9B132}" dt="2024-04-17T14:20:32.404" v="10" actId="47"/>
        <pc:sldMkLst>
          <pc:docMk/>
          <pc:sldMk cId="3562749593" sldId="436"/>
        </pc:sldMkLst>
      </pc:sldChg>
      <pc:sldChg chg="del">
        <pc:chgData name="Mai Cao Van" userId="f7949ac2-728d-41dd-ad7e-3544eb396517" providerId="ADAL" clId="{9A112020-9413-486F-BA5D-75CDAEC9B132}" dt="2024-04-17T14:20:32.404" v="10" actId="47"/>
        <pc:sldMkLst>
          <pc:docMk/>
          <pc:sldMk cId="3893443945" sldId="437"/>
        </pc:sldMkLst>
      </pc:sldChg>
      <pc:sldChg chg="del">
        <pc:chgData name="Mai Cao Van" userId="f7949ac2-728d-41dd-ad7e-3544eb396517" providerId="ADAL" clId="{9A112020-9413-486F-BA5D-75CDAEC9B132}" dt="2024-04-17T14:20:32.404" v="10" actId="47"/>
        <pc:sldMkLst>
          <pc:docMk/>
          <pc:sldMk cId="3935142140" sldId="438"/>
        </pc:sldMkLst>
      </pc:sldChg>
      <pc:sldChg chg="del">
        <pc:chgData name="Mai Cao Van" userId="f7949ac2-728d-41dd-ad7e-3544eb396517" providerId="ADAL" clId="{9A112020-9413-486F-BA5D-75CDAEC9B132}" dt="2024-04-17T14:20:32.404" v="10" actId="47"/>
        <pc:sldMkLst>
          <pc:docMk/>
          <pc:sldMk cId="1746830420" sldId="439"/>
        </pc:sldMkLst>
      </pc:sldChg>
      <pc:sldChg chg="del">
        <pc:chgData name="Mai Cao Van" userId="f7949ac2-728d-41dd-ad7e-3544eb396517" providerId="ADAL" clId="{9A112020-9413-486F-BA5D-75CDAEC9B132}" dt="2024-04-17T14:20:32.404" v="10" actId="47"/>
        <pc:sldMkLst>
          <pc:docMk/>
          <pc:sldMk cId="2158526831" sldId="440"/>
        </pc:sldMkLst>
      </pc:sldChg>
      <pc:sldChg chg="del">
        <pc:chgData name="Mai Cao Van" userId="f7949ac2-728d-41dd-ad7e-3544eb396517" providerId="ADAL" clId="{9A112020-9413-486F-BA5D-75CDAEC9B132}" dt="2024-04-17T14:20:32.404" v="10" actId="47"/>
        <pc:sldMkLst>
          <pc:docMk/>
          <pc:sldMk cId="86389077" sldId="441"/>
        </pc:sldMkLst>
      </pc:sldChg>
      <pc:sldChg chg="del">
        <pc:chgData name="Mai Cao Van" userId="f7949ac2-728d-41dd-ad7e-3544eb396517" providerId="ADAL" clId="{9A112020-9413-486F-BA5D-75CDAEC9B132}" dt="2024-04-17T14:20:32.404" v="10" actId="47"/>
        <pc:sldMkLst>
          <pc:docMk/>
          <pc:sldMk cId="3628909499" sldId="442"/>
        </pc:sldMkLst>
      </pc:sldChg>
      <pc:sldChg chg="del">
        <pc:chgData name="Mai Cao Van" userId="f7949ac2-728d-41dd-ad7e-3544eb396517" providerId="ADAL" clId="{9A112020-9413-486F-BA5D-75CDAEC9B132}" dt="2024-04-17T14:20:32.404" v="10" actId="47"/>
        <pc:sldMkLst>
          <pc:docMk/>
          <pc:sldMk cId="4255187822" sldId="443"/>
        </pc:sldMkLst>
      </pc:sldChg>
      <pc:sldChg chg="del">
        <pc:chgData name="Mai Cao Van" userId="f7949ac2-728d-41dd-ad7e-3544eb396517" providerId="ADAL" clId="{9A112020-9413-486F-BA5D-75CDAEC9B132}" dt="2024-04-17T14:20:32.404" v="10" actId="47"/>
        <pc:sldMkLst>
          <pc:docMk/>
          <pc:sldMk cId="1896909249" sldId="444"/>
        </pc:sldMkLst>
      </pc:sldChg>
      <pc:sldChg chg="del">
        <pc:chgData name="Mai Cao Van" userId="f7949ac2-728d-41dd-ad7e-3544eb396517" providerId="ADAL" clId="{9A112020-9413-486F-BA5D-75CDAEC9B132}" dt="2024-04-17T14:20:32.404" v="10" actId="47"/>
        <pc:sldMkLst>
          <pc:docMk/>
          <pc:sldMk cId="1057333704" sldId="445"/>
        </pc:sldMkLst>
      </pc:sldChg>
      <pc:sldChg chg="del">
        <pc:chgData name="Mai Cao Van" userId="f7949ac2-728d-41dd-ad7e-3544eb396517" providerId="ADAL" clId="{9A112020-9413-486F-BA5D-75CDAEC9B132}" dt="2024-04-17T14:20:32.404" v="10" actId="47"/>
        <pc:sldMkLst>
          <pc:docMk/>
          <pc:sldMk cId="3404045078" sldId="4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AD9A4-3449-456F-BCB1-B37D2B162820}" type="datetimeFigureOut">
              <a:rPr lang="vi-VN" smtClean="0"/>
              <a:t>27/08/2025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54DB88-6E80-499D-ABB8-38FBF3AE1A25}" type="slidenum">
              <a:rPr lang="vi-VN" smtClean="0"/>
              <a:t>‹#›</a:t>
            </a:fld>
            <a:endParaRPr lang="vi-VN"/>
          </a:p>
        </p:txBody>
      </p:sp>
    </p:spTree>
    <p:extLst>
      <p:ext uri="{BB962C8B-B14F-4D97-AF65-F5344CB8AC3E}">
        <p14:creationId xmlns:p14="http://schemas.microsoft.com/office/powerpoint/2010/main" val="3884432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1871CC-0A5A-4983-867F-F63CAC6B553F}"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a:extLst>
              <a:ext uri="{FF2B5EF4-FFF2-40B4-BE49-F238E27FC236}">
                <a16:creationId xmlns:a16="http://schemas.microsoft.com/office/drawing/2014/main" id="{61B0B5C0-74F0-4EC6-A51D-11457A899FE7}"/>
              </a:ext>
            </a:extLst>
          </p:cNvPr>
          <p:cNvPicPr>
            <a:picLocks noChangeAspect="1"/>
          </p:cNvPicPr>
          <p:nvPr userDrawn="1"/>
        </p:nvPicPr>
        <p:blipFill>
          <a:blip r:embed="rId2"/>
          <a:stretch>
            <a:fillRect/>
          </a:stretch>
        </p:blipFill>
        <p:spPr>
          <a:xfrm>
            <a:off x="0" y="-11093"/>
            <a:ext cx="12192000" cy="6907648"/>
          </a:xfrm>
          <a:prstGeom prst="rect">
            <a:avLst/>
          </a:prstGeom>
        </p:spPr>
      </p:pic>
      <p:sp>
        <p:nvSpPr>
          <p:cNvPr id="10" name="Title 1">
            <a:extLst>
              <a:ext uri="{FF2B5EF4-FFF2-40B4-BE49-F238E27FC236}">
                <a16:creationId xmlns:a16="http://schemas.microsoft.com/office/drawing/2014/main" id="{91E02220-0385-4125-BDB5-59B8FEFF7654}"/>
              </a:ext>
            </a:extLst>
          </p:cNvPr>
          <p:cNvSpPr>
            <a:spLocks noGrp="1"/>
          </p:cNvSpPr>
          <p:nvPr>
            <p:ph type="title" hasCustomPrompt="1"/>
          </p:nvPr>
        </p:nvSpPr>
        <p:spPr>
          <a:xfrm>
            <a:off x="158932" y="3278144"/>
            <a:ext cx="10515600" cy="549274"/>
          </a:xfrm>
        </p:spPr>
        <p:txBody>
          <a:bodyPr/>
          <a:lstStyle>
            <a:lvl1pPr>
              <a:defRPr>
                <a:solidFill>
                  <a:schemeClr val="bg1"/>
                </a:solidFill>
              </a:defRPr>
            </a:lvl1pPr>
          </a:lstStyle>
          <a:p>
            <a:r>
              <a:rPr lang="en-US" dirty="0"/>
              <a:t>Chapter 1: </a:t>
            </a:r>
          </a:p>
        </p:txBody>
      </p:sp>
    </p:spTree>
    <p:extLst>
      <p:ext uri="{BB962C8B-B14F-4D97-AF65-F5344CB8AC3E}">
        <p14:creationId xmlns:p14="http://schemas.microsoft.com/office/powerpoint/2010/main" val="134330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17305"/>
            <a:ext cx="10515600" cy="549274"/>
          </a:xfrm>
        </p:spPr>
        <p:txBody>
          <a:bodyPr>
            <a:noAutofit/>
          </a:bodyPr>
          <a:lstStyle>
            <a:lvl1pPr>
              <a:defRPr sz="2800" b="1"/>
            </a:lvl1pPr>
          </a:lstStyle>
          <a:p>
            <a:r>
              <a:rPr lang="en-US" dirty="0"/>
              <a:t>Click to edit Master title style</a:t>
            </a:r>
          </a:p>
        </p:txBody>
      </p:sp>
      <p:sp>
        <p:nvSpPr>
          <p:cNvPr id="3" name="Content Placeholder 2"/>
          <p:cNvSpPr>
            <a:spLocks noGrp="1"/>
          </p:cNvSpPr>
          <p:nvPr>
            <p:ph idx="1"/>
          </p:nvPr>
        </p:nvSpPr>
        <p:spPr>
          <a:xfrm>
            <a:off x="838200" y="864303"/>
            <a:ext cx="10515600" cy="5312661"/>
          </a:xfrm>
        </p:spPr>
        <p:txBody>
          <a:bodyPr/>
          <a:lstStyle>
            <a:lvl1pPr>
              <a:defRPr sz="22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89A99EF-8D3C-452B-935C-C3A0B15262A2}"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descr="A black background with text&#10;&#10;Description automatically generated">
            <a:extLst>
              <a:ext uri="{FF2B5EF4-FFF2-40B4-BE49-F238E27FC236}">
                <a16:creationId xmlns:a16="http://schemas.microsoft.com/office/drawing/2014/main" id="{6BF17E32-750A-6C62-EA62-509EF6C9FA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0601" y="177123"/>
            <a:ext cx="2387692" cy="556277"/>
          </a:xfrm>
          <a:prstGeom prst="rect">
            <a:avLst/>
          </a:prstGeom>
        </p:spPr>
      </p:pic>
      <p:grpSp>
        <p:nvGrpSpPr>
          <p:cNvPr id="7" name="Group 6">
            <a:extLst>
              <a:ext uri="{FF2B5EF4-FFF2-40B4-BE49-F238E27FC236}">
                <a16:creationId xmlns:a16="http://schemas.microsoft.com/office/drawing/2014/main" id="{7E78CCE1-A7DE-F222-F3C0-FAB53CC3E40F}"/>
              </a:ext>
            </a:extLst>
          </p:cNvPr>
          <p:cNvGrpSpPr/>
          <p:nvPr userDrawn="1"/>
        </p:nvGrpSpPr>
        <p:grpSpPr>
          <a:xfrm>
            <a:off x="10566400" y="-5737"/>
            <a:ext cx="1625600" cy="1213792"/>
            <a:chOff x="7924800" y="-5737"/>
            <a:chExt cx="1219200" cy="1213792"/>
          </a:xfrm>
        </p:grpSpPr>
        <p:grpSp>
          <p:nvGrpSpPr>
            <p:cNvPr id="8" name="Group 7">
              <a:extLst>
                <a:ext uri="{FF2B5EF4-FFF2-40B4-BE49-F238E27FC236}">
                  <a16:creationId xmlns:a16="http://schemas.microsoft.com/office/drawing/2014/main" id="{EF9A6EB5-51CE-4781-B164-2A67653CBBD5}"/>
                </a:ext>
              </a:extLst>
            </p:cNvPr>
            <p:cNvGrpSpPr/>
            <p:nvPr userDrawn="1"/>
          </p:nvGrpSpPr>
          <p:grpSpPr>
            <a:xfrm rot="10800000">
              <a:off x="8737600" y="-5737"/>
              <a:ext cx="406400" cy="406400"/>
              <a:chOff x="4388744" y="4805680"/>
              <a:chExt cx="406400" cy="406400"/>
            </a:xfrm>
          </p:grpSpPr>
          <p:sp>
            <p:nvSpPr>
              <p:cNvPr id="27" name="Right Triangle 26">
                <a:extLst>
                  <a:ext uri="{FF2B5EF4-FFF2-40B4-BE49-F238E27FC236}">
                    <a16:creationId xmlns:a16="http://schemas.microsoft.com/office/drawing/2014/main" id="{104E3744-FC6E-D772-CB2C-94156FE16F5E}"/>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Right Triangle 27">
                <a:extLst>
                  <a:ext uri="{FF2B5EF4-FFF2-40B4-BE49-F238E27FC236}">
                    <a16:creationId xmlns:a16="http://schemas.microsoft.com/office/drawing/2014/main" id="{8E526613-AFFA-0BE7-1031-5FE07BE21465}"/>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0" name="Group 9">
              <a:extLst>
                <a:ext uri="{FF2B5EF4-FFF2-40B4-BE49-F238E27FC236}">
                  <a16:creationId xmlns:a16="http://schemas.microsoft.com/office/drawing/2014/main" id="{AFEF925B-CCED-3ED6-A724-D231382E7FAE}"/>
                </a:ext>
              </a:extLst>
            </p:cNvPr>
            <p:cNvGrpSpPr/>
            <p:nvPr userDrawn="1"/>
          </p:nvGrpSpPr>
          <p:grpSpPr>
            <a:xfrm rot="10800000">
              <a:off x="8737600" y="395255"/>
              <a:ext cx="406400" cy="406400"/>
              <a:chOff x="4388744" y="4805680"/>
              <a:chExt cx="406400" cy="406400"/>
            </a:xfrm>
          </p:grpSpPr>
          <p:sp>
            <p:nvSpPr>
              <p:cNvPr id="25" name="Right Triangle 24">
                <a:extLst>
                  <a:ext uri="{FF2B5EF4-FFF2-40B4-BE49-F238E27FC236}">
                    <a16:creationId xmlns:a16="http://schemas.microsoft.com/office/drawing/2014/main" id="{85BC3172-424A-A4E4-CB48-10AEBF5908B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ight Triangle 25">
                <a:extLst>
                  <a:ext uri="{FF2B5EF4-FFF2-40B4-BE49-F238E27FC236}">
                    <a16:creationId xmlns:a16="http://schemas.microsoft.com/office/drawing/2014/main" id="{314298E0-6DBD-FD83-9BE9-9C0888F45A6F}"/>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3" name="Group 12">
              <a:extLst>
                <a:ext uri="{FF2B5EF4-FFF2-40B4-BE49-F238E27FC236}">
                  <a16:creationId xmlns:a16="http://schemas.microsoft.com/office/drawing/2014/main" id="{B246E5D2-3503-0CA5-5F0A-EB3B0DF62742}"/>
                </a:ext>
              </a:extLst>
            </p:cNvPr>
            <p:cNvGrpSpPr/>
            <p:nvPr userDrawn="1"/>
          </p:nvGrpSpPr>
          <p:grpSpPr>
            <a:xfrm rot="10800000">
              <a:off x="8737600" y="801655"/>
              <a:ext cx="406400" cy="406400"/>
              <a:chOff x="4388744" y="4805680"/>
              <a:chExt cx="406400" cy="406400"/>
            </a:xfrm>
          </p:grpSpPr>
          <p:sp>
            <p:nvSpPr>
              <p:cNvPr id="23" name="Right Triangle 22">
                <a:extLst>
                  <a:ext uri="{FF2B5EF4-FFF2-40B4-BE49-F238E27FC236}">
                    <a16:creationId xmlns:a16="http://schemas.microsoft.com/office/drawing/2014/main" id="{91C97430-586C-1852-7B7E-CC8BD43C1F3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ight Triangle 23">
                <a:extLst>
                  <a:ext uri="{FF2B5EF4-FFF2-40B4-BE49-F238E27FC236}">
                    <a16:creationId xmlns:a16="http://schemas.microsoft.com/office/drawing/2014/main" id="{DE6DCA86-3931-B1AC-3F66-88107D63265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4" name="Group 13">
              <a:extLst>
                <a:ext uri="{FF2B5EF4-FFF2-40B4-BE49-F238E27FC236}">
                  <a16:creationId xmlns:a16="http://schemas.microsoft.com/office/drawing/2014/main" id="{820317D3-6B3D-2DF1-0986-9A0970332111}"/>
                </a:ext>
              </a:extLst>
            </p:cNvPr>
            <p:cNvGrpSpPr/>
            <p:nvPr userDrawn="1"/>
          </p:nvGrpSpPr>
          <p:grpSpPr>
            <a:xfrm rot="10800000">
              <a:off x="8331200" y="399790"/>
              <a:ext cx="406400" cy="406400"/>
              <a:chOff x="4388744" y="4805680"/>
              <a:chExt cx="406400" cy="406400"/>
            </a:xfrm>
          </p:grpSpPr>
          <p:sp>
            <p:nvSpPr>
              <p:cNvPr id="21" name="Right Triangle 20">
                <a:extLst>
                  <a:ext uri="{FF2B5EF4-FFF2-40B4-BE49-F238E27FC236}">
                    <a16:creationId xmlns:a16="http://schemas.microsoft.com/office/drawing/2014/main" id="{D7B18993-7C91-F71E-F1EB-8E1AD63B2C42}"/>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A1832769-9077-3069-4A71-C6696C21BC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5" name="Group 14">
              <a:extLst>
                <a:ext uri="{FF2B5EF4-FFF2-40B4-BE49-F238E27FC236}">
                  <a16:creationId xmlns:a16="http://schemas.microsoft.com/office/drawing/2014/main" id="{BFDE1C15-F987-A9D6-90C9-FCC16E16565E}"/>
                </a:ext>
              </a:extLst>
            </p:cNvPr>
            <p:cNvGrpSpPr/>
            <p:nvPr userDrawn="1"/>
          </p:nvGrpSpPr>
          <p:grpSpPr>
            <a:xfrm rot="10800000">
              <a:off x="8331200" y="-5737"/>
              <a:ext cx="406400" cy="406400"/>
              <a:chOff x="4388744" y="4805680"/>
              <a:chExt cx="406400" cy="406400"/>
            </a:xfrm>
          </p:grpSpPr>
          <p:sp>
            <p:nvSpPr>
              <p:cNvPr id="19" name="Right Triangle 18">
                <a:extLst>
                  <a:ext uri="{FF2B5EF4-FFF2-40B4-BE49-F238E27FC236}">
                    <a16:creationId xmlns:a16="http://schemas.microsoft.com/office/drawing/2014/main" id="{B3697819-6C2D-176B-5402-026EE5B6ADE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04B90D12-2C70-58C5-9D99-5E46BABC09A5}"/>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6" name="Group 15">
              <a:extLst>
                <a:ext uri="{FF2B5EF4-FFF2-40B4-BE49-F238E27FC236}">
                  <a16:creationId xmlns:a16="http://schemas.microsoft.com/office/drawing/2014/main" id="{46205393-F4AA-F4B4-AD11-0C74DE379B3D}"/>
                </a:ext>
              </a:extLst>
            </p:cNvPr>
            <p:cNvGrpSpPr/>
            <p:nvPr userDrawn="1"/>
          </p:nvGrpSpPr>
          <p:grpSpPr>
            <a:xfrm rot="10800000">
              <a:off x="7924800" y="0"/>
              <a:ext cx="406400" cy="406400"/>
              <a:chOff x="4388744" y="4805680"/>
              <a:chExt cx="406400" cy="406400"/>
            </a:xfrm>
          </p:grpSpPr>
          <p:sp>
            <p:nvSpPr>
              <p:cNvPr id="17" name="Right Triangle 16">
                <a:extLst>
                  <a:ext uri="{FF2B5EF4-FFF2-40B4-BE49-F238E27FC236}">
                    <a16:creationId xmlns:a16="http://schemas.microsoft.com/office/drawing/2014/main" id="{54406F37-F68C-A4C0-E0EF-7C3C6F4796B1}"/>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52350476-19B7-4C57-8D0B-4F30375646D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grpSp>
        <p:nvGrpSpPr>
          <p:cNvPr id="29" name="Group 28">
            <a:extLst>
              <a:ext uri="{FF2B5EF4-FFF2-40B4-BE49-F238E27FC236}">
                <a16:creationId xmlns:a16="http://schemas.microsoft.com/office/drawing/2014/main" id="{DA4D367E-E1F8-341D-D917-08BD1F010572}"/>
              </a:ext>
            </a:extLst>
          </p:cNvPr>
          <p:cNvGrpSpPr/>
          <p:nvPr userDrawn="1"/>
        </p:nvGrpSpPr>
        <p:grpSpPr>
          <a:xfrm>
            <a:off x="0" y="5223817"/>
            <a:ext cx="2167467" cy="1627220"/>
            <a:chOff x="0" y="5223817"/>
            <a:chExt cx="1625600" cy="1627220"/>
          </a:xfrm>
        </p:grpSpPr>
        <p:grpSp>
          <p:nvGrpSpPr>
            <p:cNvPr id="30" name="Group 29">
              <a:extLst>
                <a:ext uri="{FF2B5EF4-FFF2-40B4-BE49-F238E27FC236}">
                  <a16:creationId xmlns:a16="http://schemas.microsoft.com/office/drawing/2014/main" id="{6C158FEA-DEF2-99FD-0979-F462D61695E2}"/>
                </a:ext>
              </a:extLst>
            </p:cNvPr>
            <p:cNvGrpSpPr/>
            <p:nvPr userDrawn="1"/>
          </p:nvGrpSpPr>
          <p:grpSpPr>
            <a:xfrm>
              <a:off x="0" y="6444637"/>
              <a:ext cx="406400" cy="406400"/>
              <a:chOff x="4388744" y="4805680"/>
              <a:chExt cx="406400" cy="406400"/>
            </a:xfrm>
          </p:grpSpPr>
          <p:sp>
            <p:nvSpPr>
              <p:cNvPr id="58" name="Right Triangle 57">
                <a:extLst>
                  <a:ext uri="{FF2B5EF4-FFF2-40B4-BE49-F238E27FC236}">
                    <a16:creationId xmlns:a16="http://schemas.microsoft.com/office/drawing/2014/main" id="{7C6D5D3D-3662-A526-17C5-BFD0909E8140}"/>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Right Triangle 58">
                <a:extLst>
                  <a:ext uri="{FF2B5EF4-FFF2-40B4-BE49-F238E27FC236}">
                    <a16:creationId xmlns:a16="http://schemas.microsoft.com/office/drawing/2014/main" id="{4B987422-BE46-3E2F-0AC8-24EBCC0299B0}"/>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1" name="Group 30">
              <a:extLst>
                <a:ext uri="{FF2B5EF4-FFF2-40B4-BE49-F238E27FC236}">
                  <a16:creationId xmlns:a16="http://schemas.microsoft.com/office/drawing/2014/main" id="{06989AF4-E961-10A8-F915-9DFEC26E085C}"/>
                </a:ext>
              </a:extLst>
            </p:cNvPr>
            <p:cNvGrpSpPr/>
            <p:nvPr userDrawn="1"/>
          </p:nvGrpSpPr>
          <p:grpSpPr>
            <a:xfrm>
              <a:off x="0" y="6036687"/>
              <a:ext cx="406400" cy="406400"/>
              <a:chOff x="4388744" y="4805680"/>
              <a:chExt cx="406400" cy="406400"/>
            </a:xfrm>
          </p:grpSpPr>
          <p:sp>
            <p:nvSpPr>
              <p:cNvPr id="56" name="Right Triangle 55">
                <a:extLst>
                  <a:ext uri="{FF2B5EF4-FFF2-40B4-BE49-F238E27FC236}">
                    <a16:creationId xmlns:a16="http://schemas.microsoft.com/office/drawing/2014/main" id="{C7394C07-0ADF-EEDA-30DD-D0A5219FD07E}"/>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Right Triangle 56">
                <a:extLst>
                  <a:ext uri="{FF2B5EF4-FFF2-40B4-BE49-F238E27FC236}">
                    <a16:creationId xmlns:a16="http://schemas.microsoft.com/office/drawing/2014/main" id="{4D6B85FB-6BC6-0DA1-393E-DDC30EFB0268}"/>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2" name="Group 31">
              <a:extLst>
                <a:ext uri="{FF2B5EF4-FFF2-40B4-BE49-F238E27FC236}">
                  <a16:creationId xmlns:a16="http://schemas.microsoft.com/office/drawing/2014/main" id="{3246BD03-559E-886D-81AC-DBFB87CADBF9}"/>
                </a:ext>
              </a:extLst>
            </p:cNvPr>
            <p:cNvGrpSpPr/>
            <p:nvPr userDrawn="1"/>
          </p:nvGrpSpPr>
          <p:grpSpPr>
            <a:xfrm>
              <a:off x="0" y="5627513"/>
              <a:ext cx="406400" cy="406400"/>
              <a:chOff x="4388744" y="4805680"/>
              <a:chExt cx="406400" cy="406400"/>
            </a:xfrm>
          </p:grpSpPr>
          <p:sp>
            <p:nvSpPr>
              <p:cNvPr id="54" name="Right Triangle 53">
                <a:extLst>
                  <a:ext uri="{FF2B5EF4-FFF2-40B4-BE49-F238E27FC236}">
                    <a16:creationId xmlns:a16="http://schemas.microsoft.com/office/drawing/2014/main" id="{64AB5756-BD28-6111-AFC2-C064394697AA}"/>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Right Triangle 54">
                <a:extLst>
                  <a:ext uri="{FF2B5EF4-FFF2-40B4-BE49-F238E27FC236}">
                    <a16:creationId xmlns:a16="http://schemas.microsoft.com/office/drawing/2014/main" id="{CCF3BB32-E016-3C59-3296-4EA5666D2CA8}"/>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3" name="Group 32">
              <a:extLst>
                <a:ext uri="{FF2B5EF4-FFF2-40B4-BE49-F238E27FC236}">
                  <a16:creationId xmlns:a16="http://schemas.microsoft.com/office/drawing/2014/main" id="{128B65E6-9A0C-F7BE-BC2D-BDD3DD7B8218}"/>
                </a:ext>
              </a:extLst>
            </p:cNvPr>
            <p:cNvGrpSpPr/>
            <p:nvPr userDrawn="1"/>
          </p:nvGrpSpPr>
          <p:grpSpPr>
            <a:xfrm>
              <a:off x="406400" y="6039110"/>
              <a:ext cx="406400" cy="406400"/>
              <a:chOff x="4388744" y="4805680"/>
              <a:chExt cx="406400" cy="406400"/>
            </a:xfrm>
          </p:grpSpPr>
          <p:sp>
            <p:nvSpPr>
              <p:cNvPr id="52" name="Right Triangle 51">
                <a:extLst>
                  <a:ext uri="{FF2B5EF4-FFF2-40B4-BE49-F238E27FC236}">
                    <a16:creationId xmlns:a16="http://schemas.microsoft.com/office/drawing/2014/main" id="{8C6B3CA5-8D03-6992-787E-9636C5AE54D9}"/>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01491534-CB37-A450-3A13-CF46EEAB6A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4" name="Group 33">
              <a:extLst>
                <a:ext uri="{FF2B5EF4-FFF2-40B4-BE49-F238E27FC236}">
                  <a16:creationId xmlns:a16="http://schemas.microsoft.com/office/drawing/2014/main" id="{6116C4A8-5AE4-E1A8-6E48-4A1C5234432D}"/>
                </a:ext>
              </a:extLst>
            </p:cNvPr>
            <p:cNvGrpSpPr/>
            <p:nvPr userDrawn="1"/>
          </p:nvGrpSpPr>
          <p:grpSpPr>
            <a:xfrm>
              <a:off x="406400" y="6444637"/>
              <a:ext cx="406400" cy="406400"/>
              <a:chOff x="4388744" y="4805680"/>
              <a:chExt cx="406400" cy="406400"/>
            </a:xfrm>
          </p:grpSpPr>
          <p:sp>
            <p:nvSpPr>
              <p:cNvPr id="50" name="Right Triangle 49">
                <a:extLst>
                  <a:ext uri="{FF2B5EF4-FFF2-40B4-BE49-F238E27FC236}">
                    <a16:creationId xmlns:a16="http://schemas.microsoft.com/office/drawing/2014/main" id="{032EDF53-67B9-900C-C2F0-BBC97BA72643}"/>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Right Triangle 50">
                <a:extLst>
                  <a:ext uri="{FF2B5EF4-FFF2-40B4-BE49-F238E27FC236}">
                    <a16:creationId xmlns:a16="http://schemas.microsoft.com/office/drawing/2014/main" id="{4860B01E-AAAF-1DB6-003C-7E22ADC21D9A}"/>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5" name="Group 34">
              <a:extLst>
                <a:ext uri="{FF2B5EF4-FFF2-40B4-BE49-F238E27FC236}">
                  <a16:creationId xmlns:a16="http://schemas.microsoft.com/office/drawing/2014/main" id="{E337ABB6-45A0-FED1-0AAC-59A550733ECA}"/>
                </a:ext>
              </a:extLst>
            </p:cNvPr>
            <p:cNvGrpSpPr/>
            <p:nvPr userDrawn="1"/>
          </p:nvGrpSpPr>
          <p:grpSpPr>
            <a:xfrm>
              <a:off x="812800" y="6438900"/>
              <a:ext cx="406400" cy="406400"/>
              <a:chOff x="4388744" y="4805680"/>
              <a:chExt cx="406400" cy="406400"/>
            </a:xfrm>
          </p:grpSpPr>
          <p:sp>
            <p:nvSpPr>
              <p:cNvPr id="48" name="Right Triangle 47">
                <a:extLst>
                  <a:ext uri="{FF2B5EF4-FFF2-40B4-BE49-F238E27FC236}">
                    <a16:creationId xmlns:a16="http://schemas.microsoft.com/office/drawing/2014/main" id="{51E62297-F581-4EDA-971E-CF6196E4934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9" name="Right Triangle 48">
                <a:extLst>
                  <a:ext uri="{FF2B5EF4-FFF2-40B4-BE49-F238E27FC236}">
                    <a16:creationId xmlns:a16="http://schemas.microsoft.com/office/drawing/2014/main" id="{037A4B95-4C76-3379-FE66-7604FC49E7DB}"/>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6" name="Group 35">
              <a:extLst>
                <a:ext uri="{FF2B5EF4-FFF2-40B4-BE49-F238E27FC236}">
                  <a16:creationId xmlns:a16="http://schemas.microsoft.com/office/drawing/2014/main" id="{EB20C747-7466-D5D7-568D-2A3BFAFCDBFB}"/>
                </a:ext>
              </a:extLst>
            </p:cNvPr>
            <p:cNvGrpSpPr/>
            <p:nvPr userDrawn="1"/>
          </p:nvGrpSpPr>
          <p:grpSpPr>
            <a:xfrm>
              <a:off x="0" y="5223817"/>
              <a:ext cx="406400" cy="406400"/>
              <a:chOff x="4388744" y="4805680"/>
              <a:chExt cx="406400" cy="406400"/>
            </a:xfrm>
          </p:grpSpPr>
          <p:sp>
            <p:nvSpPr>
              <p:cNvPr id="46" name="Right Triangle 45">
                <a:extLst>
                  <a:ext uri="{FF2B5EF4-FFF2-40B4-BE49-F238E27FC236}">
                    <a16:creationId xmlns:a16="http://schemas.microsoft.com/office/drawing/2014/main" id="{DB35D46E-FCF1-09E4-645B-AE13B4E0622F}"/>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Right Triangle 46">
                <a:extLst>
                  <a:ext uri="{FF2B5EF4-FFF2-40B4-BE49-F238E27FC236}">
                    <a16:creationId xmlns:a16="http://schemas.microsoft.com/office/drawing/2014/main" id="{B49A6AD1-D826-C7CB-D1D8-20588CC9E0D1}"/>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Group 36">
              <a:extLst>
                <a:ext uri="{FF2B5EF4-FFF2-40B4-BE49-F238E27FC236}">
                  <a16:creationId xmlns:a16="http://schemas.microsoft.com/office/drawing/2014/main" id="{5D65BDAA-B74A-ED26-EBA5-74251871D610}"/>
                </a:ext>
              </a:extLst>
            </p:cNvPr>
            <p:cNvGrpSpPr/>
            <p:nvPr userDrawn="1"/>
          </p:nvGrpSpPr>
          <p:grpSpPr>
            <a:xfrm>
              <a:off x="406400" y="5634752"/>
              <a:ext cx="406400" cy="406400"/>
              <a:chOff x="4388744" y="4805680"/>
              <a:chExt cx="406400" cy="406400"/>
            </a:xfrm>
          </p:grpSpPr>
          <p:sp>
            <p:nvSpPr>
              <p:cNvPr id="44" name="Right Triangle 43">
                <a:extLst>
                  <a:ext uri="{FF2B5EF4-FFF2-40B4-BE49-F238E27FC236}">
                    <a16:creationId xmlns:a16="http://schemas.microsoft.com/office/drawing/2014/main" id="{DFBD8121-710E-1D40-00C8-2B5565B6AD5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Right Triangle 44">
                <a:extLst>
                  <a:ext uri="{FF2B5EF4-FFF2-40B4-BE49-F238E27FC236}">
                    <a16:creationId xmlns:a16="http://schemas.microsoft.com/office/drawing/2014/main" id="{1A9F5181-C41C-5F10-DD79-042329A130E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8" name="Group 37">
              <a:extLst>
                <a:ext uri="{FF2B5EF4-FFF2-40B4-BE49-F238E27FC236}">
                  <a16:creationId xmlns:a16="http://schemas.microsoft.com/office/drawing/2014/main" id="{DB5BA187-B815-DCCA-A175-F6AB12C44120}"/>
                </a:ext>
              </a:extLst>
            </p:cNvPr>
            <p:cNvGrpSpPr/>
            <p:nvPr userDrawn="1"/>
          </p:nvGrpSpPr>
          <p:grpSpPr>
            <a:xfrm>
              <a:off x="795664" y="6038237"/>
              <a:ext cx="406400" cy="406400"/>
              <a:chOff x="4388744" y="4805680"/>
              <a:chExt cx="406400" cy="406400"/>
            </a:xfrm>
          </p:grpSpPr>
          <p:sp>
            <p:nvSpPr>
              <p:cNvPr id="42" name="Right Triangle 41">
                <a:extLst>
                  <a:ext uri="{FF2B5EF4-FFF2-40B4-BE49-F238E27FC236}">
                    <a16:creationId xmlns:a16="http://schemas.microsoft.com/office/drawing/2014/main" id="{6BE3AD03-0CF2-35C6-CC4D-76C769359E09}"/>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Right Triangle 42">
                <a:extLst>
                  <a:ext uri="{FF2B5EF4-FFF2-40B4-BE49-F238E27FC236}">
                    <a16:creationId xmlns:a16="http://schemas.microsoft.com/office/drawing/2014/main" id="{E5C70DCE-2D30-1D7B-37FF-8E01E3974699}"/>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9" name="Group 38">
              <a:extLst>
                <a:ext uri="{FF2B5EF4-FFF2-40B4-BE49-F238E27FC236}">
                  <a16:creationId xmlns:a16="http://schemas.microsoft.com/office/drawing/2014/main" id="{89EC07A9-39B6-2A62-45F8-D31E81902E36}"/>
                </a:ext>
              </a:extLst>
            </p:cNvPr>
            <p:cNvGrpSpPr/>
            <p:nvPr userDrawn="1"/>
          </p:nvGrpSpPr>
          <p:grpSpPr>
            <a:xfrm>
              <a:off x="1219200" y="6433833"/>
              <a:ext cx="406400" cy="406400"/>
              <a:chOff x="4388744" y="4805680"/>
              <a:chExt cx="406400" cy="406400"/>
            </a:xfrm>
          </p:grpSpPr>
          <p:sp>
            <p:nvSpPr>
              <p:cNvPr id="40" name="Right Triangle 39">
                <a:extLst>
                  <a:ext uri="{FF2B5EF4-FFF2-40B4-BE49-F238E27FC236}">
                    <a16:creationId xmlns:a16="http://schemas.microsoft.com/office/drawing/2014/main" id="{13D4CC00-97A2-F50D-DF0C-7CCE44AE394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Right Triangle 40">
                <a:extLst>
                  <a:ext uri="{FF2B5EF4-FFF2-40B4-BE49-F238E27FC236}">
                    <a16:creationId xmlns:a16="http://schemas.microsoft.com/office/drawing/2014/main" id="{B251A9F0-2DBC-52AA-438D-2222805A9A9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60" name="Rectangle 59">
            <a:extLst>
              <a:ext uri="{FF2B5EF4-FFF2-40B4-BE49-F238E27FC236}">
                <a16:creationId xmlns:a16="http://schemas.microsoft.com/office/drawing/2014/main" id="{F96A4DE9-D7F0-3ED7-4C5A-62CC32974557}"/>
              </a:ext>
            </a:extLst>
          </p:cNvPr>
          <p:cNvSpPr/>
          <p:nvPr userDrawn="1"/>
        </p:nvSpPr>
        <p:spPr>
          <a:xfrm>
            <a:off x="838200" y="773819"/>
            <a:ext cx="10244667" cy="76054"/>
          </a:xfrm>
          <a:prstGeom prst="rect">
            <a:avLst/>
          </a:prstGeom>
          <a:gradFill flip="none" rotWithShape="1">
            <a:gsLst>
              <a:gs pos="0">
                <a:schemeClr val="accent3">
                  <a:lumMod val="40000"/>
                  <a:lumOff val="60000"/>
                </a:schemeClr>
              </a:gs>
              <a:gs pos="100000">
                <a:schemeClr val="accent3">
                  <a:lumMod val="6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1" name="Picture 60">
            <a:extLst>
              <a:ext uri="{FF2B5EF4-FFF2-40B4-BE49-F238E27FC236}">
                <a16:creationId xmlns:a16="http://schemas.microsoft.com/office/drawing/2014/main" id="{1D40F12B-C8B7-47FD-9A66-8C604B484DC3}"/>
              </a:ext>
            </a:extLst>
          </p:cNvPr>
          <p:cNvPicPr>
            <a:picLocks noChangeAspect="1"/>
          </p:cNvPicPr>
          <p:nvPr userDrawn="1"/>
        </p:nvPicPr>
        <p:blipFill>
          <a:blip r:embed="rId3"/>
          <a:stretch>
            <a:fillRect/>
          </a:stretch>
        </p:blipFill>
        <p:spPr>
          <a:xfrm rot="16200000">
            <a:off x="-2349455" y="2334255"/>
            <a:ext cx="5240782" cy="541869"/>
          </a:xfrm>
          <a:prstGeom prst="rect">
            <a:avLst/>
          </a:prstGeom>
        </p:spPr>
      </p:pic>
    </p:spTree>
    <p:extLst>
      <p:ext uri="{BB962C8B-B14F-4D97-AF65-F5344CB8AC3E}">
        <p14:creationId xmlns:p14="http://schemas.microsoft.com/office/powerpoint/2010/main" val="3183705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361F7E-FD57-456B-9E1D-D84D10372E3A}"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280117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E75618-61FB-4D94-96B8-BAD5A8A7457A}"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799743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CF10F2-F3BF-4562-89DD-2B10CBD3EE05}" type="datetime1">
              <a:rPr lang="vi-VN" smtClean="0"/>
              <a:t>27/08/2025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320883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FFDAE0-EA4F-42A1-B148-AD9AC22A56DF}" type="datetime1">
              <a:rPr lang="vi-VN" smtClean="0"/>
              <a:t>27/08/2025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692377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67A0B-B56F-4F52-BBCA-98B3D074167B}" type="datetime1">
              <a:rPr lang="vi-VN" smtClean="0"/>
              <a:t>27/08/2025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8613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B3DE86-437B-42AF-8A10-BA5649300010}"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7486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BCE396-3CB5-4BA0-A842-49E646427416}"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247578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B99CBF-0E0B-4833-8FCB-2A6D36E2DE7D}"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72644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B81296-5D61-485A-8F80-0E9D6FAC6189}"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346623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54927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985421"/>
            <a:ext cx="10515600" cy="51915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2245E8-9FF8-49CD-8CA9-21B3335B7E4A}" type="datetime1">
              <a:rPr lang="vi-VN" smtClean="0"/>
              <a:t>27/08/2025</a:t>
            </a:fld>
            <a:endParaRPr lang="vi-V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4A9409-5B7A-4A68-9AEC-D10994391474}" type="slidenum">
              <a:rPr lang="vi-VN" smtClean="0"/>
              <a:t>‹#›</a:t>
            </a:fld>
            <a:endParaRPr lang="vi-VN"/>
          </a:p>
        </p:txBody>
      </p:sp>
    </p:spTree>
    <p:extLst>
      <p:ext uri="{BB962C8B-B14F-4D97-AF65-F5344CB8AC3E}">
        <p14:creationId xmlns:p14="http://schemas.microsoft.com/office/powerpoint/2010/main" val="1650758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3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3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4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F3735-88FE-51EE-7EA1-A930D1D9D4F9}"/>
              </a:ext>
            </a:extLst>
          </p:cNvPr>
          <p:cNvSpPr>
            <a:spLocks noGrp="1"/>
          </p:cNvSpPr>
          <p:nvPr>
            <p:ph type="ctrTitle"/>
          </p:nvPr>
        </p:nvSpPr>
        <p:spPr>
          <a:xfrm>
            <a:off x="848140" y="1"/>
            <a:ext cx="4797286" cy="5274365"/>
          </a:xfrm>
        </p:spPr>
        <p:txBody>
          <a:bodyPr>
            <a:normAutofit/>
          </a:bodyPr>
          <a:lstStyle/>
          <a:p>
            <a:pPr algn="l"/>
            <a:r>
              <a:rPr lang="en-US" b="1" dirty="0"/>
              <a:t>Chapter 3: Logic Gates</a:t>
            </a:r>
            <a:br>
              <a:rPr lang="en-US" dirty="0"/>
            </a:br>
            <a:endParaRPr lang="vi-VN" b="1" dirty="0"/>
          </a:p>
        </p:txBody>
      </p:sp>
      <p:sp>
        <p:nvSpPr>
          <p:cNvPr id="3" name="Slide Number Placeholder 2">
            <a:extLst>
              <a:ext uri="{FF2B5EF4-FFF2-40B4-BE49-F238E27FC236}">
                <a16:creationId xmlns:a16="http://schemas.microsoft.com/office/drawing/2014/main" id="{FD31127D-97D4-0200-8E17-A46606337B08}"/>
              </a:ext>
            </a:extLst>
          </p:cNvPr>
          <p:cNvSpPr>
            <a:spLocks noGrp="1"/>
          </p:cNvSpPr>
          <p:nvPr>
            <p:ph type="sldNum" sz="quarter" idx="12"/>
          </p:nvPr>
        </p:nvSpPr>
        <p:spPr/>
        <p:txBody>
          <a:bodyPr/>
          <a:lstStyle/>
          <a:p>
            <a:fld id="{644A9409-5B7A-4A68-9AEC-D10994391474}" type="slidenum">
              <a:rPr lang="vi-VN" smtClean="0"/>
              <a:t>1</a:t>
            </a:fld>
            <a:endParaRPr lang="vi-VN"/>
          </a:p>
        </p:txBody>
      </p:sp>
    </p:spTree>
    <p:extLst>
      <p:ext uri="{BB962C8B-B14F-4D97-AF65-F5344CB8AC3E}">
        <p14:creationId xmlns:p14="http://schemas.microsoft.com/office/powerpoint/2010/main" val="3190321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838200" y="217305"/>
            <a:ext cx="9201150" cy="549274"/>
          </a:xfrm>
        </p:spPr>
        <p:txBody>
          <a:bodyPr/>
          <a:lstStyle/>
          <a:p>
            <a:pPr lvl="0"/>
            <a:r>
              <a:rPr lang="en-US" dirty="0">
                <a:solidFill>
                  <a:srgbClr val="FF0000"/>
                </a:solidFill>
              </a:rPr>
              <a:t>Chapter Objectives</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838200" y="1037230"/>
            <a:ext cx="11181522" cy="5501684"/>
          </a:xfrm>
        </p:spPr>
        <p:txBody>
          <a:bodyPr>
            <a:noAutofit/>
          </a:bodyPr>
          <a:lstStyle/>
          <a:p>
            <a:pPr marL="0" indent="0" algn="just">
              <a:spcBef>
                <a:spcPts val="0"/>
              </a:spcBef>
              <a:spcAft>
                <a:spcPts val="1800"/>
              </a:spcAft>
              <a:buNone/>
            </a:pPr>
            <a:r>
              <a:rPr lang="en-US" sz="2400" b="1" i="1" dirty="0">
                <a:solidFill>
                  <a:schemeClr val="tx2">
                    <a:lumMod val="50000"/>
                    <a:lumOff val="50000"/>
                  </a:schemeClr>
                </a:solidFill>
                <a:latin typeface="Aptos (Body)"/>
              </a:rPr>
              <a:t>After studying this chapter, students should be able to:</a:t>
            </a:r>
          </a:p>
          <a:p>
            <a:pPr marL="0" marR="0"/>
            <a:r>
              <a:rPr lang="en-US" dirty="0">
                <a:effectLst/>
                <a:latin typeface="Aptos (Body)"/>
                <a:ea typeface="Times New Roman" panose="02020603050405020304" pitchFamily="18" charset="0"/>
              </a:rPr>
              <a:t>Explain the operation of basic logic gates: </a:t>
            </a:r>
            <a:r>
              <a:rPr lang="en-US" b="1" dirty="0">
                <a:effectLst/>
                <a:latin typeface="Aptos (Body)"/>
                <a:ea typeface="Times New Roman" panose="02020603050405020304" pitchFamily="18" charset="0"/>
              </a:rPr>
              <a:t>NOT, AND, OR, NAND, NOR, XOR, and XNOR</a:t>
            </a:r>
            <a:r>
              <a:rPr lang="en-US" dirty="0">
                <a:effectLst/>
                <a:latin typeface="Aptos (Body)"/>
                <a:ea typeface="Times New Roman" panose="02020603050405020304" pitchFamily="18" charset="0"/>
              </a:rPr>
              <a:t>, using Boolean algebra.</a:t>
            </a:r>
          </a:p>
          <a:p>
            <a:pPr marL="0" marR="0"/>
            <a:r>
              <a:rPr lang="en-US" dirty="0">
                <a:effectLst/>
                <a:latin typeface="Aptos (Body)"/>
                <a:ea typeface="Times New Roman" panose="02020603050405020304" pitchFamily="18" charset="0"/>
              </a:rPr>
              <a:t>Identify and use both </a:t>
            </a:r>
            <a:r>
              <a:rPr lang="en-US" b="1" dirty="0">
                <a:effectLst/>
                <a:latin typeface="Aptos (Body)"/>
                <a:ea typeface="Times New Roman" panose="02020603050405020304" pitchFamily="18" charset="0"/>
              </a:rPr>
              <a:t>distinctive shape</a:t>
            </a:r>
            <a:r>
              <a:rPr lang="en-US" dirty="0">
                <a:effectLst/>
                <a:latin typeface="Aptos (Body)"/>
                <a:ea typeface="Times New Roman" panose="02020603050405020304" pitchFamily="18" charset="0"/>
              </a:rPr>
              <a:t> and </a:t>
            </a:r>
            <a:r>
              <a:rPr lang="en-US" b="1" dirty="0">
                <a:effectLst/>
                <a:latin typeface="Aptos (Body)"/>
                <a:ea typeface="Times New Roman" panose="02020603050405020304" pitchFamily="18" charset="0"/>
              </a:rPr>
              <a:t>rectangular outline</a:t>
            </a:r>
            <a:r>
              <a:rPr lang="en-US" dirty="0">
                <a:effectLst/>
                <a:latin typeface="Aptos (Body)"/>
                <a:ea typeface="Times New Roman" panose="02020603050405020304" pitchFamily="18" charset="0"/>
              </a:rPr>
              <a:t> logic gate symbols according to ANSI/IEEE standards.</a:t>
            </a:r>
          </a:p>
          <a:p>
            <a:pPr marL="0" marR="0"/>
            <a:r>
              <a:rPr lang="en-US" dirty="0">
                <a:effectLst/>
                <a:latin typeface="Aptos (Body)"/>
                <a:ea typeface="Times New Roman" panose="02020603050405020304" pitchFamily="18" charset="0"/>
              </a:rPr>
              <a:t>Apply logic gates in </a:t>
            </a:r>
            <a:r>
              <a:rPr lang="en-US" b="1" dirty="0">
                <a:effectLst/>
                <a:latin typeface="Aptos (Body)"/>
                <a:ea typeface="Times New Roman" panose="02020603050405020304" pitchFamily="18" charset="0"/>
              </a:rPr>
              <a:t>simple applications</a:t>
            </a:r>
            <a:r>
              <a:rPr lang="en-US" dirty="0">
                <a:effectLst/>
                <a:latin typeface="Aptos (Body)"/>
                <a:ea typeface="Times New Roman" panose="02020603050405020304" pitchFamily="18" charset="0"/>
              </a:rPr>
              <a:t> and construct </a:t>
            </a:r>
            <a:r>
              <a:rPr lang="en-US" b="1" dirty="0">
                <a:effectLst/>
                <a:latin typeface="Aptos (Body)"/>
                <a:ea typeface="Times New Roman" panose="02020603050405020304" pitchFamily="18" charset="0"/>
              </a:rPr>
              <a:t>timing diagrams</a:t>
            </a:r>
            <a:r>
              <a:rPr lang="en-US" dirty="0">
                <a:effectLst/>
                <a:latin typeface="Aptos (Body)"/>
                <a:ea typeface="Times New Roman" panose="02020603050405020304" pitchFamily="18" charset="0"/>
              </a:rPr>
              <a:t> to show input-output relationships.</a:t>
            </a:r>
          </a:p>
          <a:p>
            <a:pPr marL="0" marR="0"/>
            <a:r>
              <a:rPr lang="en-US" dirty="0">
                <a:effectLst/>
                <a:latin typeface="Aptos (Body)"/>
                <a:ea typeface="Times New Roman" panose="02020603050405020304" pitchFamily="18" charset="0"/>
              </a:rPr>
              <a:t>Introduce the concept of </a:t>
            </a:r>
            <a:r>
              <a:rPr lang="en-US" b="1" dirty="0">
                <a:effectLst/>
                <a:latin typeface="Aptos (Body)"/>
                <a:ea typeface="Times New Roman" panose="02020603050405020304" pitchFamily="18" charset="0"/>
              </a:rPr>
              <a:t>programmable logic</a:t>
            </a:r>
            <a:r>
              <a:rPr lang="en-US" dirty="0">
                <a:effectLst/>
                <a:latin typeface="Aptos (Body)"/>
                <a:ea typeface="Times New Roman" panose="02020603050405020304" pitchFamily="18" charset="0"/>
              </a:rPr>
              <a:t> and compare major IC technologies: </a:t>
            </a:r>
            <a:r>
              <a:rPr lang="en-US" b="1" dirty="0">
                <a:effectLst/>
                <a:latin typeface="Aptos (Body)"/>
                <a:ea typeface="Times New Roman" panose="02020603050405020304" pitchFamily="18" charset="0"/>
              </a:rPr>
              <a:t>CMOS and TTL</a:t>
            </a:r>
            <a:r>
              <a:rPr lang="en-US" dirty="0">
                <a:effectLst/>
                <a:latin typeface="Aptos (Body)"/>
                <a:ea typeface="Times New Roman" panose="02020603050405020304" pitchFamily="18" charset="0"/>
              </a:rPr>
              <a:t>.</a:t>
            </a:r>
          </a:p>
          <a:p>
            <a:pPr marL="0" marR="0"/>
            <a:r>
              <a:rPr lang="en-US" dirty="0">
                <a:effectLst/>
                <a:latin typeface="Aptos (Body)"/>
                <a:ea typeface="Times New Roman" panose="02020603050405020304" pitchFamily="18" charset="0"/>
              </a:rPr>
              <a:t>Define and analyze key characteristics: </a:t>
            </a:r>
            <a:r>
              <a:rPr lang="en-US" b="1" dirty="0">
                <a:effectLst/>
                <a:latin typeface="Aptos (Body)"/>
                <a:ea typeface="Times New Roman" panose="02020603050405020304" pitchFamily="18" charset="0"/>
              </a:rPr>
              <a:t>propagation delay, power dissipation, speed-power product, and fan-out</a:t>
            </a:r>
            <a:r>
              <a:rPr lang="en-US" dirty="0">
                <a:effectLst/>
                <a:latin typeface="Aptos (Body)"/>
                <a:ea typeface="Times New Roman" panose="02020603050405020304" pitchFamily="18" charset="0"/>
              </a:rPr>
              <a:t>.</a:t>
            </a:r>
          </a:p>
          <a:p>
            <a:pPr marL="0" marR="0">
              <a:lnSpc>
                <a:spcPct val="107000"/>
              </a:lnSpc>
              <a:spcBef>
                <a:spcPts val="0"/>
              </a:spcBef>
              <a:spcAft>
                <a:spcPts val="800"/>
              </a:spcAft>
            </a:pPr>
            <a:endParaRPr lang="en-US" dirty="0">
              <a:effectLst/>
              <a:latin typeface="Aptos (Body)"/>
              <a:ea typeface="Calibri" panose="020F0502020204030204" pitchFamily="34" charset="0"/>
              <a:cs typeface="Times New Roman" panose="02020603050405020304" pitchFamily="18" charset="0"/>
            </a:endParaRPr>
          </a:p>
          <a:p>
            <a:pPr marL="0" indent="0">
              <a:lnSpc>
                <a:spcPct val="107000"/>
              </a:lnSpc>
              <a:spcBef>
                <a:spcPts val="0"/>
              </a:spcBef>
              <a:buNone/>
            </a:pPr>
            <a:endParaRPr lang="en-US" dirty="0">
              <a:solidFill>
                <a:srgbClr val="0D0D0D"/>
              </a:solidFill>
              <a:latin typeface="Aptos (Body)"/>
            </a:endParaRPr>
          </a:p>
        </p:txBody>
      </p:sp>
      <p:sp>
        <p:nvSpPr>
          <p:cNvPr id="8" name="Content Placeholder 8">
            <a:extLst>
              <a:ext uri="{FF2B5EF4-FFF2-40B4-BE49-F238E27FC236}">
                <a16:creationId xmlns:a16="http://schemas.microsoft.com/office/drawing/2014/main" id="{7B9C3314-EA8F-4264-A427-B52B4ED40BA8}"/>
              </a:ext>
            </a:extLst>
          </p:cNvPr>
          <p:cNvSpPr txBox="1">
            <a:spLocks/>
          </p:cNvSpPr>
          <p:nvPr/>
        </p:nvSpPr>
        <p:spPr>
          <a:xfrm>
            <a:off x="2152650" y="3941529"/>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3" name="Slide Number Placeholder 2">
            <a:extLst>
              <a:ext uri="{FF2B5EF4-FFF2-40B4-BE49-F238E27FC236}">
                <a16:creationId xmlns:a16="http://schemas.microsoft.com/office/drawing/2014/main" id="{4BBDAF8E-AF0A-A556-8FFA-586CA276C873}"/>
              </a:ext>
            </a:extLst>
          </p:cNvPr>
          <p:cNvSpPr>
            <a:spLocks noGrp="1"/>
          </p:cNvSpPr>
          <p:nvPr>
            <p:ph type="sldNum" sz="quarter" idx="12"/>
          </p:nvPr>
        </p:nvSpPr>
        <p:spPr/>
        <p:txBody>
          <a:bodyPr/>
          <a:lstStyle/>
          <a:p>
            <a:fld id="{644A9409-5B7A-4A68-9AEC-D10994391474}" type="slidenum">
              <a:rPr lang="vi-VN" smtClean="0"/>
              <a:t>2</a:t>
            </a:fld>
            <a:endParaRPr lang="vi-VN"/>
          </a:p>
        </p:txBody>
      </p:sp>
    </p:spTree>
    <p:extLst>
      <p:ext uri="{BB962C8B-B14F-4D97-AF65-F5344CB8AC3E}">
        <p14:creationId xmlns:p14="http://schemas.microsoft.com/office/powerpoint/2010/main" val="2042424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781878" y="217305"/>
            <a:ext cx="9257472" cy="549274"/>
          </a:xfrm>
        </p:spPr>
        <p:txBody>
          <a:bodyPr/>
          <a:lstStyle/>
          <a:p>
            <a:pPr lvl="0"/>
            <a:r>
              <a:rPr lang="en-US" dirty="0">
                <a:solidFill>
                  <a:srgbClr val="FF0000"/>
                </a:solidFill>
              </a:rPr>
              <a:t>Chapter Outline</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1311965" y="926295"/>
            <a:ext cx="10349948" cy="5795182"/>
          </a:xfrm>
        </p:spPr>
        <p:txBody>
          <a:bodyPr>
            <a:noAutofit/>
          </a:bodyPr>
          <a:lstStyle/>
          <a:p>
            <a:pPr marL="0" marR="0" indent="0">
              <a:lnSpc>
                <a:spcPct val="150000"/>
              </a:lnSpc>
              <a:spcBef>
                <a:spcPts val="0"/>
              </a:spcBef>
              <a:spcAft>
                <a:spcPts val="0"/>
              </a:spcAft>
              <a:buNone/>
            </a:pPr>
            <a:r>
              <a:rPr lang="en-US" dirty="0">
                <a:effectLst/>
                <a:latin typeface="Aptos Display (Headings)"/>
                <a:ea typeface="Calibri" panose="020F0502020204030204" pitchFamily="34" charset="0"/>
                <a:cs typeface="Times New Roman" panose="02020603050405020304" pitchFamily="18" charset="0"/>
              </a:rPr>
              <a:t>3.1 The Inverter </a:t>
            </a:r>
          </a:p>
          <a:p>
            <a:pPr marL="0" marR="0" indent="0">
              <a:lnSpc>
                <a:spcPct val="150000"/>
              </a:lnSpc>
              <a:spcBef>
                <a:spcPts val="0"/>
              </a:spcBef>
              <a:spcAft>
                <a:spcPts val="0"/>
              </a:spcAft>
              <a:buNone/>
            </a:pPr>
            <a:r>
              <a:rPr lang="en-US" dirty="0">
                <a:effectLst/>
                <a:latin typeface="Aptos Display (Headings)"/>
                <a:ea typeface="Calibri" panose="020F0502020204030204" pitchFamily="34" charset="0"/>
                <a:cs typeface="Times New Roman" panose="02020603050405020304" pitchFamily="18" charset="0"/>
              </a:rPr>
              <a:t>3.2 The AND Gate </a:t>
            </a:r>
          </a:p>
          <a:p>
            <a:pPr marL="0" marR="0" indent="0">
              <a:lnSpc>
                <a:spcPct val="150000"/>
              </a:lnSpc>
              <a:spcBef>
                <a:spcPts val="0"/>
              </a:spcBef>
              <a:spcAft>
                <a:spcPts val="0"/>
              </a:spcAft>
              <a:buNone/>
            </a:pPr>
            <a:r>
              <a:rPr lang="en-US" dirty="0">
                <a:effectLst/>
                <a:latin typeface="Aptos Display (Headings)"/>
                <a:ea typeface="Calibri" panose="020F0502020204030204" pitchFamily="34" charset="0"/>
                <a:cs typeface="Times New Roman" panose="02020603050405020304" pitchFamily="18" charset="0"/>
              </a:rPr>
              <a:t>3.3 The OR Gate </a:t>
            </a:r>
          </a:p>
          <a:p>
            <a:pPr marL="0" marR="0" indent="0">
              <a:lnSpc>
                <a:spcPct val="150000"/>
              </a:lnSpc>
              <a:spcBef>
                <a:spcPts val="0"/>
              </a:spcBef>
              <a:spcAft>
                <a:spcPts val="0"/>
              </a:spcAft>
              <a:buNone/>
            </a:pPr>
            <a:r>
              <a:rPr lang="en-US" dirty="0">
                <a:effectLst/>
                <a:latin typeface="Aptos Display (Headings)"/>
                <a:ea typeface="Calibri" panose="020F0502020204030204" pitchFamily="34" charset="0"/>
                <a:cs typeface="Times New Roman" panose="02020603050405020304" pitchFamily="18" charset="0"/>
              </a:rPr>
              <a:t>3.4 The NAND Gate </a:t>
            </a:r>
          </a:p>
          <a:p>
            <a:pPr marL="0" marR="0" indent="0">
              <a:lnSpc>
                <a:spcPct val="150000"/>
              </a:lnSpc>
              <a:spcBef>
                <a:spcPts val="0"/>
              </a:spcBef>
              <a:spcAft>
                <a:spcPts val="0"/>
              </a:spcAft>
              <a:buNone/>
            </a:pPr>
            <a:r>
              <a:rPr lang="en-US" dirty="0">
                <a:effectLst/>
                <a:latin typeface="Aptos Display (Headings)"/>
                <a:ea typeface="Calibri" panose="020F0502020204030204" pitchFamily="34" charset="0"/>
                <a:cs typeface="Times New Roman" panose="02020603050405020304" pitchFamily="18" charset="0"/>
              </a:rPr>
              <a:t>3.5 The NOR Gate </a:t>
            </a:r>
          </a:p>
          <a:p>
            <a:pPr marL="0" marR="0" indent="0">
              <a:lnSpc>
                <a:spcPct val="150000"/>
              </a:lnSpc>
              <a:spcBef>
                <a:spcPts val="0"/>
              </a:spcBef>
              <a:spcAft>
                <a:spcPts val="0"/>
              </a:spcAft>
              <a:buNone/>
            </a:pPr>
            <a:r>
              <a:rPr lang="en-US" dirty="0">
                <a:effectLst/>
                <a:latin typeface="Aptos Display (Headings)"/>
                <a:ea typeface="Calibri" panose="020F0502020204030204" pitchFamily="34" charset="0"/>
                <a:cs typeface="Times New Roman" panose="02020603050405020304" pitchFamily="18" charset="0"/>
              </a:rPr>
              <a:t>3.6 The Exclusive-OR and Exclusive-NOR Gates </a:t>
            </a:r>
          </a:p>
          <a:p>
            <a:pPr marL="0" marR="0" indent="0">
              <a:lnSpc>
                <a:spcPct val="150000"/>
              </a:lnSpc>
              <a:spcBef>
                <a:spcPts val="0"/>
              </a:spcBef>
              <a:spcAft>
                <a:spcPts val="0"/>
              </a:spcAft>
              <a:buNone/>
            </a:pPr>
            <a:r>
              <a:rPr lang="en-US" dirty="0">
                <a:effectLst/>
                <a:latin typeface="Aptos Display (Headings)"/>
                <a:ea typeface="Calibri" panose="020F0502020204030204" pitchFamily="34" charset="0"/>
                <a:cs typeface="Times New Roman" panose="02020603050405020304" pitchFamily="18" charset="0"/>
              </a:rPr>
              <a:t>3.7 Programmable Logic </a:t>
            </a:r>
          </a:p>
          <a:p>
            <a:pPr marL="0" marR="0" indent="0">
              <a:lnSpc>
                <a:spcPct val="150000"/>
              </a:lnSpc>
              <a:spcBef>
                <a:spcPts val="0"/>
              </a:spcBef>
              <a:spcAft>
                <a:spcPts val="0"/>
              </a:spcAft>
              <a:buNone/>
            </a:pPr>
            <a:r>
              <a:rPr lang="en-US" dirty="0">
                <a:effectLst/>
                <a:latin typeface="Aptos Display (Headings)"/>
                <a:ea typeface="Calibri" panose="020F0502020204030204" pitchFamily="34" charset="0"/>
                <a:cs typeface="Times New Roman" panose="02020603050405020304" pitchFamily="18" charset="0"/>
              </a:rPr>
              <a:t>3.8 Fixed-Function Logic Gates </a:t>
            </a:r>
          </a:p>
          <a:p>
            <a:pPr marL="0" marR="0" indent="0">
              <a:lnSpc>
                <a:spcPct val="150000"/>
              </a:lnSpc>
              <a:spcBef>
                <a:spcPts val="0"/>
              </a:spcBef>
              <a:spcAft>
                <a:spcPts val="0"/>
              </a:spcAft>
              <a:buNone/>
            </a:pPr>
            <a:r>
              <a:rPr lang="en-US" dirty="0">
                <a:effectLst/>
                <a:latin typeface="Aptos Display (Headings)"/>
                <a:ea typeface="Calibri" panose="020F0502020204030204" pitchFamily="34" charset="0"/>
                <a:cs typeface="Times New Roman" panose="02020603050405020304" pitchFamily="18" charset="0"/>
              </a:rPr>
              <a:t>3.9 Troubleshooting</a:t>
            </a:r>
          </a:p>
          <a:p>
            <a:pPr marL="0" indent="0">
              <a:lnSpc>
                <a:spcPct val="150000"/>
              </a:lnSpc>
              <a:spcBef>
                <a:spcPts val="0"/>
              </a:spcBef>
              <a:spcAft>
                <a:spcPts val="1200"/>
              </a:spcAft>
              <a:buNone/>
            </a:pPr>
            <a:r>
              <a:rPr lang="en-US" dirty="0">
                <a:solidFill>
                  <a:schemeClr val="tx2">
                    <a:lumMod val="75000"/>
                    <a:lumOff val="25000"/>
                  </a:schemeClr>
                </a:solidFill>
                <a:latin typeface="Aptos Display (Headings)"/>
              </a:rPr>
              <a:t>Multiple-choice test and Problems</a:t>
            </a:r>
          </a:p>
        </p:txBody>
      </p:sp>
      <p:sp>
        <p:nvSpPr>
          <p:cNvPr id="8" name="Content Placeholder 8">
            <a:extLst>
              <a:ext uri="{FF2B5EF4-FFF2-40B4-BE49-F238E27FC236}">
                <a16:creationId xmlns:a16="http://schemas.microsoft.com/office/drawing/2014/main" id="{7B9C3314-EA8F-4264-A427-B52B4ED40BA8}"/>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3" name="Slide Number Placeholder 2">
            <a:extLst>
              <a:ext uri="{FF2B5EF4-FFF2-40B4-BE49-F238E27FC236}">
                <a16:creationId xmlns:a16="http://schemas.microsoft.com/office/drawing/2014/main" id="{C895D3F3-2FA5-0262-798E-21155E410D60}"/>
              </a:ext>
            </a:extLst>
          </p:cNvPr>
          <p:cNvSpPr>
            <a:spLocks noGrp="1"/>
          </p:cNvSpPr>
          <p:nvPr>
            <p:ph type="sldNum" sz="quarter" idx="12"/>
          </p:nvPr>
        </p:nvSpPr>
        <p:spPr/>
        <p:txBody>
          <a:bodyPr/>
          <a:lstStyle/>
          <a:p>
            <a:fld id="{644A9409-5B7A-4A68-9AEC-D10994391474}" type="slidenum">
              <a:rPr lang="vi-VN" smtClean="0"/>
              <a:t>3</a:t>
            </a:fld>
            <a:endParaRPr lang="vi-VN"/>
          </a:p>
        </p:txBody>
      </p:sp>
    </p:spTree>
    <p:extLst>
      <p:ext uri="{BB962C8B-B14F-4D97-AF65-F5344CB8AC3E}">
        <p14:creationId xmlns:p14="http://schemas.microsoft.com/office/powerpoint/2010/main" val="150190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1.1. The Inverter </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sz="2400" b="1" i="1" dirty="0">
                <a:solidFill>
                  <a:schemeClr val="tx2">
                    <a:lumMod val="50000"/>
                    <a:lumOff val="50000"/>
                  </a:schemeClr>
                </a:solidFill>
                <a:latin typeface="Aptos (Body)"/>
              </a:rPr>
              <a:t>The inverter (NOT circuit) </a:t>
            </a:r>
            <a:r>
              <a:rPr lang="en-US" b="0" i="0" dirty="0">
                <a:solidFill>
                  <a:srgbClr val="242021"/>
                </a:solidFill>
                <a:effectLst/>
                <a:latin typeface="Aptos (Body)"/>
              </a:rPr>
              <a:t>performs the operation called </a:t>
            </a:r>
            <a:r>
              <a:rPr lang="en-US" b="0" i="1" dirty="0">
                <a:solidFill>
                  <a:srgbClr val="242021"/>
                </a:solidFill>
                <a:effectLst/>
                <a:latin typeface="Aptos (Body)"/>
              </a:rPr>
              <a:t>inversion </a:t>
            </a:r>
            <a:r>
              <a:rPr lang="en-US" b="0" i="0" dirty="0">
                <a:solidFill>
                  <a:srgbClr val="242021"/>
                </a:solidFill>
                <a:effectLst/>
                <a:latin typeface="Aptos (Body)"/>
              </a:rPr>
              <a:t>or </a:t>
            </a:r>
            <a:r>
              <a:rPr lang="en-US" b="0" i="1" dirty="0">
                <a:solidFill>
                  <a:srgbClr val="242021"/>
                </a:solidFill>
                <a:effectLst/>
                <a:latin typeface="Aptos (Body)"/>
              </a:rPr>
              <a:t>complementation. </a:t>
            </a:r>
            <a:r>
              <a:rPr lang="en-US" b="0" i="0" dirty="0">
                <a:solidFill>
                  <a:srgbClr val="242021"/>
                </a:solidFill>
                <a:effectLst/>
                <a:latin typeface="Aptos (Body)"/>
              </a:rPr>
              <a:t>The inverter changes one logic level to the opposite level. In terms of bits, it changes a 1 to a 0 and a 0 to a 1.</a:t>
            </a:r>
            <a:r>
              <a:rPr lang="en-US" dirty="0">
                <a:latin typeface="Aptos (Body)"/>
              </a:rPr>
              <a:t> </a:t>
            </a:r>
          </a:p>
          <a:p>
            <a:pPr marL="0" indent="0">
              <a:buNone/>
            </a:pPr>
            <a:r>
              <a:rPr lang="en-US" sz="2400" b="1" i="1" dirty="0">
                <a:solidFill>
                  <a:schemeClr val="tx2">
                    <a:lumMod val="50000"/>
                    <a:lumOff val="50000"/>
                  </a:schemeClr>
                </a:solidFill>
                <a:latin typeface="Aptos (Body)"/>
              </a:rPr>
              <a:t>Inverter Truth Table </a:t>
            </a:r>
          </a:p>
          <a:p>
            <a:pPr marL="0" indent="0">
              <a:buNone/>
            </a:pPr>
            <a:r>
              <a:rPr lang="en-US" dirty="0">
                <a:solidFill>
                  <a:srgbClr val="242021"/>
                </a:solidFill>
                <a:latin typeface="Aptos (Body)"/>
              </a:rPr>
              <a:t>When a HIGH level is applied to an inverter input, a LOW level will appear on its output. When a LOW level is applied to its input, a HIGH will appear on its output. </a:t>
            </a:r>
            <a:br>
              <a:rPr lang="en-US" dirty="0"/>
            </a:br>
            <a:br>
              <a:rPr lang="en-US" dirty="0"/>
            </a:br>
            <a:br>
              <a:rPr lang="en-US" dirty="0">
                <a:latin typeface="Aptos (Body)"/>
              </a:rPr>
            </a:br>
            <a:br>
              <a:rPr lang="en-US" b="1" i="1" dirty="0">
                <a:solidFill>
                  <a:schemeClr val="tx2">
                    <a:lumMod val="50000"/>
                    <a:lumOff val="50000"/>
                  </a:schemeClr>
                </a:solidFill>
                <a:latin typeface="Aptos (Body)"/>
              </a:rPr>
            </a:br>
            <a:endParaRPr lang="en-US" b="1" i="1" dirty="0">
              <a:solidFill>
                <a:schemeClr val="tx2">
                  <a:lumMod val="50000"/>
                  <a:lumOff val="50000"/>
                </a:schemeClr>
              </a:solidFill>
              <a:latin typeface="Aptos (Body)"/>
            </a:endParaRPr>
          </a:p>
          <a:p>
            <a:pPr marL="0" indent="0">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a:t>
            </a:fld>
            <a:endParaRPr lang="vi-VN" dirty="0"/>
          </a:p>
        </p:txBody>
      </p:sp>
      <p:pic>
        <p:nvPicPr>
          <p:cNvPr id="9" name="Picture 8">
            <a:extLst>
              <a:ext uri="{FF2B5EF4-FFF2-40B4-BE49-F238E27FC236}">
                <a16:creationId xmlns:a16="http://schemas.microsoft.com/office/drawing/2014/main" id="{57135521-BB7C-4EB6-A503-4700CE7905B5}"/>
              </a:ext>
            </a:extLst>
          </p:cNvPr>
          <p:cNvPicPr>
            <a:picLocks noChangeAspect="1"/>
          </p:cNvPicPr>
          <p:nvPr/>
        </p:nvPicPr>
        <p:blipFill>
          <a:blip r:embed="rId2"/>
          <a:stretch>
            <a:fillRect/>
          </a:stretch>
        </p:blipFill>
        <p:spPr>
          <a:xfrm>
            <a:off x="7777234" y="3429000"/>
            <a:ext cx="3301583" cy="2072028"/>
          </a:xfrm>
          <a:prstGeom prst="rect">
            <a:avLst/>
          </a:prstGeom>
        </p:spPr>
      </p:pic>
      <p:pic>
        <p:nvPicPr>
          <p:cNvPr id="10" name="Picture 9">
            <a:extLst>
              <a:ext uri="{FF2B5EF4-FFF2-40B4-BE49-F238E27FC236}">
                <a16:creationId xmlns:a16="http://schemas.microsoft.com/office/drawing/2014/main" id="{E827E9A0-3453-4434-B9F2-CBF415CD19D2}"/>
              </a:ext>
            </a:extLst>
          </p:cNvPr>
          <p:cNvPicPr>
            <a:picLocks noChangeAspect="1"/>
          </p:cNvPicPr>
          <p:nvPr/>
        </p:nvPicPr>
        <p:blipFill>
          <a:blip r:embed="rId3"/>
          <a:stretch>
            <a:fillRect/>
          </a:stretch>
        </p:blipFill>
        <p:spPr>
          <a:xfrm>
            <a:off x="1708634" y="3420917"/>
            <a:ext cx="5234610" cy="2402357"/>
          </a:xfrm>
          <a:prstGeom prst="rect">
            <a:avLst/>
          </a:prstGeom>
        </p:spPr>
      </p:pic>
      <p:pic>
        <p:nvPicPr>
          <p:cNvPr id="11" name="Picture 10">
            <a:extLst>
              <a:ext uri="{FF2B5EF4-FFF2-40B4-BE49-F238E27FC236}">
                <a16:creationId xmlns:a16="http://schemas.microsoft.com/office/drawing/2014/main" id="{D33F4AD6-44F0-4E32-BE42-9B1C4EE77725}"/>
              </a:ext>
            </a:extLst>
          </p:cNvPr>
          <p:cNvPicPr>
            <a:picLocks noChangeAspect="1"/>
          </p:cNvPicPr>
          <p:nvPr/>
        </p:nvPicPr>
        <p:blipFill>
          <a:blip r:embed="rId4"/>
          <a:stretch>
            <a:fillRect/>
          </a:stretch>
        </p:blipFill>
        <p:spPr>
          <a:xfrm>
            <a:off x="2796207" y="6074367"/>
            <a:ext cx="7076663" cy="594472"/>
          </a:xfrm>
          <a:prstGeom prst="rect">
            <a:avLst/>
          </a:prstGeom>
        </p:spPr>
      </p:pic>
    </p:spTree>
    <p:extLst>
      <p:ext uri="{BB962C8B-B14F-4D97-AF65-F5344CB8AC3E}">
        <p14:creationId xmlns:p14="http://schemas.microsoft.com/office/powerpoint/2010/main" val="1229134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1.1. The Inverter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sz="2400" b="1" i="1" dirty="0">
                <a:solidFill>
                  <a:schemeClr val="tx2">
                    <a:lumMod val="50000"/>
                    <a:lumOff val="50000"/>
                  </a:schemeClr>
                </a:solidFill>
                <a:latin typeface="Aptos (Body)"/>
              </a:rPr>
              <a:t>The Inverter Operation</a:t>
            </a:r>
            <a:br>
              <a:rPr lang="en-US" b="0" i="0" dirty="0">
                <a:solidFill>
                  <a:srgbClr val="00803E"/>
                </a:solidFill>
                <a:effectLst/>
                <a:latin typeface="Aptos (Body)"/>
              </a:rPr>
            </a:br>
            <a:r>
              <a:rPr lang="en-US" b="0" i="0" dirty="0">
                <a:solidFill>
                  <a:srgbClr val="242021"/>
                </a:solidFill>
                <a:effectLst/>
                <a:latin typeface="Aptos (Body)"/>
              </a:rPr>
              <a:t>Figure 3–2 shows the output of an inverter for a pulse input, where </a:t>
            </a:r>
            <a:r>
              <a:rPr lang="en-US" b="0" i="1" dirty="0">
                <a:solidFill>
                  <a:srgbClr val="242021"/>
                </a:solidFill>
                <a:effectLst/>
                <a:latin typeface="Aptos (Body)"/>
              </a:rPr>
              <a:t>t</a:t>
            </a:r>
            <a:r>
              <a:rPr lang="en-US" b="0" i="0" dirty="0">
                <a:solidFill>
                  <a:srgbClr val="242021"/>
                </a:solidFill>
                <a:effectLst/>
                <a:latin typeface="Aptos (Body)"/>
              </a:rPr>
              <a:t>1 and </a:t>
            </a:r>
            <a:r>
              <a:rPr lang="en-US" b="0" i="1" dirty="0">
                <a:solidFill>
                  <a:srgbClr val="242021"/>
                </a:solidFill>
                <a:effectLst/>
                <a:latin typeface="Aptos (Body)"/>
              </a:rPr>
              <a:t>t</a:t>
            </a:r>
            <a:r>
              <a:rPr lang="en-US" b="0" i="0" dirty="0">
                <a:solidFill>
                  <a:srgbClr val="242021"/>
                </a:solidFill>
                <a:effectLst/>
                <a:latin typeface="Aptos (Body)"/>
              </a:rPr>
              <a:t>2 indicate the corresponding points on the input and output pulse waveforms.</a:t>
            </a:r>
            <a:r>
              <a:rPr lang="en-US" dirty="0">
                <a:latin typeface="Aptos (Body)"/>
              </a:rPr>
              <a:t> </a:t>
            </a:r>
            <a:br>
              <a:rPr lang="en-US" dirty="0">
                <a:latin typeface="Aptos (Body)"/>
              </a:rPr>
            </a:br>
            <a:r>
              <a:rPr lang="en-US" b="1" i="1" dirty="0">
                <a:solidFill>
                  <a:schemeClr val="tx2">
                    <a:lumMod val="50000"/>
                    <a:lumOff val="50000"/>
                  </a:schemeClr>
                </a:solidFill>
                <a:latin typeface="Aptos (Body)"/>
              </a:rPr>
              <a:t>Timing Diagrams: </a:t>
            </a:r>
            <a:r>
              <a:rPr lang="en-US" dirty="0">
                <a:solidFill>
                  <a:srgbClr val="242021"/>
                </a:solidFill>
                <a:latin typeface="Aptos (Body)"/>
              </a:rPr>
              <a:t>A timing diagram shows how two or more waveforms relate in time. </a:t>
            </a:r>
            <a:br>
              <a:rPr lang="en-US" sz="2100" dirty="0">
                <a:solidFill>
                  <a:srgbClr val="242021"/>
                </a:solidFill>
                <a:latin typeface="Aptos (Body)"/>
              </a:rPr>
            </a:br>
            <a:br>
              <a:rPr lang="en-US" sz="2100" dirty="0">
                <a:solidFill>
                  <a:srgbClr val="242021"/>
                </a:solidFill>
                <a:latin typeface="Aptos (Body)"/>
              </a:rPr>
            </a:br>
            <a:br>
              <a:rPr lang="en-US" sz="2100" dirty="0">
                <a:latin typeface="Aptos (Body)"/>
              </a:rPr>
            </a:b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5</a:t>
            </a:fld>
            <a:endParaRPr lang="vi-VN" dirty="0"/>
          </a:p>
        </p:txBody>
      </p:sp>
      <p:pic>
        <p:nvPicPr>
          <p:cNvPr id="3" name="Picture 2">
            <a:extLst>
              <a:ext uri="{FF2B5EF4-FFF2-40B4-BE49-F238E27FC236}">
                <a16:creationId xmlns:a16="http://schemas.microsoft.com/office/drawing/2014/main" id="{79DC6591-5DA3-4D07-BDA5-4F0DDC7505B4}"/>
              </a:ext>
            </a:extLst>
          </p:cNvPr>
          <p:cNvPicPr>
            <a:picLocks noChangeAspect="1"/>
          </p:cNvPicPr>
          <p:nvPr/>
        </p:nvPicPr>
        <p:blipFill>
          <a:blip r:embed="rId2"/>
          <a:stretch>
            <a:fillRect/>
          </a:stretch>
        </p:blipFill>
        <p:spPr>
          <a:xfrm>
            <a:off x="752275" y="2722046"/>
            <a:ext cx="7982418" cy="2875246"/>
          </a:xfrm>
          <a:prstGeom prst="rect">
            <a:avLst/>
          </a:prstGeom>
        </p:spPr>
      </p:pic>
      <p:pic>
        <p:nvPicPr>
          <p:cNvPr id="5" name="Picture 4">
            <a:extLst>
              <a:ext uri="{FF2B5EF4-FFF2-40B4-BE49-F238E27FC236}">
                <a16:creationId xmlns:a16="http://schemas.microsoft.com/office/drawing/2014/main" id="{184ED1DF-EE7B-4A0B-A4F7-238C36EC81C7}"/>
              </a:ext>
            </a:extLst>
          </p:cNvPr>
          <p:cNvPicPr>
            <a:picLocks noChangeAspect="1"/>
          </p:cNvPicPr>
          <p:nvPr/>
        </p:nvPicPr>
        <p:blipFill>
          <a:blip r:embed="rId3"/>
          <a:stretch>
            <a:fillRect/>
          </a:stretch>
        </p:blipFill>
        <p:spPr>
          <a:xfrm>
            <a:off x="9115906" y="3961229"/>
            <a:ext cx="3076094" cy="2463599"/>
          </a:xfrm>
          <a:prstGeom prst="rect">
            <a:avLst/>
          </a:prstGeom>
        </p:spPr>
      </p:pic>
    </p:spTree>
    <p:extLst>
      <p:ext uri="{BB962C8B-B14F-4D97-AF65-F5344CB8AC3E}">
        <p14:creationId xmlns:p14="http://schemas.microsoft.com/office/powerpoint/2010/main" val="1874151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1.1. The Inverter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sz="2400" b="1" i="1" dirty="0">
                <a:solidFill>
                  <a:schemeClr val="tx2">
                    <a:lumMod val="50000"/>
                    <a:lumOff val="50000"/>
                  </a:schemeClr>
                </a:solidFill>
                <a:latin typeface="Aptos (Body)"/>
              </a:rPr>
              <a:t>Logic Expression for an Inverter: </a:t>
            </a:r>
            <a:r>
              <a:rPr lang="en-US" b="0" i="0" dirty="0">
                <a:effectLst/>
                <a:latin typeface="Aptos (Body)"/>
              </a:rPr>
              <a:t>Boolean algebra uses variables and operators to describe a logic circuit</a:t>
            </a:r>
            <a:r>
              <a:rPr lang="en-US" dirty="0">
                <a:latin typeface="Aptos (Body)"/>
              </a:rPr>
              <a:t> </a:t>
            </a:r>
          </a:p>
          <a:p>
            <a:pPr marL="0" indent="0">
              <a:buNone/>
            </a:pPr>
            <a:endParaRPr lang="en-US" dirty="0">
              <a:latin typeface="Aptos (Body)"/>
            </a:endParaRPr>
          </a:p>
          <a:p>
            <a:pPr marL="0" indent="0">
              <a:buNone/>
            </a:pPr>
            <a:endParaRPr lang="en-US" dirty="0">
              <a:latin typeface="Aptos (Body)"/>
            </a:endParaRPr>
          </a:p>
          <a:p>
            <a:pPr marL="0" indent="0">
              <a:buNone/>
            </a:pPr>
            <a:endParaRPr lang="en-US" dirty="0">
              <a:latin typeface="Aptos (Body)"/>
            </a:endParaRPr>
          </a:p>
          <a:p>
            <a:pPr marL="0" indent="0">
              <a:buNone/>
            </a:pPr>
            <a:endParaRPr lang="en-US" dirty="0">
              <a:latin typeface="Aptos (Body)"/>
            </a:endParaRPr>
          </a:p>
          <a:p>
            <a:pPr marL="0" indent="0">
              <a:buNone/>
            </a:pPr>
            <a:r>
              <a:rPr lang="en-US" sz="2400" b="1" i="1" dirty="0">
                <a:solidFill>
                  <a:schemeClr val="tx2">
                    <a:lumMod val="50000"/>
                    <a:lumOff val="50000"/>
                  </a:schemeClr>
                </a:solidFill>
                <a:latin typeface="Aptos (Body)"/>
              </a:rPr>
              <a:t>An Application </a:t>
            </a:r>
            <a:br>
              <a:rPr lang="en-US" dirty="0"/>
            </a:br>
            <a:br>
              <a:rPr lang="en-US" dirty="0">
                <a:latin typeface="Aptos (Body)"/>
              </a:rPr>
            </a:br>
            <a:endParaRPr lang="en-US" dirty="0">
              <a:latin typeface="Aptos (Body)"/>
            </a:endParaRPr>
          </a:p>
          <a:p>
            <a:pPr marL="0" indent="0">
              <a:buNone/>
            </a:pPr>
            <a:br>
              <a:rPr lang="en-US" dirty="0">
                <a:latin typeface="Aptos (Body)"/>
              </a:rPr>
            </a:br>
            <a:br>
              <a:rPr lang="en-US" b="1" i="1" dirty="0">
                <a:solidFill>
                  <a:schemeClr val="tx2">
                    <a:lumMod val="50000"/>
                    <a:lumOff val="50000"/>
                  </a:schemeClr>
                </a:solidFill>
                <a:latin typeface="Aptos (Body)"/>
              </a:rPr>
            </a:br>
            <a:endParaRPr lang="en-US" b="1" i="1" dirty="0">
              <a:solidFill>
                <a:schemeClr val="tx2">
                  <a:lumMod val="50000"/>
                  <a:lumOff val="50000"/>
                </a:schemeClr>
              </a:solidFill>
              <a:latin typeface="Aptos (Body)"/>
            </a:endParaRPr>
          </a:p>
          <a:p>
            <a:pPr marL="0" indent="0">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6</a:t>
            </a:fld>
            <a:endParaRPr lang="vi-VN" dirty="0"/>
          </a:p>
        </p:txBody>
      </p:sp>
      <p:pic>
        <p:nvPicPr>
          <p:cNvPr id="3" name="Picture 2">
            <a:extLst>
              <a:ext uri="{FF2B5EF4-FFF2-40B4-BE49-F238E27FC236}">
                <a16:creationId xmlns:a16="http://schemas.microsoft.com/office/drawing/2014/main" id="{2F0FEC24-6039-41AE-8C7A-304BE97C7B18}"/>
              </a:ext>
            </a:extLst>
          </p:cNvPr>
          <p:cNvPicPr>
            <a:picLocks noChangeAspect="1"/>
          </p:cNvPicPr>
          <p:nvPr/>
        </p:nvPicPr>
        <p:blipFill>
          <a:blip r:embed="rId2"/>
          <a:stretch>
            <a:fillRect/>
          </a:stretch>
        </p:blipFill>
        <p:spPr>
          <a:xfrm>
            <a:off x="8347704" y="2514422"/>
            <a:ext cx="3210665" cy="1511749"/>
          </a:xfrm>
          <a:prstGeom prst="rect">
            <a:avLst/>
          </a:prstGeom>
        </p:spPr>
      </p:pic>
      <p:pic>
        <p:nvPicPr>
          <p:cNvPr id="5" name="Picture 4">
            <a:extLst>
              <a:ext uri="{FF2B5EF4-FFF2-40B4-BE49-F238E27FC236}">
                <a16:creationId xmlns:a16="http://schemas.microsoft.com/office/drawing/2014/main" id="{9514F03C-F438-4EDE-BD16-B56B7EE61B60}"/>
              </a:ext>
            </a:extLst>
          </p:cNvPr>
          <p:cNvPicPr>
            <a:picLocks noChangeAspect="1"/>
          </p:cNvPicPr>
          <p:nvPr/>
        </p:nvPicPr>
        <p:blipFill>
          <a:blip r:embed="rId3"/>
          <a:stretch>
            <a:fillRect/>
          </a:stretch>
        </p:blipFill>
        <p:spPr>
          <a:xfrm>
            <a:off x="9087782" y="1735938"/>
            <a:ext cx="1205742" cy="602871"/>
          </a:xfrm>
          <a:prstGeom prst="rect">
            <a:avLst/>
          </a:prstGeom>
        </p:spPr>
      </p:pic>
      <p:sp>
        <p:nvSpPr>
          <p:cNvPr id="9" name="TextBox 8">
            <a:extLst>
              <a:ext uri="{FF2B5EF4-FFF2-40B4-BE49-F238E27FC236}">
                <a16:creationId xmlns:a16="http://schemas.microsoft.com/office/drawing/2014/main" id="{198897A4-1DCF-4AAB-8E15-9DB96465D208}"/>
              </a:ext>
            </a:extLst>
          </p:cNvPr>
          <p:cNvSpPr txBox="1"/>
          <p:nvPr/>
        </p:nvSpPr>
        <p:spPr>
          <a:xfrm>
            <a:off x="874644" y="1914526"/>
            <a:ext cx="6858000" cy="1446550"/>
          </a:xfrm>
          <a:prstGeom prst="rect">
            <a:avLst/>
          </a:prstGeom>
          <a:noFill/>
        </p:spPr>
        <p:txBody>
          <a:bodyPr wrap="square">
            <a:spAutoFit/>
          </a:bodyPr>
          <a:lstStyle/>
          <a:p>
            <a:pPr algn="just"/>
            <a:r>
              <a:rPr lang="en-US" sz="2200" dirty="0">
                <a:latin typeface="Aptos (Body)"/>
              </a:rPr>
              <a:t>This expression states that the output is the complement of the input, so if A = 0, then X = 1, and if A = 1, then X = 0. Figure 3–6 illustrates this. The complemented variable A can be read as “A bar” or “not A.” </a:t>
            </a:r>
            <a:endParaRPr lang="en-US" sz="2200" dirty="0"/>
          </a:p>
        </p:txBody>
      </p:sp>
      <p:pic>
        <p:nvPicPr>
          <p:cNvPr id="12" name="Picture 11">
            <a:extLst>
              <a:ext uri="{FF2B5EF4-FFF2-40B4-BE49-F238E27FC236}">
                <a16:creationId xmlns:a16="http://schemas.microsoft.com/office/drawing/2014/main" id="{C643770F-A51B-4595-9ACF-35E4B47CEE73}"/>
              </a:ext>
            </a:extLst>
          </p:cNvPr>
          <p:cNvPicPr>
            <a:picLocks noChangeAspect="1"/>
          </p:cNvPicPr>
          <p:nvPr/>
        </p:nvPicPr>
        <p:blipFill>
          <a:blip r:embed="rId4"/>
          <a:stretch>
            <a:fillRect/>
          </a:stretch>
        </p:blipFill>
        <p:spPr>
          <a:xfrm>
            <a:off x="3367432" y="3638265"/>
            <a:ext cx="4980272" cy="2647505"/>
          </a:xfrm>
          <a:prstGeom prst="rect">
            <a:avLst/>
          </a:prstGeom>
        </p:spPr>
      </p:pic>
      <p:pic>
        <p:nvPicPr>
          <p:cNvPr id="13" name="Picture 12">
            <a:extLst>
              <a:ext uri="{FF2B5EF4-FFF2-40B4-BE49-F238E27FC236}">
                <a16:creationId xmlns:a16="http://schemas.microsoft.com/office/drawing/2014/main" id="{46332668-0A38-43C4-A470-B2B3B1D21FEB}"/>
              </a:ext>
            </a:extLst>
          </p:cNvPr>
          <p:cNvPicPr>
            <a:picLocks noChangeAspect="1"/>
          </p:cNvPicPr>
          <p:nvPr/>
        </p:nvPicPr>
        <p:blipFill>
          <a:blip r:embed="rId5"/>
          <a:stretch>
            <a:fillRect/>
          </a:stretch>
        </p:blipFill>
        <p:spPr>
          <a:xfrm>
            <a:off x="2833587" y="6277308"/>
            <a:ext cx="6363421" cy="571301"/>
          </a:xfrm>
          <a:prstGeom prst="rect">
            <a:avLst/>
          </a:prstGeom>
        </p:spPr>
      </p:pic>
    </p:spTree>
    <p:extLst>
      <p:ext uri="{BB962C8B-B14F-4D97-AF65-F5344CB8AC3E}">
        <p14:creationId xmlns:p14="http://schemas.microsoft.com/office/powerpoint/2010/main" val="3119376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1.2. The AND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73426"/>
            <a:ext cx="10774018" cy="5262062"/>
          </a:xfrm>
        </p:spPr>
        <p:txBody>
          <a:bodyPr>
            <a:normAutofit/>
          </a:bodyPr>
          <a:lstStyle/>
          <a:p>
            <a:pPr marL="0" indent="0">
              <a:buNone/>
            </a:pPr>
            <a:r>
              <a:rPr lang="en-US" b="1" i="1" dirty="0">
                <a:solidFill>
                  <a:schemeClr val="tx2">
                    <a:lumMod val="50000"/>
                    <a:lumOff val="50000"/>
                  </a:schemeClr>
                </a:solidFill>
                <a:latin typeface="Aptos (Body)"/>
              </a:rPr>
              <a:t>The AND gate</a:t>
            </a:r>
            <a:r>
              <a:rPr lang="en-US" b="0" i="0" dirty="0">
                <a:solidFill>
                  <a:srgbClr val="242021"/>
                </a:solidFill>
                <a:effectLst/>
                <a:latin typeface="Times-Roman"/>
              </a:rPr>
              <a:t> </a:t>
            </a:r>
            <a:r>
              <a:rPr lang="en-US" dirty="0">
                <a:solidFill>
                  <a:srgbClr val="242021"/>
                </a:solidFill>
                <a:latin typeface="Aptos (Body)"/>
              </a:rPr>
              <a:t>is one of the basic gates that can be combined to form any logic function. An AND gate can have two or more inputs and performs what is known as logical multiplication. </a:t>
            </a:r>
            <a:br>
              <a:rPr lang="en-US" sz="2100" dirty="0">
                <a:solidFill>
                  <a:srgbClr val="242021"/>
                </a:solidFill>
                <a:latin typeface="Aptos (Body)"/>
              </a:rPr>
            </a:br>
            <a:endParaRPr lang="en-US" sz="2100" dirty="0">
              <a:solidFill>
                <a:srgbClr val="242021"/>
              </a:solidFill>
              <a:latin typeface="Aptos (Body)"/>
            </a:endParaRPr>
          </a:p>
          <a:p>
            <a:pPr marL="0" indent="0">
              <a:buNone/>
            </a:pPr>
            <a:r>
              <a:rPr lang="en-US" b="1" i="1" dirty="0">
                <a:solidFill>
                  <a:schemeClr val="tx2">
                    <a:lumMod val="50000"/>
                    <a:lumOff val="50000"/>
                  </a:schemeClr>
                </a:solidFill>
                <a:latin typeface="Aptos (Body)"/>
              </a:rPr>
              <a:t>AND Gate Truth Table: </a:t>
            </a:r>
            <a:r>
              <a:rPr lang="en-US" dirty="0">
                <a:solidFill>
                  <a:srgbClr val="242021"/>
                </a:solidFill>
                <a:latin typeface="Aptos (Body)"/>
              </a:rPr>
              <a:t>For an AND gate, all HIGH inputs produce </a:t>
            </a:r>
          </a:p>
          <a:p>
            <a:pPr marL="0" indent="0">
              <a:buNone/>
            </a:pPr>
            <a:r>
              <a:rPr lang="en-US" dirty="0">
                <a:solidFill>
                  <a:srgbClr val="242021"/>
                </a:solidFill>
                <a:latin typeface="Aptos (Body)"/>
              </a:rPr>
              <a:t>a HIGH output</a:t>
            </a:r>
            <a:r>
              <a:rPr lang="en-US" sz="2100" dirty="0">
                <a:solidFill>
                  <a:srgbClr val="242021"/>
                </a:solidFill>
                <a:latin typeface="Aptos (Body)"/>
              </a:rPr>
              <a:t>. </a:t>
            </a:r>
            <a:br>
              <a:rPr lang="en-US" sz="2100" dirty="0">
                <a:solidFill>
                  <a:srgbClr val="242021"/>
                </a:solidFill>
                <a:latin typeface="Aptos (Body)"/>
              </a:rPr>
            </a:br>
            <a:br>
              <a:rPr lang="en-US" sz="2100" dirty="0">
                <a:solidFill>
                  <a:srgbClr val="242021"/>
                </a:solidFill>
                <a:latin typeface="Aptos (Body)"/>
              </a:rPr>
            </a:br>
            <a:endParaRPr lang="en-US" sz="2100" dirty="0">
              <a:solidFill>
                <a:srgbClr val="242021"/>
              </a:solidFill>
              <a:latin typeface="Aptos (Body)"/>
            </a:endParaRPr>
          </a:p>
          <a:p>
            <a:pPr marL="0" indent="0">
              <a:buNone/>
            </a:pPr>
            <a:br>
              <a:rPr lang="en-US" sz="2100" dirty="0">
                <a:solidFill>
                  <a:srgbClr val="242021"/>
                </a:solidFill>
                <a:latin typeface="Aptos (Body)"/>
              </a:rPr>
            </a:b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7</a:t>
            </a:fld>
            <a:endParaRPr lang="vi-VN" dirty="0"/>
          </a:p>
        </p:txBody>
      </p:sp>
      <p:pic>
        <p:nvPicPr>
          <p:cNvPr id="7" name="Picture 6">
            <a:extLst>
              <a:ext uri="{FF2B5EF4-FFF2-40B4-BE49-F238E27FC236}">
                <a16:creationId xmlns:a16="http://schemas.microsoft.com/office/drawing/2014/main" id="{06207573-EC51-4D3C-A82D-4B2BED948D93}"/>
              </a:ext>
            </a:extLst>
          </p:cNvPr>
          <p:cNvPicPr>
            <a:picLocks noChangeAspect="1"/>
          </p:cNvPicPr>
          <p:nvPr/>
        </p:nvPicPr>
        <p:blipFill>
          <a:blip r:embed="rId2"/>
          <a:stretch>
            <a:fillRect/>
          </a:stretch>
        </p:blipFill>
        <p:spPr>
          <a:xfrm>
            <a:off x="874644" y="3223668"/>
            <a:ext cx="7430742" cy="2015377"/>
          </a:xfrm>
          <a:prstGeom prst="rect">
            <a:avLst/>
          </a:prstGeom>
        </p:spPr>
      </p:pic>
      <p:pic>
        <p:nvPicPr>
          <p:cNvPr id="9" name="Picture 8">
            <a:extLst>
              <a:ext uri="{FF2B5EF4-FFF2-40B4-BE49-F238E27FC236}">
                <a16:creationId xmlns:a16="http://schemas.microsoft.com/office/drawing/2014/main" id="{791051EB-849B-4455-8E9F-C49F955565F7}"/>
              </a:ext>
            </a:extLst>
          </p:cNvPr>
          <p:cNvPicPr>
            <a:picLocks noChangeAspect="1"/>
          </p:cNvPicPr>
          <p:nvPr/>
        </p:nvPicPr>
        <p:blipFill>
          <a:blip r:embed="rId3"/>
          <a:stretch>
            <a:fillRect/>
          </a:stretch>
        </p:blipFill>
        <p:spPr>
          <a:xfrm>
            <a:off x="8506265" y="2068552"/>
            <a:ext cx="3564782" cy="4057784"/>
          </a:xfrm>
          <a:prstGeom prst="rect">
            <a:avLst/>
          </a:prstGeom>
        </p:spPr>
      </p:pic>
      <p:pic>
        <p:nvPicPr>
          <p:cNvPr id="10" name="Picture 9">
            <a:extLst>
              <a:ext uri="{FF2B5EF4-FFF2-40B4-BE49-F238E27FC236}">
                <a16:creationId xmlns:a16="http://schemas.microsoft.com/office/drawing/2014/main" id="{DE3865B6-C21E-416C-B3B8-540E44A56B1F}"/>
              </a:ext>
            </a:extLst>
          </p:cNvPr>
          <p:cNvPicPr>
            <a:picLocks noChangeAspect="1"/>
          </p:cNvPicPr>
          <p:nvPr/>
        </p:nvPicPr>
        <p:blipFill>
          <a:blip r:embed="rId4"/>
          <a:stretch>
            <a:fillRect/>
          </a:stretch>
        </p:blipFill>
        <p:spPr>
          <a:xfrm>
            <a:off x="1075523" y="5613925"/>
            <a:ext cx="7430742" cy="358247"/>
          </a:xfrm>
          <a:prstGeom prst="rect">
            <a:avLst/>
          </a:prstGeom>
        </p:spPr>
      </p:pic>
    </p:spTree>
    <p:extLst>
      <p:ext uri="{BB962C8B-B14F-4D97-AF65-F5344CB8AC3E}">
        <p14:creationId xmlns:p14="http://schemas.microsoft.com/office/powerpoint/2010/main" val="3425047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1.2. The AND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07809"/>
            <a:ext cx="10774018" cy="5262062"/>
          </a:xfrm>
        </p:spPr>
        <p:txBody>
          <a:bodyPr>
            <a:normAutofit/>
          </a:bodyPr>
          <a:lstStyle/>
          <a:p>
            <a:pPr marL="0" indent="0">
              <a:buNone/>
            </a:pPr>
            <a:r>
              <a:rPr lang="en-US" sz="2400" b="1" i="1" dirty="0">
                <a:solidFill>
                  <a:schemeClr val="tx2">
                    <a:lumMod val="50000"/>
                    <a:lumOff val="50000"/>
                  </a:schemeClr>
                </a:solidFill>
                <a:latin typeface="Aptos (Body)"/>
              </a:rPr>
              <a:t>AND Gate Operation with Waveform Inputs </a:t>
            </a:r>
            <a:br>
              <a:rPr lang="en-US" b="1" i="1" dirty="0">
                <a:solidFill>
                  <a:schemeClr val="tx2">
                    <a:lumMod val="50000"/>
                    <a:lumOff val="50000"/>
                  </a:schemeClr>
                </a:solidFill>
                <a:latin typeface="Aptos (Body)"/>
              </a:rPr>
            </a:br>
            <a:r>
              <a:rPr lang="en-US" dirty="0">
                <a:solidFill>
                  <a:srgbClr val="242021"/>
                </a:solidFill>
                <a:latin typeface="Aptos (Body)"/>
              </a:rPr>
              <a:t>In most applications, the inputs to a gate are not stationary levels but are voltage waveforms that change frequently between HIGH and LOW logic levels. </a:t>
            </a:r>
            <a:br>
              <a:rPr lang="en-US" sz="2100" dirty="0">
                <a:solidFill>
                  <a:srgbClr val="242021"/>
                </a:solidFill>
                <a:latin typeface="Aptos (Body)"/>
              </a:rPr>
            </a:br>
            <a:br>
              <a:rPr lang="en-US" sz="2100" dirty="0">
                <a:solidFill>
                  <a:srgbClr val="242021"/>
                </a:solidFill>
                <a:latin typeface="Aptos (Body)"/>
              </a:rPr>
            </a:b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8</a:t>
            </a:fld>
            <a:endParaRPr lang="vi-VN" dirty="0"/>
          </a:p>
        </p:txBody>
      </p:sp>
      <p:pic>
        <p:nvPicPr>
          <p:cNvPr id="3" name="Picture 2">
            <a:extLst>
              <a:ext uri="{FF2B5EF4-FFF2-40B4-BE49-F238E27FC236}">
                <a16:creationId xmlns:a16="http://schemas.microsoft.com/office/drawing/2014/main" id="{9E17C8B0-FAC7-46FE-9A80-7A52E5281720}"/>
              </a:ext>
            </a:extLst>
          </p:cNvPr>
          <p:cNvPicPr>
            <a:picLocks noChangeAspect="1"/>
          </p:cNvPicPr>
          <p:nvPr/>
        </p:nvPicPr>
        <p:blipFill>
          <a:blip r:embed="rId2"/>
          <a:stretch>
            <a:fillRect/>
          </a:stretch>
        </p:blipFill>
        <p:spPr>
          <a:xfrm>
            <a:off x="1608011" y="2378450"/>
            <a:ext cx="9534202" cy="4315213"/>
          </a:xfrm>
          <a:prstGeom prst="rect">
            <a:avLst/>
          </a:prstGeom>
        </p:spPr>
      </p:pic>
    </p:spTree>
    <p:extLst>
      <p:ext uri="{BB962C8B-B14F-4D97-AF65-F5344CB8AC3E}">
        <p14:creationId xmlns:p14="http://schemas.microsoft.com/office/powerpoint/2010/main" val="1824061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1.2. The AND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73426"/>
            <a:ext cx="10774018" cy="5262062"/>
          </a:xfrm>
        </p:spPr>
        <p:txBody>
          <a:bodyPr>
            <a:normAutofit/>
          </a:bodyPr>
          <a:lstStyle/>
          <a:p>
            <a:pPr marL="0" indent="0">
              <a:buNone/>
            </a:pPr>
            <a:r>
              <a:rPr lang="en-US" sz="2400" b="1" i="1" dirty="0">
                <a:solidFill>
                  <a:schemeClr val="tx2">
                    <a:lumMod val="50000"/>
                    <a:lumOff val="50000"/>
                  </a:schemeClr>
                </a:solidFill>
                <a:latin typeface="Aptos (Body)"/>
              </a:rPr>
              <a:t>Logic Expressions for an AND Gate</a:t>
            </a:r>
            <a:br>
              <a:rPr lang="en-US" b="1" i="1" dirty="0">
                <a:solidFill>
                  <a:schemeClr val="tx2">
                    <a:lumMod val="50000"/>
                    <a:lumOff val="50000"/>
                  </a:schemeClr>
                </a:solidFill>
                <a:latin typeface="Aptos (Body)"/>
              </a:rPr>
            </a:br>
            <a:r>
              <a:rPr lang="en-US" dirty="0">
                <a:solidFill>
                  <a:srgbClr val="242021"/>
                </a:solidFill>
                <a:latin typeface="Aptos (Body)"/>
              </a:rPr>
              <a:t>The logical AND function of two variables is represented mathematically either by placing a dot between the two variables, as A x B, or by simply writing the adjacent letters without the dot, as AB. </a:t>
            </a:r>
            <a:br>
              <a:rPr lang="en-US" dirty="0">
                <a:solidFill>
                  <a:srgbClr val="242021"/>
                </a:solidFill>
                <a:latin typeface="Aptos (Body)"/>
              </a:rPr>
            </a:br>
            <a:br>
              <a:rPr lang="en-US" sz="2100" dirty="0">
                <a:solidFill>
                  <a:srgbClr val="242021"/>
                </a:solidFill>
                <a:latin typeface="Aptos (Body)"/>
              </a:rPr>
            </a:br>
            <a:endParaRPr lang="en-US" sz="2100" dirty="0">
              <a:solidFill>
                <a:srgbClr val="242021"/>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9</a:t>
            </a:fld>
            <a:endParaRPr lang="vi-VN" dirty="0"/>
          </a:p>
        </p:txBody>
      </p:sp>
      <p:pic>
        <p:nvPicPr>
          <p:cNvPr id="5" name="Picture 4">
            <a:extLst>
              <a:ext uri="{FF2B5EF4-FFF2-40B4-BE49-F238E27FC236}">
                <a16:creationId xmlns:a16="http://schemas.microsoft.com/office/drawing/2014/main" id="{13B5FC8A-D38F-42F1-A7AF-7ACFFAAF2D4E}"/>
              </a:ext>
            </a:extLst>
          </p:cNvPr>
          <p:cNvPicPr>
            <a:picLocks noChangeAspect="1"/>
          </p:cNvPicPr>
          <p:nvPr/>
        </p:nvPicPr>
        <p:blipFill>
          <a:blip r:embed="rId2"/>
          <a:stretch>
            <a:fillRect/>
          </a:stretch>
        </p:blipFill>
        <p:spPr>
          <a:xfrm>
            <a:off x="3502013" y="2916470"/>
            <a:ext cx="1503485" cy="627687"/>
          </a:xfrm>
          <a:prstGeom prst="rect">
            <a:avLst/>
          </a:prstGeom>
        </p:spPr>
      </p:pic>
      <p:pic>
        <p:nvPicPr>
          <p:cNvPr id="7" name="Picture 6">
            <a:extLst>
              <a:ext uri="{FF2B5EF4-FFF2-40B4-BE49-F238E27FC236}">
                <a16:creationId xmlns:a16="http://schemas.microsoft.com/office/drawing/2014/main" id="{0022D732-FDC6-4449-AA70-13588E673F3E}"/>
              </a:ext>
            </a:extLst>
          </p:cNvPr>
          <p:cNvPicPr>
            <a:picLocks noChangeAspect="1"/>
          </p:cNvPicPr>
          <p:nvPr/>
        </p:nvPicPr>
        <p:blipFill>
          <a:blip r:embed="rId3"/>
          <a:stretch>
            <a:fillRect/>
          </a:stretch>
        </p:blipFill>
        <p:spPr>
          <a:xfrm>
            <a:off x="993913" y="4897315"/>
            <a:ext cx="9833114" cy="1930585"/>
          </a:xfrm>
          <a:prstGeom prst="rect">
            <a:avLst/>
          </a:prstGeom>
        </p:spPr>
      </p:pic>
      <p:pic>
        <p:nvPicPr>
          <p:cNvPr id="9" name="Picture 8">
            <a:extLst>
              <a:ext uri="{FF2B5EF4-FFF2-40B4-BE49-F238E27FC236}">
                <a16:creationId xmlns:a16="http://schemas.microsoft.com/office/drawing/2014/main" id="{E22EDB64-0878-4F39-A5E9-6F0EFCFCE7FE}"/>
              </a:ext>
            </a:extLst>
          </p:cNvPr>
          <p:cNvPicPr>
            <a:picLocks noChangeAspect="1"/>
          </p:cNvPicPr>
          <p:nvPr/>
        </p:nvPicPr>
        <p:blipFill>
          <a:blip r:embed="rId4"/>
          <a:stretch>
            <a:fillRect/>
          </a:stretch>
        </p:blipFill>
        <p:spPr>
          <a:xfrm>
            <a:off x="6029738" y="2409275"/>
            <a:ext cx="3574765" cy="2250778"/>
          </a:xfrm>
          <a:prstGeom prst="rect">
            <a:avLst/>
          </a:prstGeom>
        </p:spPr>
      </p:pic>
    </p:spTree>
    <p:extLst>
      <p:ext uri="{BB962C8B-B14F-4D97-AF65-F5344CB8AC3E}">
        <p14:creationId xmlns:p14="http://schemas.microsoft.com/office/powerpoint/2010/main" val="3619430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1.2. The AND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73426"/>
            <a:ext cx="10774018" cy="5262062"/>
          </a:xfrm>
        </p:spPr>
        <p:txBody>
          <a:bodyPr>
            <a:normAutofit/>
          </a:bodyPr>
          <a:lstStyle/>
          <a:p>
            <a:pPr marL="0" indent="0">
              <a:buNone/>
            </a:pPr>
            <a:r>
              <a:rPr lang="en-US" sz="2400" b="1" i="1" dirty="0">
                <a:solidFill>
                  <a:schemeClr val="tx2">
                    <a:lumMod val="50000"/>
                    <a:lumOff val="50000"/>
                  </a:schemeClr>
                </a:solidFill>
                <a:latin typeface="Aptos (Body)"/>
              </a:rPr>
              <a:t>The Applications</a:t>
            </a:r>
            <a:br>
              <a:rPr lang="en-US" b="0" i="0" dirty="0">
                <a:solidFill>
                  <a:srgbClr val="00803E"/>
                </a:solidFill>
                <a:effectLst/>
                <a:latin typeface="Aptos (Body)"/>
              </a:rPr>
            </a:br>
            <a:r>
              <a:rPr lang="en-US" b="1" i="0" dirty="0">
                <a:effectLst/>
                <a:latin typeface="Aptos (Body)"/>
              </a:rPr>
              <a:t>The AND Gate as an Enable/Inhibit Device</a:t>
            </a:r>
            <a:r>
              <a:rPr lang="en-US" dirty="0">
                <a:latin typeface="Aptos (Body)"/>
              </a:rPr>
              <a:t> </a:t>
            </a:r>
          </a:p>
          <a:p>
            <a:pPr marL="0" indent="0">
              <a:buNone/>
            </a:pPr>
            <a:r>
              <a:rPr lang="en-US" dirty="0">
                <a:solidFill>
                  <a:srgbClr val="242021"/>
                </a:solidFill>
                <a:latin typeface="Aptos (Body)"/>
              </a:rPr>
              <a:t>A common application of the AND gate is to enable (that is, to allow) the passage of a signal (pulse waveform) from one point to another at certain times and to inhibit (prevent) the passage at other times. </a:t>
            </a:r>
            <a:br>
              <a:rPr lang="en-US" sz="2100" dirty="0">
                <a:solidFill>
                  <a:srgbClr val="242021"/>
                </a:solidFill>
                <a:latin typeface="Aptos (Body)"/>
              </a:rPr>
            </a:br>
            <a:br>
              <a:rPr lang="en-US" sz="2100" dirty="0">
                <a:solidFill>
                  <a:srgbClr val="242021"/>
                </a:solidFill>
                <a:latin typeface="Aptos (Body)"/>
              </a:rPr>
            </a:b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10</a:t>
            </a:fld>
            <a:endParaRPr lang="vi-VN" dirty="0"/>
          </a:p>
        </p:txBody>
      </p:sp>
      <p:pic>
        <p:nvPicPr>
          <p:cNvPr id="3" name="Picture 2">
            <a:extLst>
              <a:ext uri="{FF2B5EF4-FFF2-40B4-BE49-F238E27FC236}">
                <a16:creationId xmlns:a16="http://schemas.microsoft.com/office/drawing/2014/main" id="{D30F41DE-5F7A-4220-8217-A667AC714050}"/>
              </a:ext>
            </a:extLst>
          </p:cNvPr>
          <p:cNvPicPr>
            <a:picLocks noChangeAspect="1"/>
          </p:cNvPicPr>
          <p:nvPr/>
        </p:nvPicPr>
        <p:blipFill>
          <a:blip r:embed="rId2"/>
          <a:stretch>
            <a:fillRect/>
          </a:stretch>
        </p:blipFill>
        <p:spPr>
          <a:xfrm>
            <a:off x="2678922" y="2758279"/>
            <a:ext cx="8492661" cy="4022264"/>
          </a:xfrm>
          <a:prstGeom prst="rect">
            <a:avLst/>
          </a:prstGeom>
        </p:spPr>
      </p:pic>
    </p:spTree>
    <p:extLst>
      <p:ext uri="{BB962C8B-B14F-4D97-AF65-F5344CB8AC3E}">
        <p14:creationId xmlns:p14="http://schemas.microsoft.com/office/powerpoint/2010/main" val="3628269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1.2. The AND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73426"/>
            <a:ext cx="10774018" cy="5262062"/>
          </a:xfrm>
        </p:spPr>
        <p:txBody>
          <a:bodyPr>
            <a:normAutofit/>
          </a:bodyPr>
          <a:lstStyle/>
          <a:p>
            <a:pPr marL="0" indent="0">
              <a:buNone/>
            </a:pPr>
            <a:r>
              <a:rPr lang="en-US" sz="2400" b="1" i="1" dirty="0">
                <a:solidFill>
                  <a:schemeClr val="tx2">
                    <a:lumMod val="50000"/>
                    <a:lumOff val="50000"/>
                  </a:schemeClr>
                </a:solidFill>
                <a:latin typeface="Aptos (Body)"/>
              </a:rPr>
              <a:t>The Applications</a:t>
            </a:r>
            <a:br>
              <a:rPr lang="en-US" b="0" i="0" dirty="0">
                <a:solidFill>
                  <a:srgbClr val="00803E"/>
                </a:solidFill>
                <a:effectLst/>
                <a:latin typeface="Aptos (Body)"/>
              </a:rPr>
            </a:br>
            <a:r>
              <a:rPr lang="en-US" b="1" dirty="0">
                <a:latin typeface="Aptos (Body)"/>
              </a:rPr>
              <a:t>A Seat Belt Alarm System: </a:t>
            </a:r>
            <a:r>
              <a:rPr lang="en-US" dirty="0">
                <a:solidFill>
                  <a:srgbClr val="242021"/>
                </a:solidFill>
                <a:latin typeface="Aptos (Body)"/>
              </a:rPr>
              <a:t>An AND gate is used in a simple automobile seat belt alarm system to detect when the ignition switch is on and the seat belt is unbuckled. </a:t>
            </a:r>
            <a:br>
              <a:rPr lang="en-US" sz="2100" dirty="0">
                <a:solidFill>
                  <a:srgbClr val="242021"/>
                </a:solidFill>
                <a:latin typeface="Aptos (Body)"/>
              </a:rPr>
            </a:br>
            <a:r>
              <a:rPr lang="en-US" sz="2100" dirty="0">
                <a:solidFill>
                  <a:srgbClr val="242021"/>
                </a:solidFill>
                <a:latin typeface="Aptos (Body)"/>
              </a:rPr>
              <a:t> </a:t>
            </a:r>
            <a:br>
              <a:rPr lang="en-US" sz="2100" dirty="0">
                <a:solidFill>
                  <a:srgbClr val="242021"/>
                </a:solidFill>
                <a:latin typeface="Aptos (Body)"/>
              </a:rPr>
            </a:br>
            <a:endParaRPr lang="en-US" sz="2100" dirty="0">
              <a:solidFill>
                <a:srgbClr val="242021"/>
              </a:solidFill>
              <a:latin typeface="Aptos (Body)"/>
            </a:endParaRPr>
          </a:p>
          <a:p>
            <a:pPr marL="0" indent="0">
              <a:buNone/>
            </a:pP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11</a:t>
            </a:fld>
            <a:endParaRPr lang="vi-VN" dirty="0"/>
          </a:p>
        </p:txBody>
      </p:sp>
      <p:pic>
        <p:nvPicPr>
          <p:cNvPr id="3" name="Picture 2">
            <a:extLst>
              <a:ext uri="{FF2B5EF4-FFF2-40B4-BE49-F238E27FC236}">
                <a16:creationId xmlns:a16="http://schemas.microsoft.com/office/drawing/2014/main" id="{AF90D146-9B51-4317-AB7E-EBBCB6989C54}"/>
              </a:ext>
            </a:extLst>
          </p:cNvPr>
          <p:cNvPicPr>
            <a:picLocks noChangeAspect="1"/>
          </p:cNvPicPr>
          <p:nvPr/>
        </p:nvPicPr>
        <p:blipFill>
          <a:blip r:embed="rId2"/>
          <a:stretch>
            <a:fillRect/>
          </a:stretch>
        </p:blipFill>
        <p:spPr>
          <a:xfrm>
            <a:off x="2152650" y="2435394"/>
            <a:ext cx="9276522" cy="3869874"/>
          </a:xfrm>
          <a:prstGeom prst="rect">
            <a:avLst/>
          </a:prstGeom>
        </p:spPr>
      </p:pic>
      <p:pic>
        <p:nvPicPr>
          <p:cNvPr id="5" name="Picture 4">
            <a:extLst>
              <a:ext uri="{FF2B5EF4-FFF2-40B4-BE49-F238E27FC236}">
                <a16:creationId xmlns:a16="http://schemas.microsoft.com/office/drawing/2014/main" id="{BF51CFB0-C721-4703-BE38-21416DCA1A7B}"/>
              </a:ext>
            </a:extLst>
          </p:cNvPr>
          <p:cNvPicPr>
            <a:picLocks noChangeAspect="1"/>
          </p:cNvPicPr>
          <p:nvPr/>
        </p:nvPicPr>
        <p:blipFill>
          <a:blip r:embed="rId3"/>
          <a:stretch>
            <a:fillRect/>
          </a:stretch>
        </p:blipFill>
        <p:spPr>
          <a:xfrm>
            <a:off x="3514345" y="6335488"/>
            <a:ext cx="7325934" cy="510518"/>
          </a:xfrm>
          <a:prstGeom prst="rect">
            <a:avLst/>
          </a:prstGeom>
        </p:spPr>
      </p:pic>
    </p:spTree>
    <p:extLst>
      <p:ext uri="{BB962C8B-B14F-4D97-AF65-F5344CB8AC3E}">
        <p14:creationId xmlns:p14="http://schemas.microsoft.com/office/powerpoint/2010/main" val="527977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1.3. The OR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5" y="1086678"/>
            <a:ext cx="10919790" cy="5248810"/>
          </a:xfrm>
        </p:spPr>
        <p:txBody>
          <a:bodyPr>
            <a:normAutofit/>
          </a:bodyPr>
          <a:lstStyle/>
          <a:p>
            <a:pPr marL="0" indent="0">
              <a:buNone/>
            </a:pPr>
            <a:r>
              <a:rPr lang="en-US" b="1" i="1" dirty="0">
                <a:solidFill>
                  <a:schemeClr val="tx2">
                    <a:lumMod val="50000"/>
                    <a:lumOff val="50000"/>
                  </a:schemeClr>
                </a:solidFill>
                <a:latin typeface="Aptos (Body)"/>
              </a:rPr>
              <a:t>The OR gate</a:t>
            </a:r>
            <a:r>
              <a:rPr lang="en-US" b="0" i="0" dirty="0">
                <a:solidFill>
                  <a:srgbClr val="242021"/>
                </a:solidFill>
                <a:effectLst/>
                <a:latin typeface="Aptos (Body)"/>
              </a:rPr>
              <a:t> is another of the basic gates from which all logic functions are constructed. An OR gate can have two or more inputs and performs what is known as logical addition.</a:t>
            </a:r>
            <a:r>
              <a:rPr lang="en-US" dirty="0">
                <a:latin typeface="Aptos (Body)"/>
              </a:rPr>
              <a:t> </a:t>
            </a:r>
            <a:br>
              <a:rPr lang="en-US" sz="2100" dirty="0">
                <a:latin typeface="Aptos (Body)"/>
              </a:rPr>
            </a:br>
            <a:br>
              <a:rPr lang="en-US" sz="1800" b="0" i="0" dirty="0">
                <a:solidFill>
                  <a:srgbClr val="00803E"/>
                </a:solidFill>
                <a:effectLst/>
                <a:latin typeface="Helvetica" panose="020B0604020202020204" pitchFamily="34" charset="0"/>
              </a:rPr>
            </a:br>
            <a:br>
              <a:rPr lang="en-US" sz="1600" dirty="0"/>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12</a:t>
            </a:fld>
            <a:endParaRPr lang="vi-VN" dirty="0"/>
          </a:p>
        </p:txBody>
      </p:sp>
      <p:pic>
        <p:nvPicPr>
          <p:cNvPr id="7" name="Picture 6">
            <a:extLst>
              <a:ext uri="{FF2B5EF4-FFF2-40B4-BE49-F238E27FC236}">
                <a16:creationId xmlns:a16="http://schemas.microsoft.com/office/drawing/2014/main" id="{54698E00-82FC-4E62-97CF-618A628B2908}"/>
              </a:ext>
            </a:extLst>
          </p:cNvPr>
          <p:cNvPicPr>
            <a:picLocks noChangeAspect="1"/>
          </p:cNvPicPr>
          <p:nvPr/>
        </p:nvPicPr>
        <p:blipFill>
          <a:blip r:embed="rId2"/>
          <a:stretch>
            <a:fillRect/>
          </a:stretch>
        </p:blipFill>
        <p:spPr>
          <a:xfrm>
            <a:off x="874644" y="2584502"/>
            <a:ext cx="7333323" cy="2393957"/>
          </a:xfrm>
          <a:prstGeom prst="rect">
            <a:avLst/>
          </a:prstGeom>
        </p:spPr>
      </p:pic>
      <p:pic>
        <p:nvPicPr>
          <p:cNvPr id="9" name="Picture 8">
            <a:extLst>
              <a:ext uri="{FF2B5EF4-FFF2-40B4-BE49-F238E27FC236}">
                <a16:creationId xmlns:a16="http://schemas.microsoft.com/office/drawing/2014/main" id="{88B899D1-399A-480E-B103-6C9027290105}"/>
              </a:ext>
            </a:extLst>
          </p:cNvPr>
          <p:cNvPicPr>
            <a:picLocks noChangeAspect="1"/>
          </p:cNvPicPr>
          <p:nvPr/>
        </p:nvPicPr>
        <p:blipFill>
          <a:blip r:embed="rId3"/>
          <a:stretch>
            <a:fillRect/>
          </a:stretch>
        </p:blipFill>
        <p:spPr>
          <a:xfrm>
            <a:off x="8788141" y="2250347"/>
            <a:ext cx="3323226" cy="3787500"/>
          </a:xfrm>
          <a:prstGeom prst="rect">
            <a:avLst/>
          </a:prstGeom>
        </p:spPr>
      </p:pic>
      <p:pic>
        <p:nvPicPr>
          <p:cNvPr id="12" name="Picture 11">
            <a:extLst>
              <a:ext uri="{FF2B5EF4-FFF2-40B4-BE49-F238E27FC236}">
                <a16:creationId xmlns:a16="http://schemas.microsoft.com/office/drawing/2014/main" id="{82EE8FAE-1950-4027-8CF6-2B33F978A671}"/>
              </a:ext>
            </a:extLst>
          </p:cNvPr>
          <p:cNvPicPr>
            <a:picLocks noChangeAspect="1"/>
          </p:cNvPicPr>
          <p:nvPr/>
        </p:nvPicPr>
        <p:blipFill>
          <a:blip r:embed="rId4"/>
          <a:stretch>
            <a:fillRect/>
          </a:stretch>
        </p:blipFill>
        <p:spPr>
          <a:xfrm>
            <a:off x="1258959" y="5152570"/>
            <a:ext cx="6772546" cy="389974"/>
          </a:xfrm>
          <a:prstGeom prst="rect">
            <a:avLst/>
          </a:prstGeom>
        </p:spPr>
      </p:pic>
    </p:spTree>
    <p:extLst>
      <p:ext uri="{BB962C8B-B14F-4D97-AF65-F5344CB8AC3E}">
        <p14:creationId xmlns:p14="http://schemas.microsoft.com/office/powerpoint/2010/main" val="3157328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1.3. The OR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5" y="1086678"/>
            <a:ext cx="10919790" cy="5248810"/>
          </a:xfrm>
        </p:spPr>
        <p:txBody>
          <a:bodyPr>
            <a:normAutofit/>
          </a:bodyPr>
          <a:lstStyle/>
          <a:p>
            <a:pPr marL="0" indent="0">
              <a:buNone/>
            </a:pPr>
            <a:r>
              <a:rPr lang="en-US" sz="2400" b="1" i="1" dirty="0">
                <a:solidFill>
                  <a:schemeClr val="tx2">
                    <a:lumMod val="50000"/>
                    <a:lumOff val="50000"/>
                  </a:schemeClr>
                </a:solidFill>
                <a:latin typeface="Aptos (Body)"/>
              </a:rPr>
              <a:t>OR Gate Operation with Waveform Inputs </a:t>
            </a:r>
            <a:br>
              <a:rPr lang="en-US" sz="1600" dirty="0"/>
            </a:br>
            <a:br>
              <a:rPr lang="en-US" sz="1800" b="0" i="0" dirty="0">
                <a:solidFill>
                  <a:srgbClr val="00803E"/>
                </a:solidFill>
                <a:effectLst/>
                <a:latin typeface="Helvetica" panose="020B0604020202020204" pitchFamily="34" charset="0"/>
              </a:rPr>
            </a:br>
            <a:br>
              <a:rPr lang="en-US" sz="1600" dirty="0"/>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13</a:t>
            </a:fld>
            <a:endParaRPr lang="vi-VN" dirty="0"/>
          </a:p>
        </p:txBody>
      </p:sp>
      <p:pic>
        <p:nvPicPr>
          <p:cNvPr id="3" name="Picture 2">
            <a:extLst>
              <a:ext uri="{FF2B5EF4-FFF2-40B4-BE49-F238E27FC236}">
                <a16:creationId xmlns:a16="http://schemas.microsoft.com/office/drawing/2014/main" id="{768EBE61-0D37-4ADA-9C90-DF81DBCF4535}"/>
              </a:ext>
            </a:extLst>
          </p:cNvPr>
          <p:cNvPicPr>
            <a:picLocks noChangeAspect="1"/>
          </p:cNvPicPr>
          <p:nvPr/>
        </p:nvPicPr>
        <p:blipFill>
          <a:blip r:embed="rId2"/>
          <a:stretch>
            <a:fillRect/>
          </a:stretch>
        </p:blipFill>
        <p:spPr>
          <a:xfrm>
            <a:off x="1974048" y="1730949"/>
            <a:ext cx="9343307" cy="4421162"/>
          </a:xfrm>
          <a:prstGeom prst="rect">
            <a:avLst/>
          </a:prstGeom>
        </p:spPr>
      </p:pic>
    </p:spTree>
    <p:extLst>
      <p:ext uri="{BB962C8B-B14F-4D97-AF65-F5344CB8AC3E}">
        <p14:creationId xmlns:p14="http://schemas.microsoft.com/office/powerpoint/2010/main" val="3570311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1.3. The OR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5" y="1086678"/>
            <a:ext cx="10919790" cy="5248810"/>
          </a:xfrm>
        </p:spPr>
        <p:txBody>
          <a:bodyPr>
            <a:normAutofit/>
          </a:bodyPr>
          <a:lstStyle/>
          <a:p>
            <a:pPr marL="0" indent="0">
              <a:buNone/>
            </a:pPr>
            <a:r>
              <a:rPr lang="en-US" sz="2400" b="1" i="1" dirty="0">
                <a:solidFill>
                  <a:schemeClr val="tx2">
                    <a:lumMod val="50000"/>
                    <a:lumOff val="50000"/>
                  </a:schemeClr>
                </a:solidFill>
                <a:latin typeface="Aptos (Body)"/>
              </a:rPr>
              <a:t>Logic Expressions for an OR Gate</a:t>
            </a:r>
            <a:br>
              <a:rPr lang="en-US" b="0" i="0" dirty="0">
                <a:solidFill>
                  <a:srgbClr val="00803E"/>
                </a:solidFill>
                <a:effectLst/>
                <a:latin typeface="Aptos (Body)"/>
              </a:rPr>
            </a:br>
            <a:r>
              <a:rPr lang="en-US" b="0" i="0" dirty="0">
                <a:solidFill>
                  <a:srgbClr val="242021"/>
                </a:solidFill>
                <a:effectLst/>
                <a:latin typeface="Aptos (Body)"/>
              </a:rPr>
              <a:t>The logical OR function of two variables is represented mathematically by a + between the two variables, for example, </a:t>
            </a:r>
            <a:r>
              <a:rPr lang="en-US" b="0" i="1" dirty="0">
                <a:solidFill>
                  <a:srgbClr val="242021"/>
                </a:solidFill>
                <a:effectLst/>
                <a:latin typeface="Aptos (Body)"/>
              </a:rPr>
              <a:t>A </a:t>
            </a:r>
            <a:r>
              <a:rPr lang="en-US" b="0" i="0" dirty="0">
                <a:solidFill>
                  <a:srgbClr val="242021"/>
                </a:solidFill>
                <a:effectLst/>
                <a:latin typeface="Aptos (Body)"/>
              </a:rPr>
              <a:t>+ </a:t>
            </a:r>
            <a:r>
              <a:rPr lang="en-US" b="0" i="1" dirty="0">
                <a:solidFill>
                  <a:srgbClr val="242021"/>
                </a:solidFill>
                <a:effectLst/>
                <a:latin typeface="Aptos (Body)"/>
              </a:rPr>
              <a:t>B. </a:t>
            </a:r>
            <a:r>
              <a:rPr lang="en-US" b="0" i="0" dirty="0">
                <a:solidFill>
                  <a:srgbClr val="242021"/>
                </a:solidFill>
                <a:effectLst/>
                <a:latin typeface="Aptos (Body)"/>
              </a:rPr>
              <a:t>The plus sign is read as “OR.”</a:t>
            </a:r>
            <a:r>
              <a:rPr lang="en-US" dirty="0">
                <a:latin typeface="Aptos (Body)"/>
              </a:rPr>
              <a:t> </a:t>
            </a:r>
            <a:br>
              <a:rPr lang="en-US" dirty="0">
                <a:latin typeface="Aptos (Body)"/>
              </a:rPr>
            </a:br>
            <a:br>
              <a:rPr lang="en-US" sz="2100" b="0" i="0" dirty="0">
                <a:solidFill>
                  <a:srgbClr val="00803E"/>
                </a:solidFill>
                <a:effectLst/>
                <a:latin typeface="Aptos (Body)"/>
              </a:rPr>
            </a:br>
            <a:br>
              <a:rPr lang="en-US" sz="2100" dirty="0">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14</a:t>
            </a:fld>
            <a:endParaRPr lang="vi-VN" dirty="0"/>
          </a:p>
        </p:txBody>
      </p:sp>
      <p:pic>
        <p:nvPicPr>
          <p:cNvPr id="3" name="Picture 2">
            <a:extLst>
              <a:ext uri="{FF2B5EF4-FFF2-40B4-BE49-F238E27FC236}">
                <a16:creationId xmlns:a16="http://schemas.microsoft.com/office/drawing/2014/main" id="{32A39541-6BBE-4D10-ADA5-D51F32E0D44D}"/>
              </a:ext>
            </a:extLst>
          </p:cNvPr>
          <p:cNvPicPr>
            <a:picLocks noChangeAspect="1"/>
          </p:cNvPicPr>
          <p:nvPr/>
        </p:nvPicPr>
        <p:blipFill>
          <a:blip r:embed="rId2"/>
          <a:stretch>
            <a:fillRect/>
          </a:stretch>
        </p:blipFill>
        <p:spPr>
          <a:xfrm>
            <a:off x="2579999" y="2856987"/>
            <a:ext cx="2401377" cy="688767"/>
          </a:xfrm>
          <a:prstGeom prst="rect">
            <a:avLst/>
          </a:prstGeom>
        </p:spPr>
      </p:pic>
      <p:pic>
        <p:nvPicPr>
          <p:cNvPr id="5" name="Picture 4">
            <a:extLst>
              <a:ext uri="{FF2B5EF4-FFF2-40B4-BE49-F238E27FC236}">
                <a16:creationId xmlns:a16="http://schemas.microsoft.com/office/drawing/2014/main" id="{99444BE6-BE4F-4DC9-824A-F4689439A125}"/>
              </a:ext>
            </a:extLst>
          </p:cNvPr>
          <p:cNvPicPr>
            <a:picLocks noChangeAspect="1"/>
          </p:cNvPicPr>
          <p:nvPr/>
        </p:nvPicPr>
        <p:blipFill>
          <a:blip r:embed="rId3"/>
          <a:stretch>
            <a:fillRect/>
          </a:stretch>
        </p:blipFill>
        <p:spPr>
          <a:xfrm>
            <a:off x="6879715" y="2229269"/>
            <a:ext cx="3159635" cy="2290441"/>
          </a:xfrm>
          <a:prstGeom prst="rect">
            <a:avLst/>
          </a:prstGeom>
        </p:spPr>
      </p:pic>
      <p:pic>
        <p:nvPicPr>
          <p:cNvPr id="7" name="Picture 6">
            <a:extLst>
              <a:ext uri="{FF2B5EF4-FFF2-40B4-BE49-F238E27FC236}">
                <a16:creationId xmlns:a16="http://schemas.microsoft.com/office/drawing/2014/main" id="{90C6FF2A-B1F7-4CA5-978F-7FEAEAA15561}"/>
              </a:ext>
            </a:extLst>
          </p:cNvPr>
          <p:cNvPicPr>
            <a:picLocks noChangeAspect="1"/>
          </p:cNvPicPr>
          <p:nvPr/>
        </p:nvPicPr>
        <p:blipFill>
          <a:blip r:embed="rId4"/>
          <a:stretch>
            <a:fillRect/>
          </a:stretch>
        </p:blipFill>
        <p:spPr>
          <a:xfrm>
            <a:off x="1304384" y="4357505"/>
            <a:ext cx="10298849" cy="1655762"/>
          </a:xfrm>
          <a:prstGeom prst="rect">
            <a:avLst/>
          </a:prstGeom>
        </p:spPr>
      </p:pic>
      <p:pic>
        <p:nvPicPr>
          <p:cNvPr id="9" name="Picture 8">
            <a:extLst>
              <a:ext uri="{FF2B5EF4-FFF2-40B4-BE49-F238E27FC236}">
                <a16:creationId xmlns:a16="http://schemas.microsoft.com/office/drawing/2014/main" id="{78D57DC0-07B4-40AC-99BA-2FF0B09FF286}"/>
              </a:ext>
            </a:extLst>
          </p:cNvPr>
          <p:cNvPicPr>
            <a:picLocks noChangeAspect="1"/>
          </p:cNvPicPr>
          <p:nvPr/>
        </p:nvPicPr>
        <p:blipFill>
          <a:blip r:embed="rId5"/>
          <a:stretch>
            <a:fillRect/>
          </a:stretch>
        </p:blipFill>
        <p:spPr>
          <a:xfrm>
            <a:off x="2762325" y="6208687"/>
            <a:ext cx="7985188" cy="484976"/>
          </a:xfrm>
          <a:prstGeom prst="rect">
            <a:avLst/>
          </a:prstGeom>
        </p:spPr>
      </p:pic>
    </p:spTree>
    <p:extLst>
      <p:ext uri="{BB962C8B-B14F-4D97-AF65-F5344CB8AC3E}">
        <p14:creationId xmlns:p14="http://schemas.microsoft.com/office/powerpoint/2010/main" val="1889259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1.3. The OR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5" y="1086678"/>
            <a:ext cx="10919790" cy="5248810"/>
          </a:xfrm>
        </p:spPr>
        <p:txBody>
          <a:bodyPr>
            <a:normAutofit/>
          </a:bodyPr>
          <a:lstStyle/>
          <a:p>
            <a:pPr marL="0" indent="0">
              <a:buNone/>
            </a:pPr>
            <a:r>
              <a:rPr lang="en-US" sz="2400" b="1" i="1" dirty="0">
                <a:solidFill>
                  <a:schemeClr val="tx2">
                    <a:lumMod val="50000"/>
                    <a:lumOff val="50000"/>
                  </a:schemeClr>
                </a:solidFill>
                <a:latin typeface="Aptos (Body)"/>
              </a:rPr>
              <a:t>An Application </a:t>
            </a:r>
            <a:br>
              <a:rPr lang="en-US" sz="1600" dirty="0"/>
            </a:br>
            <a:r>
              <a:rPr lang="en-US" dirty="0">
                <a:latin typeface="Aptos (Body)"/>
              </a:rPr>
              <a:t>A simplified portion of an intrusion detection and alarm system </a:t>
            </a:r>
            <a:br>
              <a:rPr lang="en-US" sz="2100" dirty="0">
                <a:latin typeface="Aptos (Body)"/>
              </a:rPr>
            </a:br>
            <a:br>
              <a:rPr lang="en-US" sz="2100" dirty="0">
                <a:latin typeface="Aptos (Body)"/>
              </a:rPr>
            </a:br>
            <a:br>
              <a:rPr lang="en-US" sz="1600" dirty="0"/>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15</a:t>
            </a:fld>
            <a:endParaRPr lang="vi-VN" dirty="0"/>
          </a:p>
        </p:txBody>
      </p:sp>
      <p:pic>
        <p:nvPicPr>
          <p:cNvPr id="3" name="Picture 2">
            <a:extLst>
              <a:ext uri="{FF2B5EF4-FFF2-40B4-BE49-F238E27FC236}">
                <a16:creationId xmlns:a16="http://schemas.microsoft.com/office/drawing/2014/main" id="{861D57E5-F83A-4CE4-9166-256F6B4D9CA2}"/>
              </a:ext>
            </a:extLst>
          </p:cNvPr>
          <p:cNvPicPr>
            <a:picLocks noChangeAspect="1"/>
          </p:cNvPicPr>
          <p:nvPr/>
        </p:nvPicPr>
        <p:blipFill>
          <a:blip r:embed="rId2"/>
          <a:stretch>
            <a:fillRect/>
          </a:stretch>
        </p:blipFill>
        <p:spPr>
          <a:xfrm>
            <a:off x="2481203" y="2004207"/>
            <a:ext cx="7391667" cy="4518156"/>
          </a:xfrm>
          <a:prstGeom prst="rect">
            <a:avLst/>
          </a:prstGeom>
        </p:spPr>
      </p:pic>
    </p:spTree>
    <p:extLst>
      <p:ext uri="{BB962C8B-B14F-4D97-AF65-F5344CB8AC3E}">
        <p14:creationId xmlns:p14="http://schemas.microsoft.com/office/powerpoint/2010/main" val="1077337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1.4. The NAND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buNone/>
            </a:pPr>
            <a:r>
              <a:rPr lang="en-US" b="1" i="1" dirty="0">
                <a:solidFill>
                  <a:schemeClr val="tx2">
                    <a:lumMod val="50000"/>
                    <a:lumOff val="50000"/>
                  </a:schemeClr>
                </a:solidFill>
                <a:latin typeface="Aptos (Body)"/>
              </a:rPr>
              <a:t>The NAND gate </a:t>
            </a:r>
            <a:r>
              <a:rPr lang="en-US" b="0" i="0" dirty="0">
                <a:solidFill>
                  <a:srgbClr val="242021"/>
                </a:solidFill>
                <a:effectLst/>
                <a:latin typeface="Aptos (Body)"/>
              </a:rPr>
              <a:t>is a popular logic element because it can be used as a universal gate; that is, NAND gates can be used in combination to perform the AND, OR, and inverter operations.</a:t>
            </a:r>
            <a:r>
              <a:rPr lang="en-US" dirty="0">
                <a:latin typeface="Aptos (Body)"/>
              </a:rPr>
              <a:t> </a:t>
            </a:r>
            <a:br>
              <a:rPr lang="en-US" dirty="0">
                <a:latin typeface="Aptos (Body)"/>
              </a:rPr>
            </a:br>
            <a:br>
              <a:rPr lang="en-US" b="1" i="1" dirty="0">
                <a:solidFill>
                  <a:schemeClr val="tx2">
                    <a:lumMod val="50000"/>
                    <a:lumOff val="50000"/>
                  </a:schemeClr>
                </a:solidFill>
                <a:latin typeface="Aptos (Body)"/>
              </a:rPr>
            </a:br>
            <a:endParaRPr lang="en-US" b="1" i="1" dirty="0">
              <a:solidFill>
                <a:schemeClr val="tx2">
                  <a:lumMod val="50000"/>
                  <a:lumOff val="50000"/>
                </a:schemeClr>
              </a:solidFill>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16</a:t>
            </a:fld>
            <a:endParaRPr lang="vi-VN" dirty="0"/>
          </a:p>
        </p:txBody>
      </p:sp>
      <p:pic>
        <p:nvPicPr>
          <p:cNvPr id="5" name="Picture 4">
            <a:extLst>
              <a:ext uri="{FF2B5EF4-FFF2-40B4-BE49-F238E27FC236}">
                <a16:creationId xmlns:a16="http://schemas.microsoft.com/office/drawing/2014/main" id="{B401A35C-36E1-41C0-ACD6-329D40E2DF1A}"/>
              </a:ext>
            </a:extLst>
          </p:cNvPr>
          <p:cNvPicPr>
            <a:picLocks noChangeAspect="1"/>
          </p:cNvPicPr>
          <p:nvPr/>
        </p:nvPicPr>
        <p:blipFill>
          <a:blip r:embed="rId2"/>
          <a:stretch>
            <a:fillRect/>
          </a:stretch>
        </p:blipFill>
        <p:spPr>
          <a:xfrm>
            <a:off x="625414" y="2645752"/>
            <a:ext cx="8571594" cy="1566495"/>
          </a:xfrm>
          <a:prstGeom prst="rect">
            <a:avLst/>
          </a:prstGeom>
        </p:spPr>
      </p:pic>
      <p:pic>
        <p:nvPicPr>
          <p:cNvPr id="7" name="Picture 6">
            <a:extLst>
              <a:ext uri="{FF2B5EF4-FFF2-40B4-BE49-F238E27FC236}">
                <a16:creationId xmlns:a16="http://schemas.microsoft.com/office/drawing/2014/main" id="{48A89DEC-4034-4906-8172-F8E71197E3E6}"/>
              </a:ext>
            </a:extLst>
          </p:cNvPr>
          <p:cNvPicPr>
            <a:picLocks noChangeAspect="1"/>
          </p:cNvPicPr>
          <p:nvPr/>
        </p:nvPicPr>
        <p:blipFill>
          <a:blip r:embed="rId3"/>
          <a:stretch>
            <a:fillRect/>
          </a:stretch>
        </p:blipFill>
        <p:spPr>
          <a:xfrm>
            <a:off x="2452316" y="4577358"/>
            <a:ext cx="4917789" cy="705847"/>
          </a:xfrm>
          <a:prstGeom prst="rect">
            <a:avLst/>
          </a:prstGeom>
        </p:spPr>
      </p:pic>
      <p:pic>
        <p:nvPicPr>
          <p:cNvPr id="9" name="Picture 8">
            <a:extLst>
              <a:ext uri="{FF2B5EF4-FFF2-40B4-BE49-F238E27FC236}">
                <a16:creationId xmlns:a16="http://schemas.microsoft.com/office/drawing/2014/main" id="{E99B6E34-1B3F-4280-9D21-E5E87C36A19B}"/>
              </a:ext>
            </a:extLst>
          </p:cNvPr>
          <p:cNvPicPr>
            <a:picLocks noChangeAspect="1"/>
          </p:cNvPicPr>
          <p:nvPr/>
        </p:nvPicPr>
        <p:blipFill>
          <a:blip r:embed="rId4"/>
          <a:stretch>
            <a:fillRect/>
          </a:stretch>
        </p:blipFill>
        <p:spPr>
          <a:xfrm>
            <a:off x="9446238" y="2807515"/>
            <a:ext cx="2743200" cy="2963807"/>
          </a:xfrm>
          <a:prstGeom prst="rect">
            <a:avLst/>
          </a:prstGeom>
        </p:spPr>
      </p:pic>
    </p:spTree>
    <p:extLst>
      <p:ext uri="{BB962C8B-B14F-4D97-AF65-F5344CB8AC3E}">
        <p14:creationId xmlns:p14="http://schemas.microsoft.com/office/powerpoint/2010/main" val="1808519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1.4. The NAND Gate </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buNone/>
            </a:pPr>
            <a:r>
              <a:rPr lang="en-US" sz="2400" b="1" i="1" dirty="0">
                <a:solidFill>
                  <a:schemeClr val="tx2">
                    <a:lumMod val="50000"/>
                    <a:lumOff val="50000"/>
                  </a:schemeClr>
                </a:solidFill>
                <a:latin typeface="Aptos (Body)"/>
              </a:rPr>
              <a:t>NAND Gate Operation with Waveform Inputs </a:t>
            </a:r>
            <a:br>
              <a:rPr lang="en-US" sz="2100" b="1" i="1" dirty="0">
                <a:solidFill>
                  <a:schemeClr val="tx2">
                    <a:lumMod val="50000"/>
                    <a:lumOff val="50000"/>
                  </a:schemeClr>
                </a:solidFill>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17</a:t>
            </a:fld>
            <a:endParaRPr lang="vi-VN" dirty="0"/>
          </a:p>
        </p:txBody>
      </p:sp>
      <p:pic>
        <p:nvPicPr>
          <p:cNvPr id="3" name="Picture 2">
            <a:extLst>
              <a:ext uri="{FF2B5EF4-FFF2-40B4-BE49-F238E27FC236}">
                <a16:creationId xmlns:a16="http://schemas.microsoft.com/office/drawing/2014/main" id="{FF9FF96F-4A0E-4059-AE35-3B5D1267270E}"/>
              </a:ext>
            </a:extLst>
          </p:cNvPr>
          <p:cNvPicPr>
            <a:picLocks noChangeAspect="1"/>
          </p:cNvPicPr>
          <p:nvPr/>
        </p:nvPicPr>
        <p:blipFill>
          <a:blip r:embed="rId2"/>
          <a:stretch>
            <a:fillRect/>
          </a:stretch>
        </p:blipFill>
        <p:spPr>
          <a:xfrm>
            <a:off x="543338" y="1984568"/>
            <a:ext cx="7542549" cy="3595552"/>
          </a:xfrm>
          <a:prstGeom prst="rect">
            <a:avLst/>
          </a:prstGeom>
        </p:spPr>
      </p:pic>
      <p:pic>
        <p:nvPicPr>
          <p:cNvPr id="5" name="Picture 4">
            <a:extLst>
              <a:ext uri="{FF2B5EF4-FFF2-40B4-BE49-F238E27FC236}">
                <a16:creationId xmlns:a16="http://schemas.microsoft.com/office/drawing/2014/main" id="{5543FFB3-01DE-4D48-A6A9-8524187001A2}"/>
              </a:ext>
            </a:extLst>
          </p:cNvPr>
          <p:cNvPicPr>
            <a:picLocks noChangeAspect="1"/>
          </p:cNvPicPr>
          <p:nvPr/>
        </p:nvPicPr>
        <p:blipFill>
          <a:blip r:embed="rId3"/>
          <a:stretch>
            <a:fillRect/>
          </a:stretch>
        </p:blipFill>
        <p:spPr>
          <a:xfrm>
            <a:off x="8735709" y="2781650"/>
            <a:ext cx="3058726" cy="1841174"/>
          </a:xfrm>
          <a:prstGeom prst="rect">
            <a:avLst/>
          </a:prstGeom>
        </p:spPr>
      </p:pic>
    </p:spTree>
    <p:extLst>
      <p:ext uri="{BB962C8B-B14F-4D97-AF65-F5344CB8AC3E}">
        <p14:creationId xmlns:p14="http://schemas.microsoft.com/office/powerpoint/2010/main" val="2775075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1.4. The NAND Gate </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buNone/>
            </a:pPr>
            <a:r>
              <a:rPr lang="en-US" sz="2400" b="1" i="1" dirty="0">
                <a:solidFill>
                  <a:schemeClr val="tx2">
                    <a:lumMod val="50000"/>
                    <a:lumOff val="50000"/>
                  </a:schemeClr>
                </a:solidFill>
                <a:latin typeface="Aptos (Body)"/>
              </a:rPr>
              <a:t>Logic Expressions for a NAND Gate</a:t>
            </a:r>
            <a:br>
              <a:rPr lang="en-US" b="1" i="1" dirty="0">
                <a:solidFill>
                  <a:schemeClr val="tx2">
                    <a:lumMod val="50000"/>
                    <a:lumOff val="50000"/>
                  </a:schemeClr>
                </a:solidFill>
                <a:latin typeface="Aptos (Body)"/>
              </a:rPr>
            </a:br>
            <a:r>
              <a:rPr lang="en-US" b="0" i="0" dirty="0">
                <a:solidFill>
                  <a:srgbClr val="242021"/>
                </a:solidFill>
                <a:effectLst/>
                <a:latin typeface="Aptos (Body)"/>
              </a:rPr>
              <a:t>The Boolean expression for the output of a 2-input NAND gate is:</a:t>
            </a:r>
            <a:r>
              <a:rPr lang="en-US" dirty="0">
                <a:latin typeface="Aptos (Body)"/>
              </a:rPr>
              <a:t> </a:t>
            </a:r>
            <a:br>
              <a:rPr lang="en-US" sz="2100" dirty="0">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18</a:t>
            </a:fld>
            <a:endParaRPr lang="vi-VN" dirty="0"/>
          </a:p>
        </p:txBody>
      </p:sp>
      <p:pic>
        <p:nvPicPr>
          <p:cNvPr id="3" name="Picture 2">
            <a:extLst>
              <a:ext uri="{FF2B5EF4-FFF2-40B4-BE49-F238E27FC236}">
                <a16:creationId xmlns:a16="http://schemas.microsoft.com/office/drawing/2014/main" id="{E505A7E8-B476-4702-BDC3-2499F5F0E7D7}"/>
              </a:ext>
            </a:extLst>
          </p:cNvPr>
          <p:cNvPicPr>
            <a:picLocks noChangeAspect="1"/>
          </p:cNvPicPr>
          <p:nvPr/>
        </p:nvPicPr>
        <p:blipFill>
          <a:blip r:embed="rId2"/>
          <a:stretch>
            <a:fillRect/>
          </a:stretch>
        </p:blipFill>
        <p:spPr>
          <a:xfrm>
            <a:off x="5745350" y="2397670"/>
            <a:ext cx="1577610" cy="647651"/>
          </a:xfrm>
          <a:prstGeom prst="rect">
            <a:avLst/>
          </a:prstGeom>
        </p:spPr>
      </p:pic>
      <p:pic>
        <p:nvPicPr>
          <p:cNvPr id="5" name="Picture 4">
            <a:extLst>
              <a:ext uri="{FF2B5EF4-FFF2-40B4-BE49-F238E27FC236}">
                <a16:creationId xmlns:a16="http://schemas.microsoft.com/office/drawing/2014/main" id="{FCC98F97-C439-4815-BFA6-146BBDD2B856}"/>
              </a:ext>
            </a:extLst>
          </p:cNvPr>
          <p:cNvPicPr>
            <a:picLocks noChangeAspect="1"/>
          </p:cNvPicPr>
          <p:nvPr/>
        </p:nvPicPr>
        <p:blipFill>
          <a:blip r:embed="rId3"/>
          <a:stretch>
            <a:fillRect/>
          </a:stretch>
        </p:blipFill>
        <p:spPr>
          <a:xfrm>
            <a:off x="4692938" y="3447636"/>
            <a:ext cx="4159513" cy="2908751"/>
          </a:xfrm>
          <a:prstGeom prst="rect">
            <a:avLst/>
          </a:prstGeom>
        </p:spPr>
      </p:pic>
    </p:spTree>
    <p:extLst>
      <p:ext uri="{BB962C8B-B14F-4D97-AF65-F5344CB8AC3E}">
        <p14:creationId xmlns:p14="http://schemas.microsoft.com/office/powerpoint/2010/main" val="434094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1.4. The NAND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152939"/>
            <a:ext cx="10774018" cy="5248810"/>
          </a:xfrm>
        </p:spPr>
        <p:txBody>
          <a:bodyPr>
            <a:normAutofit/>
          </a:bodyPr>
          <a:lstStyle/>
          <a:p>
            <a:pPr marL="0" indent="0">
              <a:buNone/>
            </a:pPr>
            <a:r>
              <a:rPr lang="en-US" b="1" i="1" dirty="0">
                <a:solidFill>
                  <a:schemeClr val="tx2">
                    <a:lumMod val="50000"/>
                    <a:lumOff val="50000"/>
                  </a:schemeClr>
                </a:solidFill>
                <a:latin typeface="Aptos (Body)"/>
              </a:rPr>
              <a:t>An Application</a:t>
            </a: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19</a:t>
            </a:fld>
            <a:endParaRPr lang="vi-VN" dirty="0"/>
          </a:p>
        </p:txBody>
      </p:sp>
      <p:pic>
        <p:nvPicPr>
          <p:cNvPr id="3" name="Picture 2">
            <a:extLst>
              <a:ext uri="{FF2B5EF4-FFF2-40B4-BE49-F238E27FC236}">
                <a16:creationId xmlns:a16="http://schemas.microsoft.com/office/drawing/2014/main" id="{BBFB16A5-2345-4CE3-B401-65E104900BDE}"/>
              </a:ext>
            </a:extLst>
          </p:cNvPr>
          <p:cNvPicPr>
            <a:picLocks noChangeAspect="1"/>
          </p:cNvPicPr>
          <p:nvPr/>
        </p:nvPicPr>
        <p:blipFill>
          <a:blip r:embed="rId2"/>
          <a:stretch>
            <a:fillRect/>
          </a:stretch>
        </p:blipFill>
        <p:spPr>
          <a:xfrm>
            <a:off x="543338" y="1471466"/>
            <a:ext cx="5466441" cy="4205813"/>
          </a:xfrm>
          <a:prstGeom prst="rect">
            <a:avLst/>
          </a:prstGeom>
        </p:spPr>
      </p:pic>
      <p:pic>
        <p:nvPicPr>
          <p:cNvPr id="5" name="Picture 4">
            <a:extLst>
              <a:ext uri="{FF2B5EF4-FFF2-40B4-BE49-F238E27FC236}">
                <a16:creationId xmlns:a16="http://schemas.microsoft.com/office/drawing/2014/main" id="{460414E5-7688-493E-8403-C32C31BCA0D9}"/>
              </a:ext>
            </a:extLst>
          </p:cNvPr>
          <p:cNvPicPr>
            <a:picLocks noChangeAspect="1"/>
          </p:cNvPicPr>
          <p:nvPr/>
        </p:nvPicPr>
        <p:blipFill>
          <a:blip r:embed="rId3"/>
          <a:stretch>
            <a:fillRect/>
          </a:stretch>
        </p:blipFill>
        <p:spPr>
          <a:xfrm>
            <a:off x="6566341" y="1412102"/>
            <a:ext cx="5413627" cy="4119804"/>
          </a:xfrm>
          <a:prstGeom prst="rect">
            <a:avLst/>
          </a:prstGeom>
        </p:spPr>
      </p:pic>
    </p:spTree>
    <p:extLst>
      <p:ext uri="{BB962C8B-B14F-4D97-AF65-F5344CB8AC3E}">
        <p14:creationId xmlns:p14="http://schemas.microsoft.com/office/powerpoint/2010/main" val="2055583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1.5. The NOR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752604" y="1141512"/>
            <a:ext cx="10896058" cy="5248810"/>
          </a:xfrm>
        </p:spPr>
        <p:txBody>
          <a:bodyPr>
            <a:normAutofit/>
          </a:bodyPr>
          <a:lstStyle/>
          <a:p>
            <a:pPr marL="0" indent="0">
              <a:buNone/>
            </a:pPr>
            <a:r>
              <a:rPr lang="en-US" sz="2400" b="1" i="1" dirty="0">
                <a:solidFill>
                  <a:schemeClr val="tx2">
                    <a:lumMod val="50000"/>
                    <a:lumOff val="50000"/>
                  </a:schemeClr>
                </a:solidFill>
                <a:latin typeface="Aptos (Body)"/>
              </a:rPr>
              <a:t>The NOR gate, </a:t>
            </a:r>
            <a:r>
              <a:rPr lang="en-US" dirty="0"/>
              <a:t>like the NAND gate, is a useful logic element because it can also be used as a universal gate; that is, NOR gates can be used in combination to perform the AND, OR, and inverter operations.</a:t>
            </a:r>
          </a:p>
          <a:p>
            <a:pPr marL="0" indent="0">
              <a:buNone/>
            </a:pPr>
            <a:br>
              <a:rPr lang="en-US" sz="1600" dirty="0"/>
            </a:br>
            <a:endParaRPr lang="en-US" sz="2100" dirty="0"/>
          </a:p>
          <a:p>
            <a:pPr marL="0" indent="0">
              <a:buNone/>
            </a:pPr>
            <a:endParaRPr lang="en-US" sz="2100" dirty="0">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20</a:t>
            </a:fld>
            <a:endParaRPr lang="vi-VN" dirty="0"/>
          </a:p>
        </p:txBody>
      </p:sp>
      <p:pic>
        <p:nvPicPr>
          <p:cNvPr id="7" name="Picture 6">
            <a:extLst>
              <a:ext uri="{FF2B5EF4-FFF2-40B4-BE49-F238E27FC236}">
                <a16:creationId xmlns:a16="http://schemas.microsoft.com/office/drawing/2014/main" id="{4E9BCA46-F916-4AC8-8ABE-979B35D39B6B}"/>
              </a:ext>
            </a:extLst>
          </p:cNvPr>
          <p:cNvPicPr>
            <a:picLocks noChangeAspect="1"/>
          </p:cNvPicPr>
          <p:nvPr/>
        </p:nvPicPr>
        <p:blipFill>
          <a:blip r:embed="rId2"/>
          <a:stretch>
            <a:fillRect/>
          </a:stretch>
        </p:blipFill>
        <p:spPr>
          <a:xfrm>
            <a:off x="613220" y="3040878"/>
            <a:ext cx="8170202" cy="1801304"/>
          </a:xfrm>
          <a:prstGeom prst="rect">
            <a:avLst/>
          </a:prstGeom>
        </p:spPr>
      </p:pic>
      <p:pic>
        <p:nvPicPr>
          <p:cNvPr id="11" name="Picture 10">
            <a:extLst>
              <a:ext uri="{FF2B5EF4-FFF2-40B4-BE49-F238E27FC236}">
                <a16:creationId xmlns:a16="http://schemas.microsoft.com/office/drawing/2014/main" id="{1FBA49D9-A5BD-41F6-AF03-95149023FE22}"/>
              </a:ext>
            </a:extLst>
          </p:cNvPr>
          <p:cNvPicPr>
            <a:picLocks noChangeAspect="1"/>
          </p:cNvPicPr>
          <p:nvPr/>
        </p:nvPicPr>
        <p:blipFill>
          <a:blip r:embed="rId3"/>
          <a:stretch>
            <a:fillRect/>
          </a:stretch>
        </p:blipFill>
        <p:spPr>
          <a:xfrm>
            <a:off x="9326760" y="2402202"/>
            <a:ext cx="2865240" cy="3552898"/>
          </a:xfrm>
          <a:prstGeom prst="rect">
            <a:avLst/>
          </a:prstGeom>
        </p:spPr>
      </p:pic>
    </p:spTree>
    <p:extLst>
      <p:ext uri="{BB962C8B-B14F-4D97-AF65-F5344CB8AC3E}">
        <p14:creationId xmlns:p14="http://schemas.microsoft.com/office/powerpoint/2010/main" val="136507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1.5. The NOR Gate </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buNone/>
            </a:pPr>
            <a:r>
              <a:rPr lang="en-US" sz="2400" b="1" i="1" dirty="0">
                <a:solidFill>
                  <a:schemeClr val="tx2">
                    <a:lumMod val="50000"/>
                    <a:lumOff val="50000"/>
                  </a:schemeClr>
                </a:solidFill>
                <a:latin typeface="Aptos (Body)"/>
              </a:rPr>
              <a:t>Negative-AND Equivalent Operation of the NOR Gate</a:t>
            </a:r>
            <a:br>
              <a:rPr lang="en-US" b="1" i="1" dirty="0">
                <a:solidFill>
                  <a:schemeClr val="tx2">
                    <a:lumMod val="50000"/>
                    <a:lumOff val="50000"/>
                  </a:schemeClr>
                </a:solidFill>
                <a:latin typeface="Aptos (Body)"/>
              </a:rPr>
            </a:br>
            <a:r>
              <a:rPr lang="en-US" dirty="0"/>
              <a:t>A NOR gate, like the NAND, has another aspect of its operation that is inherent in the way it logically functions. </a:t>
            </a:r>
            <a:br>
              <a:rPr lang="en-US" sz="2100" dirty="0"/>
            </a:br>
            <a:br>
              <a:rPr lang="en-US" sz="2100" dirty="0"/>
            </a:br>
            <a:endParaRPr lang="en-US" sz="2100" dirty="0"/>
          </a:p>
          <a:p>
            <a:pPr marL="0" indent="0">
              <a:buNone/>
            </a:pPr>
            <a:endParaRPr lang="en-US" sz="2100" dirty="0">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21</a:t>
            </a:fld>
            <a:endParaRPr lang="vi-VN" dirty="0"/>
          </a:p>
        </p:txBody>
      </p:sp>
      <p:pic>
        <p:nvPicPr>
          <p:cNvPr id="5" name="Picture 4">
            <a:extLst>
              <a:ext uri="{FF2B5EF4-FFF2-40B4-BE49-F238E27FC236}">
                <a16:creationId xmlns:a16="http://schemas.microsoft.com/office/drawing/2014/main" id="{924CBD6A-BDBB-4C94-83F8-69854E97F586}"/>
              </a:ext>
            </a:extLst>
          </p:cNvPr>
          <p:cNvPicPr>
            <a:picLocks noChangeAspect="1"/>
          </p:cNvPicPr>
          <p:nvPr/>
        </p:nvPicPr>
        <p:blipFill>
          <a:blip r:embed="rId2"/>
          <a:stretch>
            <a:fillRect/>
          </a:stretch>
        </p:blipFill>
        <p:spPr>
          <a:xfrm>
            <a:off x="8196024" y="2827175"/>
            <a:ext cx="3651419" cy="2340941"/>
          </a:xfrm>
          <a:prstGeom prst="rect">
            <a:avLst/>
          </a:prstGeom>
        </p:spPr>
      </p:pic>
      <p:pic>
        <p:nvPicPr>
          <p:cNvPr id="9" name="Picture 8">
            <a:extLst>
              <a:ext uri="{FF2B5EF4-FFF2-40B4-BE49-F238E27FC236}">
                <a16:creationId xmlns:a16="http://schemas.microsoft.com/office/drawing/2014/main" id="{3D822C95-49BA-4542-95C8-196DC4D0501E}"/>
              </a:ext>
            </a:extLst>
          </p:cNvPr>
          <p:cNvPicPr>
            <a:picLocks noChangeAspect="1"/>
          </p:cNvPicPr>
          <p:nvPr/>
        </p:nvPicPr>
        <p:blipFill>
          <a:blip r:embed="rId3"/>
          <a:stretch>
            <a:fillRect/>
          </a:stretch>
        </p:blipFill>
        <p:spPr>
          <a:xfrm>
            <a:off x="1303728" y="2395330"/>
            <a:ext cx="6463212" cy="3082101"/>
          </a:xfrm>
          <a:prstGeom prst="rect">
            <a:avLst/>
          </a:prstGeom>
        </p:spPr>
      </p:pic>
    </p:spTree>
    <p:extLst>
      <p:ext uri="{BB962C8B-B14F-4D97-AF65-F5344CB8AC3E}">
        <p14:creationId xmlns:p14="http://schemas.microsoft.com/office/powerpoint/2010/main" val="3653396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1.5. The NOR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buNone/>
            </a:pPr>
            <a:r>
              <a:rPr lang="en-US" sz="2400" b="1" i="1" dirty="0">
                <a:solidFill>
                  <a:schemeClr val="tx2">
                    <a:lumMod val="50000"/>
                    <a:lumOff val="50000"/>
                  </a:schemeClr>
                </a:solidFill>
                <a:latin typeface="Aptos (Body)"/>
              </a:rPr>
              <a:t>Logic Expressions for a NOR Gate</a:t>
            </a:r>
            <a:br>
              <a:rPr lang="en-US" b="0" i="0" dirty="0">
                <a:solidFill>
                  <a:srgbClr val="00803E"/>
                </a:solidFill>
                <a:effectLst/>
                <a:latin typeface="Helvetica" panose="020B0604020202020204" pitchFamily="34" charset="0"/>
              </a:rPr>
            </a:br>
            <a:r>
              <a:rPr lang="en-US" dirty="0"/>
              <a:t>The Boolean expression for the output of a 2-input NOR gate can be written as: </a:t>
            </a:r>
            <a:br>
              <a:rPr lang="en-US" dirty="0"/>
            </a:br>
            <a:br>
              <a:rPr lang="en-US" dirty="0"/>
            </a:br>
            <a:endParaRPr lang="en-US" dirty="0"/>
          </a:p>
          <a:p>
            <a:pPr marL="0" indent="0">
              <a:buNone/>
            </a:pPr>
            <a:endParaRPr lang="en-US" dirty="0">
              <a:latin typeface="Aptos (Body)"/>
            </a:endParaRPr>
          </a:p>
          <a:p>
            <a:pPr marL="0" indent="0">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22</a:t>
            </a:fld>
            <a:endParaRPr lang="vi-VN" dirty="0"/>
          </a:p>
        </p:txBody>
      </p:sp>
      <p:pic>
        <p:nvPicPr>
          <p:cNvPr id="5" name="Picture 4">
            <a:extLst>
              <a:ext uri="{FF2B5EF4-FFF2-40B4-BE49-F238E27FC236}">
                <a16:creationId xmlns:a16="http://schemas.microsoft.com/office/drawing/2014/main" id="{6E9D80D6-0A68-4961-9E2E-3DE319864310}"/>
              </a:ext>
            </a:extLst>
          </p:cNvPr>
          <p:cNvPicPr>
            <a:picLocks noChangeAspect="1"/>
          </p:cNvPicPr>
          <p:nvPr/>
        </p:nvPicPr>
        <p:blipFill>
          <a:blip r:embed="rId2"/>
          <a:stretch>
            <a:fillRect/>
          </a:stretch>
        </p:blipFill>
        <p:spPr>
          <a:xfrm>
            <a:off x="4979241" y="2173981"/>
            <a:ext cx="2233517" cy="659071"/>
          </a:xfrm>
          <a:prstGeom prst="rect">
            <a:avLst/>
          </a:prstGeom>
        </p:spPr>
      </p:pic>
      <p:pic>
        <p:nvPicPr>
          <p:cNvPr id="9" name="Picture 8">
            <a:extLst>
              <a:ext uri="{FF2B5EF4-FFF2-40B4-BE49-F238E27FC236}">
                <a16:creationId xmlns:a16="http://schemas.microsoft.com/office/drawing/2014/main" id="{ACDC070B-2A02-4799-A9BE-A3CE945BFF88}"/>
              </a:ext>
            </a:extLst>
          </p:cNvPr>
          <p:cNvPicPr>
            <a:picLocks noChangeAspect="1"/>
          </p:cNvPicPr>
          <p:nvPr/>
        </p:nvPicPr>
        <p:blipFill>
          <a:blip r:embed="rId3"/>
          <a:stretch>
            <a:fillRect/>
          </a:stretch>
        </p:blipFill>
        <p:spPr>
          <a:xfrm>
            <a:off x="3787860" y="3008665"/>
            <a:ext cx="4947585" cy="3326823"/>
          </a:xfrm>
          <a:prstGeom prst="rect">
            <a:avLst/>
          </a:prstGeom>
        </p:spPr>
      </p:pic>
    </p:spTree>
    <p:extLst>
      <p:ext uri="{BB962C8B-B14F-4D97-AF65-F5344CB8AC3E}">
        <p14:creationId xmlns:p14="http://schemas.microsoft.com/office/powerpoint/2010/main" val="3978369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1.5. The NOR Gate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buNone/>
            </a:pPr>
            <a:r>
              <a:rPr lang="en-US" sz="2400" b="1" i="1" dirty="0">
                <a:solidFill>
                  <a:schemeClr val="tx2">
                    <a:lumMod val="50000"/>
                    <a:lumOff val="50000"/>
                  </a:schemeClr>
                </a:solidFill>
                <a:latin typeface="Aptos (Body)"/>
              </a:rPr>
              <a:t>An Application</a:t>
            </a:r>
            <a:br>
              <a:rPr lang="en-US" sz="2100" dirty="0"/>
            </a:br>
            <a:endParaRPr lang="en-US" sz="2100" dirty="0"/>
          </a:p>
          <a:p>
            <a:pPr marL="0" indent="0">
              <a:buNone/>
            </a:pPr>
            <a:endParaRPr lang="en-US" sz="2100" dirty="0">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23</a:t>
            </a:fld>
            <a:endParaRPr lang="vi-VN" dirty="0"/>
          </a:p>
        </p:txBody>
      </p:sp>
      <p:pic>
        <p:nvPicPr>
          <p:cNvPr id="3" name="Picture 2">
            <a:extLst>
              <a:ext uri="{FF2B5EF4-FFF2-40B4-BE49-F238E27FC236}">
                <a16:creationId xmlns:a16="http://schemas.microsoft.com/office/drawing/2014/main" id="{D651C3F7-523D-4421-B1C6-5F3F7C255CEF}"/>
              </a:ext>
            </a:extLst>
          </p:cNvPr>
          <p:cNvPicPr>
            <a:picLocks noChangeAspect="1"/>
          </p:cNvPicPr>
          <p:nvPr/>
        </p:nvPicPr>
        <p:blipFill>
          <a:blip r:embed="rId2"/>
          <a:stretch>
            <a:fillRect/>
          </a:stretch>
        </p:blipFill>
        <p:spPr>
          <a:xfrm>
            <a:off x="2215397" y="1620625"/>
            <a:ext cx="8353211" cy="4714863"/>
          </a:xfrm>
          <a:prstGeom prst="rect">
            <a:avLst/>
          </a:prstGeom>
        </p:spPr>
      </p:pic>
    </p:spTree>
    <p:extLst>
      <p:ext uri="{BB962C8B-B14F-4D97-AF65-F5344CB8AC3E}">
        <p14:creationId xmlns:p14="http://schemas.microsoft.com/office/powerpoint/2010/main" val="2187355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1.6. The Exclusive-OR and Exclusive-NOR Gates</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Autofit/>
          </a:bodyPr>
          <a:lstStyle/>
          <a:p>
            <a:pPr marL="0" indent="0">
              <a:buNone/>
            </a:pPr>
            <a:r>
              <a:rPr lang="en-US" b="0" i="0" dirty="0">
                <a:solidFill>
                  <a:srgbClr val="242021"/>
                </a:solidFill>
                <a:effectLst/>
                <a:latin typeface="Aptos (Body)"/>
              </a:rPr>
              <a:t>Exclusive-OR and exclusive-NOR gates are formed by a combination of other gates already discussed</a:t>
            </a:r>
            <a:r>
              <a:rPr lang="en-US" dirty="0">
                <a:solidFill>
                  <a:srgbClr val="242021"/>
                </a:solidFill>
                <a:latin typeface="Aptos (Body)"/>
              </a:rPr>
              <a:t>.</a:t>
            </a:r>
          </a:p>
          <a:p>
            <a:pPr marL="0" indent="0">
              <a:buNone/>
            </a:pPr>
            <a:r>
              <a:rPr lang="en-US" sz="2400" b="1" i="1" dirty="0">
                <a:solidFill>
                  <a:schemeClr val="tx2">
                    <a:lumMod val="50000"/>
                    <a:lumOff val="50000"/>
                  </a:schemeClr>
                </a:solidFill>
                <a:latin typeface="Aptos (Body)"/>
              </a:rPr>
              <a:t>The Exclusive-OR Gate</a:t>
            </a:r>
            <a:br>
              <a:rPr lang="en-US" b="0" i="0" dirty="0">
                <a:solidFill>
                  <a:srgbClr val="00803E"/>
                </a:solidFill>
                <a:effectLst/>
                <a:latin typeface="Aptos (Body)"/>
              </a:rPr>
            </a:br>
            <a:r>
              <a:rPr lang="en-US" b="0" i="0" dirty="0">
                <a:solidFill>
                  <a:srgbClr val="242021"/>
                </a:solidFill>
                <a:effectLst/>
                <a:latin typeface="Aptos (Body)"/>
              </a:rPr>
              <a:t>Standard symbols for an exclusive-OR (XOR for short)</a:t>
            </a:r>
            <a:r>
              <a:rPr lang="en-US" dirty="0">
                <a:latin typeface="Aptos (Body)"/>
              </a:rPr>
              <a:t> </a:t>
            </a:r>
            <a:br>
              <a:rPr lang="en-US" sz="2100" dirty="0">
                <a:latin typeface="Aptos (Body)"/>
              </a:rPr>
            </a:br>
            <a:br>
              <a:rPr lang="en-US" sz="2100" dirty="0">
                <a:latin typeface="Aptos (Body)"/>
              </a:rPr>
            </a:br>
            <a:r>
              <a:rPr lang="en-US" sz="2100" dirty="0">
                <a:solidFill>
                  <a:srgbClr val="242021"/>
                </a:solidFill>
                <a:latin typeface="Aptos (Body)"/>
              </a:rPr>
              <a:t>					</a:t>
            </a:r>
            <a:br>
              <a:rPr lang="en-US" sz="2100" dirty="0">
                <a:solidFill>
                  <a:srgbClr val="242021"/>
                </a:solidFill>
                <a:latin typeface="Aptos (Body)"/>
              </a:rPr>
            </a:br>
            <a:br>
              <a:rPr lang="en-US" sz="2100" dirty="0">
                <a:solidFill>
                  <a:srgbClr val="242021"/>
                </a:solidFill>
                <a:latin typeface="Aptos (Body)"/>
              </a:rPr>
            </a:br>
            <a:br>
              <a:rPr lang="en-US" sz="2100" b="1" i="1" dirty="0">
                <a:solidFill>
                  <a:srgbClr val="FF0000"/>
                </a:solidFill>
                <a:latin typeface="Aptos (Body)"/>
              </a:rPr>
            </a:b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24</a:t>
            </a:fld>
            <a:endParaRPr lang="vi-VN" dirty="0"/>
          </a:p>
        </p:txBody>
      </p:sp>
      <p:pic>
        <p:nvPicPr>
          <p:cNvPr id="3" name="Picture 2">
            <a:extLst>
              <a:ext uri="{FF2B5EF4-FFF2-40B4-BE49-F238E27FC236}">
                <a16:creationId xmlns:a16="http://schemas.microsoft.com/office/drawing/2014/main" id="{F2A8A572-DFCE-4D76-B185-9D509162EA75}"/>
              </a:ext>
            </a:extLst>
          </p:cNvPr>
          <p:cNvPicPr>
            <a:picLocks noChangeAspect="1"/>
          </p:cNvPicPr>
          <p:nvPr/>
        </p:nvPicPr>
        <p:blipFill>
          <a:blip r:embed="rId2"/>
          <a:stretch>
            <a:fillRect/>
          </a:stretch>
        </p:blipFill>
        <p:spPr>
          <a:xfrm>
            <a:off x="680594" y="2959894"/>
            <a:ext cx="6899652" cy="1776735"/>
          </a:xfrm>
          <a:prstGeom prst="rect">
            <a:avLst/>
          </a:prstGeom>
        </p:spPr>
      </p:pic>
      <p:pic>
        <p:nvPicPr>
          <p:cNvPr id="7" name="Picture 6">
            <a:extLst>
              <a:ext uri="{FF2B5EF4-FFF2-40B4-BE49-F238E27FC236}">
                <a16:creationId xmlns:a16="http://schemas.microsoft.com/office/drawing/2014/main" id="{1C885BCA-223B-4333-A9B8-521420428C7B}"/>
              </a:ext>
            </a:extLst>
          </p:cNvPr>
          <p:cNvPicPr>
            <a:picLocks noChangeAspect="1"/>
          </p:cNvPicPr>
          <p:nvPr/>
        </p:nvPicPr>
        <p:blipFill>
          <a:blip r:embed="rId3"/>
          <a:stretch>
            <a:fillRect/>
          </a:stretch>
        </p:blipFill>
        <p:spPr>
          <a:xfrm>
            <a:off x="8661701" y="2604747"/>
            <a:ext cx="3253909" cy="3312644"/>
          </a:xfrm>
          <a:prstGeom prst="rect">
            <a:avLst/>
          </a:prstGeom>
        </p:spPr>
      </p:pic>
      <p:pic>
        <p:nvPicPr>
          <p:cNvPr id="9" name="Picture 8">
            <a:extLst>
              <a:ext uri="{FF2B5EF4-FFF2-40B4-BE49-F238E27FC236}">
                <a16:creationId xmlns:a16="http://schemas.microsoft.com/office/drawing/2014/main" id="{21FE774A-8C1D-445D-83DF-B52CA3D895AE}"/>
              </a:ext>
            </a:extLst>
          </p:cNvPr>
          <p:cNvPicPr>
            <a:picLocks noChangeAspect="1"/>
          </p:cNvPicPr>
          <p:nvPr/>
        </p:nvPicPr>
        <p:blipFill>
          <a:blip r:embed="rId4"/>
          <a:stretch>
            <a:fillRect/>
          </a:stretch>
        </p:blipFill>
        <p:spPr>
          <a:xfrm>
            <a:off x="799311" y="5275687"/>
            <a:ext cx="7159400" cy="641704"/>
          </a:xfrm>
          <a:prstGeom prst="rect">
            <a:avLst/>
          </a:prstGeom>
        </p:spPr>
      </p:pic>
    </p:spTree>
    <p:extLst>
      <p:ext uri="{BB962C8B-B14F-4D97-AF65-F5344CB8AC3E}">
        <p14:creationId xmlns:p14="http://schemas.microsoft.com/office/powerpoint/2010/main" val="4182126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1.6. The Exclusive-OR and Exclusive-NOR Gates</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Autofit/>
          </a:bodyPr>
          <a:lstStyle/>
          <a:p>
            <a:pPr marL="0" indent="0">
              <a:buNone/>
            </a:pPr>
            <a:r>
              <a:rPr lang="en-US" sz="2400" b="1" i="1" dirty="0">
                <a:solidFill>
                  <a:schemeClr val="tx2">
                    <a:lumMod val="50000"/>
                    <a:lumOff val="50000"/>
                  </a:schemeClr>
                </a:solidFill>
                <a:latin typeface="Aptos (Body)"/>
              </a:rPr>
              <a:t>The Exclusive-NOR Gate </a:t>
            </a:r>
            <a:br>
              <a:rPr lang="en-US" sz="1600" dirty="0"/>
            </a:br>
            <a:br>
              <a:rPr lang="en-US" sz="2100" b="0" i="0" dirty="0">
                <a:solidFill>
                  <a:srgbClr val="00803E"/>
                </a:solidFill>
                <a:effectLst/>
                <a:latin typeface="Aptos (Body)"/>
              </a:rPr>
            </a:br>
            <a:r>
              <a:rPr lang="en-US" sz="2100" dirty="0">
                <a:solidFill>
                  <a:srgbClr val="242021"/>
                </a:solidFill>
                <a:latin typeface="Aptos (Body)"/>
              </a:rPr>
              <a:t>				</a:t>
            </a:r>
            <a:br>
              <a:rPr lang="en-US" sz="2100" dirty="0">
                <a:solidFill>
                  <a:srgbClr val="242021"/>
                </a:solidFill>
                <a:latin typeface="Aptos (Body)"/>
              </a:rPr>
            </a:br>
            <a:br>
              <a:rPr lang="en-US" sz="2100" dirty="0">
                <a:solidFill>
                  <a:srgbClr val="242021"/>
                </a:solidFill>
                <a:latin typeface="Aptos (Body)"/>
              </a:rPr>
            </a:br>
            <a:br>
              <a:rPr lang="en-US" sz="2100" b="1" i="1" dirty="0">
                <a:solidFill>
                  <a:srgbClr val="FF0000"/>
                </a:solidFill>
                <a:latin typeface="Aptos (Body)"/>
              </a:rPr>
            </a:b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25</a:t>
            </a:fld>
            <a:endParaRPr lang="vi-VN" dirty="0"/>
          </a:p>
        </p:txBody>
      </p:sp>
      <p:pic>
        <p:nvPicPr>
          <p:cNvPr id="3" name="Picture 2">
            <a:extLst>
              <a:ext uri="{FF2B5EF4-FFF2-40B4-BE49-F238E27FC236}">
                <a16:creationId xmlns:a16="http://schemas.microsoft.com/office/drawing/2014/main" id="{7F285BB9-2EB2-479A-B208-3D70AAE48FE0}"/>
              </a:ext>
            </a:extLst>
          </p:cNvPr>
          <p:cNvPicPr>
            <a:picLocks noChangeAspect="1"/>
          </p:cNvPicPr>
          <p:nvPr/>
        </p:nvPicPr>
        <p:blipFill>
          <a:blip r:embed="rId2"/>
          <a:stretch>
            <a:fillRect/>
          </a:stretch>
        </p:blipFill>
        <p:spPr>
          <a:xfrm>
            <a:off x="543338" y="3482747"/>
            <a:ext cx="7225145" cy="1655762"/>
          </a:xfrm>
          <a:prstGeom prst="rect">
            <a:avLst/>
          </a:prstGeom>
        </p:spPr>
      </p:pic>
      <p:pic>
        <p:nvPicPr>
          <p:cNvPr id="5" name="Picture 4">
            <a:extLst>
              <a:ext uri="{FF2B5EF4-FFF2-40B4-BE49-F238E27FC236}">
                <a16:creationId xmlns:a16="http://schemas.microsoft.com/office/drawing/2014/main" id="{B32C41BC-AB39-4658-A059-C3B6759D02AA}"/>
              </a:ext>
            </a:extLst>
          </p:cNvPr>
          <p:cNvPicPr>
            <a:picLocks noChangeAspect="1"/>
          </p:cNvPicPr>
          <p:nvPr/>
        </p:nvPicPr>
        <p:blipFill>
          <a:blip r:embed="rId3"/>
          <a:stretch>
            <a:fillRect/>
          </a:stretch>
        </p:blipFill>
        <p:spPr>
          <a:xfrm>
            <a:off x="543338" y="5496186"/>
            <a:ext cx="7460667" cy="550272"/>
          </a:xfrm>
          <a:prstGeom prst="rect">
            <a:avLst/>
          </a:prstGeom>
        </p:spPr>
      </p:pic>
      <p:pic>
        <p:nvPicPr>
          <p:cNvPr id="7" name="Picture 6">
            <a:extLst>
              <a:ext uri="{FF2B5EF4-FFF2-40B4-BE49-F238E27FC236}">
                <a16:creationId xmlns:a16="http://schemas.microsoft.com/office/drawing/2014/main" id="{1C26BB3C-E5E5-4C2C-8146-581085A11626}"/>
              </a:ext>
            </a:extLst>
          </p:cNvPr>
          <p:cNvPicPr>
            <a:picLocks noChangeAspect="1"/>
          </p:cNvPicPr>
          <p:nvPr/>
        </p:nvPicPr>
        <p:blipFill>
          <a:blip r:embed="rId4"/>
          <a:stretch>
            <a:fillRect/>
          </a:stretch>
        </p:blipFill>
        <p:spPr>
          <a:xfrm>
            <a:off x="8099789" y="1736271"/>
            <a:ext cx="4119408" cy="4035051"/>
          </a:xfrm>
          <a:prstGeom prst="rect">
            <a:avLst/>
          </a:prstGeom>
        </p:spPr>
      </p:pic>
      <p:sp>
        <p:nvSpPr>
          <p:cNvPr id="10" name="TextBox 9">
            <a:extLst>
              <a:ext uri="{FF2B5EF4-FFF2-40B4-BE49-F238E27FC236}">
                <a16:creationId xmlns:a16="http://schemas.microsoft.com/office/drawing/2014/main" id="{6368C968-9395-4FB5-8DB3-2B1EE32E9784}"/>
              </a:ext>
            </a:extLst>
          </p:cNvPr>
          <p:cNvSpPr txBox="1"/>
          <p:nvPr/>
        </p:nvSpPr>
        <p:spPr>
          <a:xfrm>
            <a:off x="874644" y="1683108"/>
            <a:ext cx="5988629" cy="1661993"/>
          </a:xfrm>
          <a:prstGeom prst="rect">
            <a:avLst/>
          </a:prstGeom>
          <a:noFill/>
        </p:spPr>
        <p:txBody>
          <a:bodyPr wrap="square">
            <a:spAutoFit/>
          </a:bodyPr>
          <a:lstStyle/>
          <a:p>
            <a:r>
              <a:rPr lang="en-US" sz="2100" b="1" i="1" dirty="0">
                <a:solidFill>
                  <a:srgbClr val="242021"/>
                </a:solidFill>
                <a:latin typeface="Aptos (Body)"/>
              </a:rPr>
              <a:t>For an exclusive-NOR gate, output X is LOW when input A is LOW and input B is HIGH, or when A is HIGH and B is LOW; X is HIGH when A and B are both HIGH or both LOW. </a:t>
            </a:r>
            <a:br>
              <a:rPr lang="en-US" dirty="0"/>
            </a:br>
            <a:endParaRPr lang="en-US" dirty="0"/>
          </a:p>
        </p:txBody>
      </p:sp>
    </p:spTree>
    <p:extLst>
      <p:ext uri="{BB962C8B-B14F-4D97-AF65-F5344CB8AC3E}">
        <p14:creationId xmlns:p14="http://schemas.microsoft.com/office/powerpoint/2010/main" val="3536088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1.6. The Exclusive-OR and Exclusive-NOR Gates</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Autofit/>
          </a:bodyPr>
          <a:lstStyle/>
          <a:p>
            <a:pPr marL="0" indent="0">
              <a:buNone/>
            </a:pPr>
            <a:r>
              <a:rPr lang="en-US" sz="2400" b="1" i="1" dirty="0">
                <a:solidFill>
                  <a:schemeClr val="tx2">
                    <a:lumMod val="50000"/>
                    <a:lumOff val="50000"/>
                  </a:schemeClr>
                </a:solidFill>
                <a:latin typeface="Aptos (Body)"/>
              </a:rPr>
              <a:t>Operation with Waveform Inputs </a:t>
            </a:r>
            <a:br>
              <a:rPr lang="en-US" sz="1600" dirty="0"/>
            </a:br>
            <a:r>
              <a:rPr lang="en-US" sz="2100" dirty="0">
                <a:solidFill>
                  <a:srgbClr val="242021"/>
                </a:solidFill>
                <a:latin typeface="Aptos (Body)"/>
              </a:rPr>
              <a:t>					</a:t>
            </a:r>
            <a:br>
              <a:rPr lang="en-US" sz="2100" dirty="0">
                <a:solidFill>
                  <a:srgbClr val="242021"/>
                </a:solidFill>
                <a:latin typeface="Aptos (Body)"/>
              </a:rPr>
            </a:br>
            <a:br>
              <a:rPr lang="en-US" sz="2100" dirty="0">
                <a:solidFill>
                  <a:srgbClr val="242021"/>
                </a:solidFill>
                <a:latin typeface="Aptos (Body)"/>
              </a:rPr>
            </a:br>
            <a:br>
              <a:rPr lang="en-US" sz="2100" b="1" i="1" dirty="0">
                <a:solidFill>
                  <a:srgbClr val="FF0000"/>
                </a:solidFill>
                <a:latin typeface="Aptos (Body)"/>
              </a:rPr>
            </a:b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26</a:t>
            </a:fld>
            <a:endParaRPr lang="vi-VN" dirty="0"/>
          </a:p>
        </p:txBody>
      </p:sp>
      <p:pic>
        <p:nvPicPr>
          <p:cNvPr id="5" name="Picture 4">
            <a:extLst>
              <a:ext uri="{FF2B5EF4-FFF2-40B4-BE49-F238E27FC236}">
                <a16:creationId xmlns:a16="http://schemas.microsoft.com/office/drawing/2014/main" id="{9CE7ECD2-28AD-46DB-B9F5-D4E65EC53080}"/>
              </a:ext>
            </a:extLst>
          </p:cNvPr>
          <p:cNvPicPr>
            <a:picLocks noChangeAspect="1"/>
          </p:cNvPicPr>
          <p:nvPr/>
        </p:nvPicPr>
        <p:blipFill>
          <a:blip r:embed="rId2"/>
          <a:stretch>
            <a:fillRect/>
          </a:stretch>
        </p:blipFill>
        <p:spPr>
          <a:xfrm>
            <a:off x="5883864" y="1958482"/>
            <a:ext cx="6253571" cy="2941036"/>
          </a:xfrm>
          <a:prstGeom prst="rect">
            <a:avLst/>
          </a:prstGeom>
        </p:spPr>
      </p:pic>
      <p:pic>
        <p:nvPicPr>
          <p:cNvPr id="9" name="Picture 8">
            <a:extLst>
              <a:ext uri="{FF2B5EF4-FFF2-40B4-BE49-F238E27FC236}">
                <a16:creationId xmlns:a16="http://schemas.microsoft.com/office/drawing/2014/main" id="{ECAA80BB-B1D7-43FB-9F5D-4FC34C4D4418}"/>
              </a:ext>
            </a:extLst>
          </p:cNvPr>
          <p:cNvPicPr>
            <a:picLocks noChangeAspect="1"/>
          </p:cNvPicPr>
          <p:nvPr/>
        </p:nvPicPr>
        <p:blipFill>
          <a:blip r:embed="rId3"/>
          <a:stretch>
            <a:fillRect/>
          </a:stretch>
        </p:blipFill>
        <p:spPr>
          <a:xfrm>
            <a:off x="703359" y="1764581"/>
            <a:ext cx="4905080" cy="3214352"/>
          </a:xfrm>
          <a:prstGeom prst="rect">
            <a:avLst/>
          </a:prstGeom>
        </p:spPr>
      </p:pic>
      <p:pic>
        <p:nvPicPr>
          <p:cNvPr id="10" name="Picture 9">
            <a:extLst>
              <a:ext uri="{FF2B5EF4-FFF2-40B4-BE49-F238E27FC236}">
                <a16:creationId xmlns:a16="http://schemas.microsoft.com/office/drawing/2014/main" id="{7CB7DB9A-45C1-4635-8609-FE411DC1760A}"/>
              </a:ext>
            </a:extLst>
          </p:cNvPr>
          <p:cNvPicPr>
            <a:picLocks noChangeAspect="1"/>
          </p:cNvPicPr>
          <p:nvPr/>
        </p:nvPicPr>
        <p:blipFill>
          <a:blip r:embed="rId4"/>
          <a:stretch>
            <a:fillRect/>
          </a:stretch>
        </p:blipFill>
        <p:spPr>
          <a:xfrm>
            <a:off x="1166190" y="5252074"/>
            <a:ext cx="10774018" cy="809523"/>
          </a:xfrm>
          <a:prstGeom prst="rect">
            <a:avLst/>
          </a:prstGeom>
        </p:spPr>
      </p:pic>
    </p:spTree>
    <p:extLst>
      <p:ext uri="{BB962C8B-B14F-4D97-AF65-F5344CB8AC3E}">
        <p14:creationId xmlns:p14="http://schemas.microsoft.com/office/powerpoint/2010/main" val="1230785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1.6. The Exclusive-OR and Exclusive-NOR Gates</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Autofit/>
          </a:bodyPr>
          <a:lstStyle/>
          <a:p>
            <a:pPr marL="0" indent="0">
              <a:buNone/>
            </a:pPr>
            <a:r>
              <a:rPr lang="en-US" sz="2400" b="1" i="1" dirty="0">
                <a:solidFill>
                  <a:schemeClr val="tx2">
                    <a:lumMod val="50000"/>
                    <a:lumOff val="50000"/>
                  </a:schemeClr>
                </a:solidFill>
                <a:latin typeface="Aptos (Body)"/>
              </a:rPr>
              <a:t>An Application</a:t>
            </a:r>
          </a:p>
          <a:p>
            <a:pPr marL="0" indent="0">
              <a:buNone/>
            </a:pPr>
            <a:br>
              <a:rPr lang="en-US" sz="1600" dirty="0"/>
            </a:br>
            <a:r>
              <a:rPr lang="en-US" sz="2100" dirty="0">
                <a:solidFill>
                  <a:srgbClr val="242021"/>
                </a:solidFill>
                <a:latin typeface="Aptos (Body)"/>
              </a:rPr>
              <a:t>					</a:t>
            </a:r>
            <a:br>
              <a:rPr lang="en-US" sz="2100" dirty="0">
                <a:solidFill>
                  <a:srgbClr val="242021"/>
                </a:solidFill>
                <a:latin typeface="Aptos (Body)"/>
              </a:rPr>
            </a:br>
            <a:br>
              <a:rPr lang="en-US" sz="2100" dirty="0">
                <a:solidFill>
                  <a:srgbClr val="242021"/>
                </a:solidFill>
                <a:latin typeface="Aptos (Body)"/>
              </a:rPr>
            </a:br>
            <a:br>
              <a:rPr lang="en-US" sz="2100" b="1" i="1" dirty="0">
                <a:solidFill>
                  <a:srgbClr val="FF0000"/>
                </a:solidFill>
                <a:latin typeface="Aptos (Body)"/>
              </a:rPr>
            </a:b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27</a:t>
            </a:fld>
            <a:endParaRPr lang="vi-VN" dirty="0"/>
          </a:p>
        </p:txBody>
      </p:sp>
      <p:pic>
        <p:nvPicPr>
          <p:cNvPr id="5" name="Picture 4">
            <a:extLst>
              <a:ext uri="{FF2B5EF4-FFF2-40B4-BE49-F238E27FC236}">
                <a16:creationId xmlns:a16="http://schemas.microsoft.com/office/drawing/2014/main" id="{3083C307-5882-4917-948B-958AC9AC46E9}"/>
              </a:ext>
            </a:extLst>
          </p:cNvPr>
          <p:cNvPicPr>
            <a:picLocks noChangeAspect="1"/>
          </p:cNvPicPr>
          <p:nvPr/>
        </p:nvPicPr>
        <p:blipFill>
          <a:blip r:embed="rId2"/>
          <a:stretch>
            <a:fillRect/>
          </a:stretch>
        </p:blipFill>
        <p:spPr>
          <a:xfrm>
            <a:off x="7453592" y="1418741"/>
            <a:ext cx="4486616" cy="4584683"/>
          </a:xfrm>
          <a:prstGeom prst="rect">
            <a:avLst/>
          </a:prstGeom>
        </p:spPr>
      </p:pic>
      <p:sp>
        <p:nvSpPr>
          <p:cNvPr id="9" name="TextBox 8">
            <a:extLst>
              <a:ext uri="{FF2B5EF4-FFF2-40B4-BE49-F238E27FC236}">
                <a16:creationId xmlns:a16="http://schemas.microsoft.com/office/drawing/2014/main" id="{08A8A0ED-0AAE-4D16-AA5E-F84B27363C40}"/>
              </a:ext>
            </a:extLst>
          </p:cNvPr>
          <p:cNvSpPr txBox="1"/>
          <p:nvPr/>
        </p:nvSpPr>
        <p:spPr>
          <a:xfrm>
            <a:off x="874643" y="1485309"/>
            <a:ext cx="6399613" cy="3816429"/>
          </a:xfrm>
          <a:prstGeom prst="rect">
            <a:avLst/>
          </a:prstGeom>
          <a:noFill/>
        </p:spPr>
        <p:txBody>
          <a:bodyPr wrap="square">
            <a:spAutoFit/>
          </a:bodyPr>
          <a:lstStyle/>
          <a:p>
            <a:r>
              <a:rPr lang="en-US" sz="2200" b="0" i="0" dirty="0">
                <a:solidFill>
                  <a:srgbClr val="242021"/>
                </a:solidFill>
                <a:effectLst/>
                <a:latin typeface="Aptos (Body)"/>
              </a:rPr>
              <a:t>An exclusive-OR gate can be used as a two-bit modulo-2 adder. Recall from Chapter 2 that the basic rules for binary addition are as follows: </a:t>
            </a:r>
          </a:p>
          <a:p>
            <a:r>
              <a:rPr lang="en-US" sz="2200" b="0" i="0" dirty="0">
                <a:solidFill>
                  <a:srgbClr val="242021"/>
                </a:solidFill>
                <a:effectLst/>
                <a:latin typeface="Aptos (Body)"/>
              </a:rPr>
              <a:t>0 + 0 = 0, </a:t>
            </a:r>
          </a:p>
          <a:p>
            <a:r>
              <a:rPr lang="en-US" sz="2200" b="0" i="0" dirty="0">
                <a:solidFill>
                  <a:srgbClr val="242021"/>
                </a:solidFill>
                <a:effectLst/>
                <a:latin typeface="Aptos (Body)"/>
              </a:rPr>
              <a:t>0 + 1 = 1, </a:t>
            </a:r>
          </a:p>
          <a:p>
            <a:r>
              <a:rPr lang="en-US" sz="2200" b="0" i="0" dirty="0">
                <a:solidFill>
                  <a:srgbClr val="242021"/>
                </a:solidFill>
                <a:effectLst/>
                <a:latin typeface="Aptos (Body)"/>
              </a:rPr>
              <a:t>1 + 0 = 1, and</a:t>
            </a:r>
            <a:br>
              <a:rPr lang="en-US" sz="2200" b="0" i="0" dirty="0">
                <a:solidFill>
                  <a:srgbClr val="242021"/>
                </a:solidFill>
                <a:effectLst/>
                <a:latin typeface="Aptos (Body)"/>
              </a:rPr>
            </a:br>
            <a:r>
              <a:rPr lang="en-US" sz="2200" b="0" i="0" dirty="0">
                <a:solidFill>
                  <a:srgbClr val="242021"/>
                </a:solidFill>
                <a:effectLst/>
                <a:latin typeface="Aptos (Body)"/>
              </a:rPr>
              <a:t>1 + 1 = 10. </a:t>
            </a:r>
          </a:p>
          <a:p>
            <a:r>
              <a:rPr lang="en-US" sz="2200" b="0" i="0" dirty="0">
                <a:solidFill>
                  <a:srgbClr val="242021"/>
                </a:solidFill>
                <a:effectLst/>
                <a:latin typeface="Aptos (Body)"/>
              </a:rPr>
              <a:t>An examination of the truth table for an XOR gate shows that its output is </a:t>
            </a:r>
            <a:r>
              <a:rPr lang="en-US" sz="2200" b="0" i="0" dirty="0" err="1">
                <a:solidFill>
                  <a:srgbClr val="242021"/>
                </a:solidFill>
                <a:effectLst/>
                <a:latin typeface="Aptos (Body)"/>
              </a:rPr>
              <a:t>thethe</a:t>
            </a:r>
            <a:r>
              <a:rPr lang="en-US" sz="2200" b="0" i="0" dirty="0">
                <a:solidFill>
                  <a:srgbClr val="242021"/>
                </a:solidFill>
                <a:effectLst/>
                <a:latin typeface="Aptos (Body)"/>
              </a:rPr>
              <a:t> binary sum of the two input bits.</a:t>
            </a:r>
            <a:r>
              <a:rPr lang="en-US" sz="2200" dirty="0">
                <a:latin typeface="Aptos (Body)"/>
              </a:rPr>
              <a:t> </a:t>
            </a:r>
            <a:br>
              <a:rPr lang="en-US" sz="2200" dirty="0">
                <a:latin typeface="Aptos (Body)"/>
              </a:rPr>
            </a:br>
            <a:endParaRPr lang="en-US" sz="2200" dirty="0">
              <a:latin typeface="Aptos (Body)"/>
            </a:endParaRPr>
          </a:p>
        </p:txBody>
      </p:sp>
    </p:spTree>
    <p:extLst>
      <p:ext uri="{BB962C8B-B14F-4D97-AF65-F5344CB8AC3E}">
        <p14:creationId xmlns:p14="http://schemas.microsoft.com/office/powerpoint/2010/main" val="3024835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1.7. Programmable Logic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buNone/>
            </a:pPr>
            <a:r>
              <a:rPr lang="en-US" sz="2400" b="1" i="1" dirty="0">
                <a:solidFill>
                  <a:schemeClr val="tx2">
                    <a:lumMod val="50000"/>
                    <a:lumOff val="50000"/>
                  </a:schemeClr>
                </a:solidFill>
                <a:latin typeface="Aptos (Body)"/>
              </a:rPr>
              <a:t>The AND Array</a:t>
            </a:r>
            <a:br>
              <a:rPr lang="en-US" sz="2100" b="1" i="1" dirty="0">
                <a:solidFill>
                  <a:schemeClr val="tx2">
                    <a:lumMod val="50000"/>
                    <a:lumOff val="50000"/>
                  </a:schemeClr>
                </a:solidFill>
                <a:latin typeface="Aptos (Body)"/>
              </a:rPr>
            </a:br>
            <a:r>
              <a:rPr lang="en-US" dirty="0">
                <a:solidFill>
                  <a:srgbClr val="242021"/>
                </a:solidFill>
                <a:latin typeface="Aptos (Body)"/>
              </a:rPr>
              <a:t>Most types of PLDs use some form of AND array. Basically, this array consists of AND gates and a matrix of interconnections with a programmable link at each cross point. </a:t>
            </a:r>
            <a:br>
              <a:rPr lang="en-US" sz="2100" dirty="0">
                <a:solidFill>
                  <a:srgbClr val="242021"/>
                </a:solidFill>
                <a:latin typeface="Aptos (Body)"/>
              </a:rPr>
            </a:br>
            <a:br>
              <a:rPr lang="en-US" sz="2100" dirty="0">
                <a:solidFill>
                  <a:srgbClr val="242021"/>
                </a:solidFill>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28</a:t>
            </a:fld>
            <a:endParaRPr lang="vi-VN" dirty="0"/>
          </a:p>
        </p:txBody>
      </p:sp>
      <p:pic>
        <p:nvPicPr>
          <p:cNvPr id="5" name="Picture 4">
            <a:extLst>
              <a:ext uri="{FF2B5EF4-FFF2-40B4-BE49-F238E27FC236}">
                <a16:creationId xmlns:a16="http://schemas.microsoft.com/office/drawing/2014/main" id="{84F8DEAC-21F9-4C25-A33F-0877D49A1303}"/>
              </a:ext>
            </a:extLst>
          </p:cNvPr>
          <p:cNvPicPr>
            <a:picLocks noChangeAspect="1"/>
          </p:cNvPicPr>
          <p:nvPr/>
        </p:nvPicPr>
        <p:blipFill>
          <a:blip r:embed="rId2"/>
          <a:stretch>
            <a:fillRect/>
          </a:stretch>
        </p:blipFill>
        <p:spPr>
          <a:xfrm>
            <a:off x="1100769" y="2323431"/>
            <a:ext cx="10321766" cy="4099863"/>
          </a:xfrm>
          <a:prstGeom prst="rect">
            <a:avLst/>
          </a:prstGeom>
        </p:spPr>
      </p:pic>
      <p:pic>
        <p:nvPicPr>
          <p:cNvPr id="9" name="Picture 8">
            <a:extLst>
              <a:ext uri="{FF2B5EF4-FFF2-40B4-BE49-F238E27FC236}">
                <a16:creationId xmlns:a16="http://schemas.microsoft.com/office/drawing/2014/main" id="{9228EA2F-53F4-409D-9A57-99DDAA54958B}"/>
              </a:ext>
            </a:extLst>
          </p:cNvPr>
          <p:cNvPicPr>
            <a:picLocks noChangeAspect="1"/>
          </p:cNvPicPr>
          <p:nvPr/>
        </p:nvPicPr>
        <p:blipFill>
          <a:blip r:embed="rId3"/>
          <a:stretch>
            <a:fillRect/>
          </a:stretch>
        </p:blipFill>
        <p:spPr>
          <a:xfrm>
            <a:off x="3359507" y="6155004"/>
            <a:ext cx="5804291" cy="652983"/>
          </a:xfrm>
          <a:prstGeom prst="rect">
            <a:avLst/>
          </a:prstGeom>
        </p:spPr>
      </p:pic>
    </p:spTree>
    <p:extLst>
      <p:ext uri="{BB962C8B-B14F-4D97-AF65-F5344CB8AC3E}">
        <p14:creationId xmlns:p14="http://schemas.microsoft.com/office/powerpoint/2010/main" val="361625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1.7. Programmable Logic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3" y="1086678"/>
            <a:ext cx="10946295" cy="5248810"/>
          </a:xfrm>
        </p:spPr>
        <p:txBody>
          <a:bodyPr>
            <a:normAutofit/>
          </a:bodyPr>
          <a:lstStyle/>
          <a:p>
            <a:pPr marL="0" indent="0">
              <a:buNone/>
            </a:pPr>
            <a:r>
              <a:rPr lang="en-US" sz="2400" b="1" i="1" dirty="0">
                <a:solidFill>
                  <a:schemeClr val="tx2">
                    <a:lumMod val="50000"/>
                    <a:lumOff val="50000"/>
                  </a:schemeClr>
                </a:solidFill>
                <a:latin typeface="Aptos (Body)"/>
              </a:rPr>
              <a:t>Programmable Link Process Technologies</a:t>
            </a:r>
            <a:br>
              <a:rPr lang="en-US" b="0" i="0" dirty="0">
                <a:solidFill>
                  <a:srgbClr val="00803E"/>
                </a:solidFill>
                <a:effectLst/>
                <a:latin typeface="Helvetica" panose="020B0604020202020204" pitchFamily="34" charset="0"/>
              </a:rPr>
            </a:br>
            <a:r>
              <a:rPr lang="en-US" dirty="0">
                <a:solidFill>
                  <a:srgbClr val="242021"/>
                </a:solidFill>
                <a:latin typeface="Aptos (Body)"/>
              </a:rPr>
              <a:t>A process technology is the physical method by which a link is made. Several different process technologies are used for programmable links in PLDs.</a:t>
            </a:r>
            <a:br>
              <a:rPr lang="en-US" dirty="0">
                <a:solidFill>
                  <a:srgbClr val="242021"/>
                </a:solidFill>
                <a:latin typeface="Aptos (Body)"/>
              </a:rPr>
            </a:br>
            <a:r>
              <a:rPr lang="en-US" sz="2400" b="1" i="1" dirty="0">
                <a:solidFill>
                  <a:schemeClr val="tx2">
                    <a:lumMod val="50000"/>
                    <a:lumOff val="50000"/>
                  </a:schemeClr>
                </a:solidFill>
                <a:latin typeface="Aptos (Body)"/>
              </a:rPr>
              <a:t>Fuse Technology</a:t>
            </a:r>
            <a:br>
              <a:rPr lang="en-US" b="1" i="0" dirty="0">
                <a:solidFill>
                  <a:srgbClr val="0090D6"/>
                </a:solidFill>
                <a:effectLst/>
                <a:latin typeface="Helvetica-Bold"/>
              </a:rPr>
            </a:br>
            <a:r>
              <a:rPr lang="en-US" dirty="0">
                <a:solidFill>
                  <a:srgbClr val="242021"/>
                </a:solidFill>
                <a:latin typeface="Aptos (Body)"/>
              </a:rPr>
              <a:t>This was the original programmable link technology. It is still used in some SPLDs. The fuse is a metal link that connects a row and a column in the interconnection matrix. </a:t>
            </a:r>
            <a:br>
              <a:rPr lang="en-US" sz="2100" dirty="0">
                <a:solidFill>
                  <a:srgbClr val="242021"/>
                </a:solidFill>
                <a:latin typeface="Aptos (Body)"/>
              </a:rPr>
            </a:b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29</a:t>
            </a:fld>
            <a:endParaRPr lang="vi-VN" dirty="0"/>
          </a:p>
        </p:txBody>
      </p:sp>
      <p:pic>
        <p:nvPicPr>
          <p:cNvPr id="3" name="Picture 2">
            <a:extLst>
              <a:ext uri="{FF2B5EF4-FFF2-40B4-BE49-F238E27FC236}">
                <a16:creationId xmlns:a16="http://schemas.microsoft.com/office/drawing/2014/main" id="{C4F34A6C-14D9-45C3-9CB2-38EC312EC572}"/>
              </a:ext>
            </a:extLst>
          </p:cNvPr>
          <p:cNvPicPr>
            <a:picLocks noChangeAspect="1"/>
          </p:cNvPicPr>
          <p:nvPr/>
        </p:nvPicPr>
        <p:blipFill>
          <a:blip r:embed="rId2"/>
          <a:stretch>
            <a:fillRect/>
          </a:stretch>
        </p:blipFill>
        <p:spPr>
          <a:xfrm>
            <a:off x="2152650" y="3357582"/>
            <a:ext cx="8235010" cy="2680822"/>
          </a:xfrm>
          <a:prstGeom prst="rect">
            <a:avLst/>
          </a:prstGeom>
        </p:spPr>
      </p:pic>
      <p:pic>
        <p:nvPicPr>
          <p:cNvPr id="5" name="Picture 4">
            <a:extLst>
              <a:ext uri="{FF2B5EF4-FFF2-40B4-BE49-F238E27FC236}">
                <a16:creationId xmlns:a16="http://schemas.microsoft.com/office/drawing/2014/main" id="{FFB6A4E3-ECE7-4804-B1FE-247DE90C1285}"/>
              </a:ext>
            </a:extLst>
          </p:cNvPr>
          <p:cNvPicPr>
            <a:picLocks noChangeAspect="1"/>
          </p:cNvPicPr>
          <p:nvPr/>
        </p:nvPicPr>
        <p:blipFill>
          <a:blip r:embed="rId3"/>
          <a:stretch>
            <a:fillRect/>
          </a:stretch>
        </p:blipFill>
        <p:spPr>
          <a:xfrm>
            <a:off x="3618192" y="6214017"/>
            <a:ext cx="4955616" cy="594168"/>
          </a:xfrm>
          <a:prstGeom prst="rect">
            <a:avLst/>
          </a:prstGeom>
        </p:spPr>
      </p:pic>
    </p:spTree>
    <p:extLst>
      <p:ext uri="{BB962C8B-B14F-4D97-AF65-F5344CB8AC3E}">
        <p14:creationId xmlns:p14="http://schemas.microsoft.com/office/powerpoint/2010/main" val="2360079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1.7. Programmable Logic </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1065564" cy="5248810"/>
          </a:xfrm>
        </p:spPr>
        <p:txBody>
          <a:bodyPr>
            <a:normAutofit/>
          </a:bodyPr>
          <a:lstStyle/>
          <a:p>
            <a:pPr marL="0" indent="0">
              <a:buNone/>
            </a:pPr>
            <a:r>
              <a:rPr lang="en-US" sz="2400" b="1" i="1" dirty="0" err="1">
                <a:solidFill>
                  <a:schemeClr val="tx2">
                    <a:lumMod val="50000"/>
                    <a:lumOff val="50000"/>
                  </a:schemeClr>
                </a:solidFill>
                <a:latin typeface="Aptos (Body)"/>
              </a:rPr>
              <a:t>Antifuse</a:t>
            </a:r>
            <a:r>
              <a:rPr lang="en-US" sz="2400" b="1" i="1" dirty="0">
                <a:solidFill>
                  <a:schemeClr val="tx2">
                    <a:lumMod val="50000"/>
                    <a:lumOff val="50000"/>
                  </a:schemeClr>
                </a:solidFill>
                <a:latin typeface="Aptos (Body)"/>
              </a:rPr>
              <a:t> Technology</a:t>
            </a:r>
            <a:br>
              <a:rPr lang="en-US" b="1" i="0" dirty="0">
                <a:solidFill>
                  <a:srgbClr val="0090D6"/>
                </a:solidFill>
                <a:effectLst/>
                <a:latin typeface="Helvetica-Bold"/>
              </a:rPr>
            </a:br>
            <a:r>
              <a:rPr lang="en-US" dirty="0">
                <a:solidFill>
                  <a:srgbClr val="242021"/>
                </a:solidFill>
                <a:latin typeface="Aptos (Body)"/>
              </a:rPr>
              <a:t>An </a:t>
            </a:r>
            <a:r>
              <a:rPr lang="en-US" dirty="0" err="1">
                <a:solidFill>
                  <a:srgbClr val="242021"/>
                </a:solidFill>
                <a:latin typeface="Aptos (Body)"/>
              </a:rPr>
              <a:t>antifuse</a:t>
            </a:r>
            <a:r>
              <a:rPr lang="en-US" dirty="0">
                <a:solidFill>
                  <a:srgbClr val="242021"/>
                </a:solidFill>
                <a:latin typeface="Aptos (Body)"/>
              </a:rPr>
              <a:t> programmable link is the opposite of a fuse link. Instead of breaking the connection, a connection is made during programming. </a:t>
            </a:r>
            <a:br>
              <a:rPr lang="en-US" sz="2100" dirty="0">
                <a:solidFill>
                  <a:srgbClr val="242021"/>
                </a:solidFill>
                <a:latin typeface="Aptos (Body)"/>
              </a:rPr>
            </a:br>
            <a:br>
              <a:rPr lang="en-US" sz="2100" dirty="0">
                <a:solidFill>
                  <a:srgbClr val="242021"/>
                </a:solidFill>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30</a:t>
            </a:fld>
            <a:endParaRPr lang="vi-VN" dirty="0"/>
          </a:p>
        </p:txBody>
      </p:sp>
      <p:pic>
        <p:nvPicPr>
          <p:cNvPr id="3" name="Picture 2">
            <a:extLst>
              <a:ext uri="{FF2B5EF4-FFF2-40B4-BE49-F238E27FC236}">
                <a16:creationId xmlns:a16="http://schemas.microsoft.com/office/drawing/2014/main" id="{692BC292-6813-40D2-A3E3-88A643E014F5}"/>
              </a:ext>
            </a:extLst>
          </p:cNvPr>
          <p:cNvPicPr>
            <a:picLocks noChangeAspect="1"/>
          </p:cNvPicPr>
          <p:nvPr/>
        </p:nvPicPr>
        <p:blipFill>
          <a:blip r:embed="rId2"/>
          <a:stretch>
            <a:fillRect/>
          </a:stretch>
        </p:blipFill>
        <p:spPr>
          <a:xfrm>
            <a:off x="1690011" y="2437612"/>
            <a:ext cx="9339191" cy="2743718"/>
          </a:xfrm>
          <a:prstGeom prst="rect">
            <a:avLst/>
          </a:prstGeom>
        </p:spPr>
      </p:pic>
      <p:pic>
        <p:nvPicPr>
          <p:cNvPr id="5" name="Picture 4">
            <a:extLst>
              <a:ext uri="{FF2B5EF4-FFF2-40B4-BE49-F238E27FC236}">
                <a16:creationId xmlns:a16="http://schemas.microsoft.com/office/drawing/2014/main" id="{7B648B0C-9340-4C13-8E35-2DB3343D8C01}"/>
              </a:ext>
            </a:extLst>
          </p:cNvPr>
          <p:cNvPicPr>
            <a:picLocks noChangeAspect="1"/>
          </p:cNvPicPr>
          <p:nvPr/>
        </p:nvPicPr>
        <p:blipFill>
          <a:blip r:embed="rId3"/>
          <a:stretch>
            <a:fillRect/>
          </a:stretch>
        </p:blipFill>
        <p:spPr>
          <a:xfrm>
            <a:off x="3056773" y="5356943"/>
            <a:ext cx="5729418" cy="621587"/>
          </a:xfrm>
          <a:prstGeom prst="rect">
            <a:avLst/>
          </a:prstGeom>
        </p:spPr>
      </p:pic>
    </p:spTree>
    <p:extLst>
      <p:ext uri="{BB962C8B-B14F-4D97-AF65-F5344CB8AC3E}">
        <p14:creationId xmlns:p14="http://schemas.microsoft.com/office/powerpoint/2010/main" val="220358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1.7. Programmable Logic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buNone/>
            </a:pPr>
            <a:r>
              <a:rPr lang="en-US" sz="2400" b="1" i="1" dirty="0">
                <a:solidFill>
                  <a:schemeClr val="tx2">
                    <a:lumMod val="50000"/>
                    <a:lumOff val="50000"/>
                  </a:schemeClr>
                </a:solidFill>
                <a:latin typeface="Aptos (Body)"/>
              </a:rPr>
              <a:t>EPROM Technology</a:t>
            </a:r>
            <a:br>
              <a:rPr lang="en-US" b="1" i="0" dirty="0">
                <a:solidFill>
                  <a:srgbClr val="0090D6"/>
                </a:solidFill>
                <a:effectLst/>
                <a:latin typeface="Helvetica-Bold"/>
              </a:rPr>
            </a:br>
            <a:r>
              <a:rPr lang="en-US" b="0" i="0" dirty="0">
                <a:solidFill>
                  <a:srgbClr val="242021"/>
                </a:solidFill>
                <a:effectLst/>
                <a:latin typeface="Times-Roman"/>
              </a:rPr>
              <a:t>In certain programmable logic devices, the programmable links are similar to the memory</a:t>
            </a:r>
            <a:br>
              <a:rPr lang="en-US" b="0" i="0" dirty="0">
                <a:solidFill>
                  <a:srgbClr val="242021"/>
                </a:solidFill>
                <a:effectLst/>
                <a:latin typeface="Times-Roman"/>
              </a:rPr>
            </a:br>
            <a:r>
              <a:rPr lang="en-US" b="0" i="0" dirty="0">
                <a:solidFill>
                  <a:srgbClr val="242021"/>
                </a:solidFill>
                <a:effectLst/>
                <a:latin typeface="Times-Roman"/>
              </a:rPr>
              <a:t>cells in </a:t>
            </a:r>
            <a:r>
              <a:rPr lang="en-US" b="1" i="0" dirty="0">
                <a:solidFill>
                  <a:srgbClr val="006D96"/>
                </a:solidFill>
                <a:effectLst/>
                <a:latin typeface="Times-Bold"/>
              </a:rPr>
              <a:t>EPROMs </a:t>
            </a:r>
            <a:r>
              <a:rPr lang="en-US" b="0" i="0" dirty="0">
                <a:solidFill>
                  <a:srgbClr val="242021"/>
                </a:solidFill>
                <a:effectLst/>
                <a:latin typeface="Times-Roman"/>
              </a:rPr>
              <a:t>(electrically programmable read-only memories). This type of PLD is programmed using a special tool known as a device programmer.</a:t>
            </a:r>
            <a:r>
              <a:rPr lang="en-US" dirty="0"/>
              <a:t> </a:t>
            </a:r>
            <a:br>
              <a:rPr lang="en-US" dirty="0"/>
            </a:br>
            <a:br>
              <a:rPr lang="en-US" sz="1600" dirty="0"/>
            </a:br>
            <a:endParaRPr lang="en-US" sz="2100" b="1" i="1" dirty="0">
              <a:solidFill>
                <a:schemeClr val="tx2">
                  <a:lumMod val="50000"/>
                  <a:lumOff val="50000"/>
                </a:schemeClr>
              </a:solidFill>
              <a:latin typeface="Aptos (Body)"/>
            </a:endParaRPr>
          </a:p>
          <a:p>
            <a:pPr marL="0" indent="0">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31</a:t>
            </a:fld>
            <a:endParaRPr lang="vi-VN" dirty="0"/>
          </a:p>
        </p:txBody>
      </p:sp>
      <p:pic>
        <p:nvPicPr>
          <p:cNvPr id="3" name="Picture 2">
            <a:extLst>
              <a:ext uri="{FF2B5EF4-FFF2-40B4-BE49-F238E27FC236}">
                <a16:creationId xmlns:a16="http://schemas.microsoft.com/office/drawing/2014/main" id="{0D9BBD58-E4A5-414D-AEEA-13995973F585}"/>
              </a:ext>
            </a:extLst>
          </p:cNvPr>
          <p:cNvPicPr>
            <a:picLocks noChangeAspect="1"/>
          </p:cNvPicPr>
          <p:nvPr/>
        </p:nvPicPr>
        <p:blipFill>
          <a:blip r:embed="rId2"/>
          <a:stretch>
            <a:fillRect/>
          </a:stretch>
        </p:blipFill>
        <p:spPr>
          <a:xfrm>
            <a:off x="2740035" y="2646431"/>
            <a:ext cx="7043236" cy="4047232"/>
          </a:xfrm>
          <a:prstGeom prst="rect">
            <a:avLst/>
          </a:prstGeom>
        </p:spPr>
      </p:pic>
    </p:spTree>
    <p:extLst>
      <p:ext uri="{BB962C8B-B14F-4D97-AF65-F5344CB8AC3E}">
        <p14:creationId xmlns:p14="http://schemas.microsoft.com/office/powerpoint/2010/main" val="2550472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1.7. Programmable Logic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891610"/>
            <a:ext cx="10774018" cy="5443878"/>
          </a:xfrm>
        </p:spPr>
        <p:txBody>
          <a:bodyPr>
            <a:normAutofit/>
          </a:bodyPr>
          <a:lstStyle/>
          <a:p>
            <a:pPr marL="0" indent="0">
              <a:buNone/>
            </a:pPr>
            <a:r>
              <a:rPr lang="en-US" sz="2400" b="1" i="1" dirty="0">
                <a:solidFill>
                  <a:schemeClr val="tx2">
                    <a:lumMod val="50000"/>
                    <a:lumOff val="50000"/>
                  </a:schemeClr>
                </a:solidFill>
                <a:latin typeface="Aptos (Body)"/>
              </a:rPr>
              <a:t>EEPROM Technology</a:t>
            </a:r>
            <a:br>
              <a:rPr lang="en-US" b="1" i="0" dirty="0">
                <a:solidFill>
                  <a:srgbClr val="0090D6"/>
                </a:solidFill>
                <a:effectLst/>
                <a:latin typeface="Aptos (Body)"/>
              </a:rPr>
            </a:br>
            <a:r>
              <a:rPr lang="en-US" b="0" i="0" dirty="0">
                <a:solidFill>
                  <a:srgbClr val="242021"/>
                </a:solidFill>
                <a:effectLst/>
                <a:latin typeface="Aptos (Body)"/>
              </a:rPr>
              <a:t>Electrically erasable programmable read-only memory technology is similar to EPROM</a:t>
            </a:r>
            <a:r>
              <a:rPr lang="vi-VN" b="0" i="0" dirty="0">
                <a:solidFill>
                  <a:srgbClr val="242021"/>
                </a:solidFill>
                <a:effectLst/>
                <a:latin typeface="Aptos (Body)"/>
              </a:rPr>
              <a:t> </a:t>
            </a:r>
            <a:r>
              <a:rPr lang="en-US" b="0" i="0" dirty="0">
                <a:solidFill>
                  <a:srgbClr val="242021"/>
                </a:solidFill>
                <a:effectLst/>
                <a:latin typeface="Aptos (Body)"/>
              </a:rPr>
              <a:t>because it also uses a type of floating-gate transistor in </a:t>
            </a:r>
            <a:r>
              <a:rPr lang="vi-VN" b="0" i="0" dirty="0">
                <a:solidFill>
                  <a:srgbClr val="242021"/>
                </a:solidFill>
                <a:effectLst/>
                <a:latin typeface="Aptos (Body)"/>
              </a:rPr>
              <a:t>               </a:t>
            </a:r>
            <a:r>
              <a:rPr lang="en-US" b="0" i="0" dirty="0">
                <a:solidFill>
                  <a:srgbClr val="242021"/>
                </a:solidFill>
                <a:effectLst/>
                <a:latin typeface="Aptos (Body)"/>
              </a:rPr>
              <a:t>cells.</a:t>
            </a:r>
            <a:r>
              <a:rPr lang="en-US" dirty="0">
                <a:latin typeface="Aptos (Body)"/>
              </a:rPr>
              <a:t> </a:t>
            </a:r>
            <a:br>
              <a:rPr lang="en-US" dirty="0">
                <a:latin typeface="Aptos (Body)"/>
              </a:rPr>
            </a:br>
            <a:r>
              <a:rPr lang="en-US" sz="2400" b="1" i="1" dirty="0">
                <a:solidFill>
                  <a:schemeClr val="tx2">
                    <a:lumMod val="50000"/>
                    <a:lumOff val="50000"/>
                  </a:schemeClr>
                </a:solidFill>
                <a:latin typeface="Aptos (Body)"/>
              </a:rPr>
              <a:t>Flash Technology</a:t>
            </a:r>
            <a:br>
              <a:rPr lang="en-US" b="1" i="0" dirty="0">
                <a:solidFill>
                  <a:srgbClr val="0090D6"/>
                </a:solidFill>
                <a:effectLst/>
                <a:latin typeface="Aptos (Body)"/>
              </a:rPr>
            </a:br>
            <a:r>
              <a:rPr lang="en-US" b="1" i="0" dirty="0">
                <a:solidFill>
                  <a:srgbClr val="006D96"/>
                </a:solidFill>
                <a:effectLst/>
                <a:latin typeface="Aptos (Body)"/>
              </a:rPr>
              <a:t>Flash </a:t>
            </a:r>
            <a:r>
              <a:rPr lang="en-US" b="0" i="0" dirty="0">
                <a:solidFill>
                  <a:srgbClr val="242021"/>
                </a:solidFill>
                <a:effectLst/>
                <a:latin typeface="Aptos (Body)"/>
              </a:rPr>
              <a:t>technology is based on a single transistor link and is both nonvolatile and reprogrammable. Flash elements are a type of EEPROM but are faster and result in higher density</a:t>
            </a:r>
            <a:r>
              <a:rPr lang="vi-VN" b="0" i="0" dirty="0">
                <a:solidFill>
                  <a:srgbClr val="242021"/>
                </a:solidFill>
                <a:effectLst/>
                <a:latin typeface="Aptos (Body)"/>
              </a:rPr>
              <a:t> </a:t>
            </a:r>
            <a:r>
              <a:rPr lang="en-US" b="0" i="0" dirty="0">
                <a:solidFill>
                  <a:srgbClr val="242021"/>
                </a:solidFill>
                <a:effectLst/>
                <a:latin typeface="Aptos (Body)"/>
              </a:rPr>
              <a:t>devices than the standard EEPROM link.</a:t>
            </a:r>
            <a:r>
              <a:rPr lang="en-US" dirty="0">
                <a:latin typeface="Aptos (Body)"/>
              </a:rPr>
              <a:t> </a:t>
            </a:r>
            <a:br>
              <a:rPr lang="en-US" dirty="0">
                <a:latin typeface="Aptos (Body)"/>
              </a:rPr>
            </a:br>
            <a:r>
              <a:rPr lang="en-US" sz="2400" b="1" i="1" dirty="0">
                <a:solidFill>
                  <a:schemeClr val="tx2">
                    <a:lumMod val="50000"/>
                    <a:lumOff val="50000"/>
                  </a:schemeClr>
                </a:solidFill>
                <a:latin typeface="Aptos (Body)"/>
              </a:rPr>
              <a:t>SRAM Technology</a:t>
            </a:r>
            <a:br>
              <a:rPr lang="en-US" b="1" i="0" dirty="0">
                <a:solidFill>
                  <a:srgbClr val="0090D6"/>
                </a:solidFill>
                <a:effectLst/>
                <a:latin typeface="Aptos (Body)"/>
              </a:rPr>
            </a:br>
            <a:r>
              <a:rPr lang="en-US" b="0" i="0" dirty="0">
                <a:solidFill>
                  <a:srgbClr val="242021"/>
                </a:solidFill>
                <a:effectLst/>
                <a:latin typeface="Aptos (Body)"/>
              </a:rPr>
              <a:t>Many FPGAs and some CPLDs use a process technology similar to that used in </a:t>
            </a:r>
            <a:r>
              <a:rPr lang="en-US" b="1" i="0" dirty="0">
                <a:solidFill>
                  <a:srgbClr val="006D96"/>
                </a:solidFill>
                <a:effectLst/>
                <a:latin typeface="Aptos (Body)"/>
              </a:rPr>
              <a:t>SRAMs</a:t>
            </a:r>
            <a:br>
              <a:rPr lang="en-US" b="1" i="0" dirty="0">
                <a:solidFill>
                  <a:srgbClr val="006D96"/>
                </a:solidFill>
                <a:effectLst/>
                <a:latin typeface="Aptos (Body)"/>
              </a:rPr>
            </a:br>
            <a:r>
              <a:rPr lang="en-US" b="0" i="0" dirty="0">
                <a:solidFill>
                  <a:srgbClr val="242021"/>
                </a:solidFill>
                <a:effectLst/>
                <a:latin typeface="Aptos (Body)"/>
              </a:rPr>
              <a:t>(static random-access memories). </a:t>
            </a: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32</a:t>
            </a:fld>
            <a:endParaRPr lang="vi-VN" dirty="0"/>
          </a:p>
        </p:txBody>
      </p:sp>
      <p:pic>
        <p:nvPicPr>
          <p:cNvPr id="3" name="Picture 2">
            <a:extLst>
              <a:ext uri="{FF2B5EF4-FFF2-40B4-BE49-F238E27FC236}">
                <a16:creationId xmlns:a16="http://schemas.microsoft.com/office/drawing/2014/main" id="{F8F54F09-7EA4-407B-99B8-942516BD1A35}"/>
              </a:ext>
            </a:extLst>
          </p:cNvPr>
          <p:cNvPicPr>
            <a:picLocks noChangeAspect="1"/>
          </p:cNvPicPr>
          <p:nvPr/>
        </p:nvPicPr>
        <p:blipFill>
          <a:blip r:embed="rId2"/>
          <a:stretch>
            <a:fillRect/>
          </a:stretch>
        </p:blipFill>
        <p:spPr>
          <a:xfrm>
            <a:off x="3597288" y="1625811"/>
            <a:ext cx="809738" cy="295316"/>
          </a:xfrm>
          <a:prstGeom prst="rect">
            <a:avLst/>
          </a:prstGeom>
        </p:spPr>
      </p:pic>
      <p:pic>
        <p:nvPicPr>
          <p:cNvPr id="5" name="Picture 4">
            <a:extLst>
              <a:ext uri="{FF2B5EF4-FFF2-40B4-BE49-F238E27FC236}">
                <a16:creationId xmlns:a16="http://schemas.microsoft.com/office/drawing/2014/main" id="{4A0DEAB2-C26B-408B-9BC0-87646A2F7E61}"/>
              </a:ext>
            </a:extLst>
          </p:cNvPr>
          <p:cNvPicPr>
            <a:picLocks noChangeAspect="1"/>
          </p:cNvPicPr>
          <p:nvPr/>
        </p:nvPicPr>
        <p:blipFill>
          <a:blip r:embed="rId3"/>
          <a:stretch>
            <a:fillRect/>
          </a:stretch>
        </p:blipFill>
        <p:spPr>
          <a:xfrm>
            <a:off x="543338" y="4310798"/>
            <a:ext cx="4243274" cy="2523533"/>
          </a:xfrm>
          <a:prstGeom prst="rect">
            <a:avLst/>
          </a:prstGeom>
        </p:spPr>
      </p:pic>
      <p:pic>
        <p:nvPicPr>
          <p:cNvPr id="7" name="Picture 6">
            <a:extLst>
              <a:ext uri="{FF2B5EF4-FFF2-40B4-BE49-F238E27FC236}">
                <a16:creationId xmlns:a16="http://schemas.microsoft.com/office/drawing/2014/main" id="{807C7ED5-1653-477D-8B4A-EAE2D997AD05}"/>
              </a:ext>
            </a:extLst>
          </p:cNvPr>
          <p:cNvPicPr>
            <a:picLocks noChangeAspect="1"/>
          </p:cNvPicPr>
          <p:nvPr/>
        </p:nvPicPr>
        <p:blipFill>
          <a:blip r:embed="rId4"/>
          <a:stretch>
            <a:fillRect/>
          </a:stretch>
        </p:blipFill>
        <p:spPr>
          <a:xfrm>
            <a:off x="5268192" y="4062362"/>
            <a:ext cx="6190435" cy="1904028"/>
          </a:xfrm>
          <a:prstGeom prst="rect">
            <a:avLst/>
          </a:prstGeom>
        </p:spPr>
      </p:pic>
      <p:pic>
        <p:nvPicPr>
          <p:cNvPr id="9" name="Picture 8">
            <a:extLst>
              <a:ext uri="{FF2B5EF4-FFF2-40B4-BE49-F238E27FC236}">
                <a16:creationId xmlns:a16="http://schemas.microsoft.com/office/drawing/2014/main" id="{DE1DFDCC-1359-439D-B23E-D2C1CAB148A8}"/>
              </a:ext>
            </a:extLst>
          </p:cNvPr>
          <p:cNvPicPr>
            <a:picLocks noChangeAspect="1"/>
          </p:cNvPicPr>
          <p:nvPr/>
        </p:nvPicPr>
        <p:blipFill>
          <a:blip r:embed="rId5"/>
          <a:stretch>
            <a:fillRect/>
          </a:stretch>
        </p:blipFill>
        <p:spPr>
          <a:xfrm>
            <a:off x="5734143" y="6244364"/>
            <a:ext cx="5258534" cy="266737"/>
          </a:xfrm>
          <a:prstGeom prst="rect">
            <a:avLst/>
          </a:prstGeom>
        </p:spPr>
      </p:pic>
    </p:spTree>
    <p:extLst>
      <p:ext uri="{BB962C8B-B14F-4D97-AF65-F5344CB8AC3E}">
        <p14:creationId xmlns:p14="http://schemas.microsoft.com/office/powerpoint/2010/main" val="26153209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1.7. Programmable Logic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027997" y="4025791"/>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buNone/>
            </a:pPr>
            <a:r>
              <a:rPr lang="en-US" sz="2400" b="1" i="1" dirty="0">
                <a:solidFill>
                  <a:schemeClr val="tx2">
                    <a:lumMod val="50000"/>
                    <a:lumOff val="50000"/>
                  </a:schemeClr>
                </a:solidFill>
                <a:latin typeface="Aptos (Body)"/>
              </a:rPr>
              <a:t>Device Programming </a:t>
            </a:r>
            <a:endParaRPr lang="vi-VN" sz="2400" b="1" i="1" dirty="0">
              <a:solidFill>
                <a:schemeClr val="tx2">
                  <a:lumMod val="50000"/>
                  <a:lumOff val="50000"/>
                </a:schemeClr>
              </a:solidFill>
              <a:latin typeface="Aptos (Body)"/>
            </a:endParaRPr>
          </a:p>
          <a:p>
            <a:pPr marL="0" indent="0">
              <a:buNone/>
            </a:pPr>
            <a:endParaRPr lang="vi-VN" sz="2100" b="1" i="1" dirty="0">
              <a:solidFill>
                <a:schemeClr val="tx2">
                  <a:lumMod val="50000"/>
                  <a:lumOff val="50000"/>
                </a:schemeClr>
              </a:solidFill>
              <a:latin typeface="Aptos (Body)"/>
            </a:endParaRPr>
          </a:p>
          <a:p>
            <a:pPr marL="0" indent="0">
              <a:buNone/>
            </a:pPr>
            <a:br>
              <a:rPr lang="en-US" sz="1600" dirty="0"/>
            </a:br>
            <a:br>
              <a:rPr lang="en-US" sz="2100" b="1" i="1" dirty="0">
                <a:solidFill>
                  <a:schemeClr val="tx2">
                    <a:lumMod val="50000"/>
                    <a:lumOff val="50000"/>
                  </a:schemeClr>
                </a:solidFill>
                <a:latin typeface="Aptos (Body)"/>
              </a:rPr>
            </a:b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33</a:t>
            </a:fld>
            <a:endParaRPr lang="vi-VN" dirty="0"/>
          </a:p>
        </p:txBody>
      </p:sp>
      <p:pic>
        <p:nvPicPr>
          <p:cNvPr id="3" name="Picture 2">
            <a:extLst>
              <a:ext uri="{FF2B5EF4-FFF2-40B4-BE49-F238E27FC236}">
                <a16:creationId xmlns:a16="http://schemas.microsoft.com/office/drawing/2014/main" id="{DD0DE657-0404-47ED-B1C0-DFCBF417028C}"/>
              </a:ext>
            </a:extLst>
          </p:cNvPr>
          <p:cNvPicPr>
            <a:picLocks noChangeAspect="1"/>
          </p:cNvPicPr>
          <p:nvPr/>
        </p:nvPicPr>
        <p:blipFill>
          <a:blip r:embed="rId2"/>
          <a:stretch>
            <a:fillRect/>
          </a:stretch>
        </p:blipFill>
        <p:spPr>
          <a:xfrm>
            <a:off x="5670272" y="815767"/>
            <a:ext cx="6623191" cy="3742408"/>
          </a:xfrm>
          <a:prstGeom prst="rect">
            <a:avLst/>
          </a:prstGeom>
        </p:spPr>
      </p:pic>
      <p:pic>
        <p:nvPicPr>
          <p:cNvPr id="5" name="Picture 4">
            <a:extLst>
              <a:ext uri="{FF2B5EF4-FFF2-40B4-BE49-F238E27FC236}">
                <a16:creationId xmlns:a16="http://schemas.microsoft.com/office/drawing/2014/main" id="{F576C010-2772-48DC-ACE6-64C0DDF4102B}"/>
              </a:ext>
            </a:extLst>
          </p:cNvPr>
          <p:cNvPicPr>
            <a:picLocks noChangeAspect="1"/>
          </p:cNvPicPr>
          <p:nvPr/>
        </p:nvPicPr>
        <p:blipFill>
          <a:blip r:embed="rId3"/>
          <a:stretch>
            <a:fillRect/>
          </a:stretch>
        </p:blipFill>
        <p:spPr>
          <a:xfrm>
            <a:off x="543338" y="3658527"/>
            <a:ext cx="4785673" cy="2365864"/>
          </a:xfrm>
          <a:prstGeom prst="rect">
            <a:avLst/>
          </a:prstGeom>
        </p:spPr>
      </p:pic>
      <p:pic>
        <p:nvPicPr>
          <p:cNvPr id="7" name="Picture 6">
            <a:extLst>
              <a:ext uri="{FF2B5EF4-FFF2-40B4-BE49-F238E27FC236}">
                <a16:creationId xmlns:a16="http://schemas.microsoft.com/office/drawing/2014/main" id="{9E96C07E-C84F-4813-AAB3-7B7F9EF0E198}"/>
              </a:ext>
            </a:extLst>
          </p:cNvPr>
          <p:cNvPicPr>
            <a:picLocks noChangeAspect="1"/>
          </p:cNvPicPr>
          <p:nvPr/>
        </p:nvPicPr>
        <p:blipFill>
          <a:blip r:embed="rId4"/>
          <a:stretch>
            <a:fillRect/>
          </a:stretch>
        </p:blipFill>
        <p:spPr>
          <a:xfrm>
            <a:off x="5782995" y="4751804"/>
            <a:ext cx="5556546" cy="2106196"/>
          </a:xfrm>
          <a:prstGeom prst="rect">
            <a:avLst/>
          </a:prstGeom>
        </p:spPr>
      </p:pic>
      <p:sp>
        <p:nvSpPr>
          <p:cNvPr id="10" name="TextBox 9">
            <a:extLst>
              <a:ext uri="{FF2B5EF4-FFF2-40B4-BE49-F238E27FC236}">
                <a16:creationId xmlns:a16="http://schemas.microsoft.com/office/drawing/2014/main" id="{D658E8FA-47B1-43E7-B0AB-F90DF61780AD}"/>
              </a:ext>
            </a:extLst>
          </p:cNvPr>
          <p:cNvSpPr txBox="1"/>
          <p:nvPr/>
        </p:nvSpPr>
        <p:spPr>
          <a:xfrm>
            <a:off x="874643" y="1442417"/>
            <a:ext cx="6745357" cy="769441"/>
          </a:xfrm>
          <a:prstGeom prst="rect">
            <a:avLst/>
          </a:prstGeom>
          <a:noFill/>
        </p:spPr>
        <p:txBody>
          <a:bodyPr wrap="square">
            <a:spAutoFit/>
          </a:bodyPr>
          <a:lstStyle/>
          <a:p>
            <a:r>
              <a:rPr lang="en-US" sz="2200" b="0" i="0" dirty="0">
                <a:solidFill>
                  <a:srgbClr val="242021"/>
                </a:solidFill>
                <a:effectLst/>
                <a:latin typeface="Aptos (Body)"/>
              </a:rPr>
              <a:t>SPLDs, CPLDs, and FPGAs are programmed in essentially the same way</a:t>
            </a:r>
            <a:r>
              <a:rPr lang="en-US" sz="2200" dirty="0">
                <a:latin typeface="Aptos (Body)"/>
              </a:rPr>
              <a:t> </a:t>
            </a:r>
          </a:p>
        </p:txBody>
      </p:sp>
      <p:sp>
        <p:nvSpPr>
          <p:cNvPr id="12" name="TextBox 11">
            <a:extLst>
              <a:ext uri="{FF2B5EF4-FFF2-40B4-BE49-F238E27FC236}">
                <a16:creationId xmlns:a16="http://schemas.microsoft.com/office/drawing/2014/main" id="{BABD9B5D-F37E-4A08-BF48-2A97C5712264}"/>
              </a:ext>
            </a:extLst>
          </p:cNvPr>
          <p:cNvSpPr txBox="1"/>
          <p:nvPr/>
        </p:nvSpPr>
        <p:spPr>
          <a:xfrm>
            <a:off x="832920" y="2239435"/>
            <a:ext cx="4863548" cy="1107996"/>
          </a:xfrm>
          <a:prstGeom prst="rect">
            <a:avLst/>
          </a:prstGeom>
          <a:noFill/>
        </p:spPr>
        <p:txBody>
          <a:bodyPr wrap="square">
            <a:spAutoFit/>
          </a:bodyPr>
          <a:lstStyle/>
          <a:p>
            <a:pPr marL="0" indent="0">
              <a:buNone/>
            </a:pPr>
            <a:r>
              <a:rPr lang="en-US" sz="2200" b="1" i="1" dirty="0">
                <a:solidFill>
                  <a:schemeClr val="tx2">
                    <a:lumMod val="50000"/>
                    <a:lumOff val="50000"/>
                  </a:schemeClr>
                </a:solidFill>
                <a:latin typeface="Aptos (Body)"/>
              </a:rPr>
              <a:t>Design Entry </a:t>
            </a:r>
            <a:r>
              <a:rPr lang="en-US" sz="2200" dirty="0">
                <a:solidFill>
                  <a:srgbClr val="242021"/>
                </a:solidFill>
                <a:latin typeface="Aptos (Body)"/>
              </a:rPr>
              <a:t>is where the logic design is </a:t>
            </a:r>
            <a:endParaRPr lang="vi-VN" sz="2200" dirty="0">
              <a:solidFill>
                <a:srgbClr val="242021"/>
              </a:solidFill>
              <a:latin typeface="Aptos (Body)"/>
            </a:endParaRPr>
          </a:p>
          <a:p>
            <a:pPr marL="0" indent="0">
              <a:buNone/>
            </a:pPr>
            <a:r>
              <a:rPr lang="en-US" sz="2200" dirty="0">
                <a:solidFill>
                  <a:srgbClr val="242021"/>
                </a:solidFill>
                <a:latin typeface="Aptos (Body)"/>
              </a:rPr>
              <a:t>programmed into the</a:t>
            </a:r>
            <a:r>
              <a:rPr lang="vi-VN" sz="2200" dirty="0">
                <a:solidFill>
                  <a:srgbClr val="242021"/>
                </a:solidFill>
                <a:latin typeface="Aptos (Body)"/>
              </a:rPr>
              <a:t> </a:t>
            </a:r>
            <a:r>
              <a:rPr lang="en-US" sz="2200" dirty="0">
                <a:solidFill>
                  <a:srgbClr val="242021"/>
                </a:solidFill>
                <a:latin typeface="Aptos (Body)"/>
              </a:rPr>
              <a:t>development </a:t>
            </a:r>
            <a:endParaRPr lang="vi-VN" sz="2200" dirty="0">
              <a:solidFill>
                <a:srgbClr val="242021"/>
              </a:solidFill>
              <a:latin typeface="Aptos (Body)"/>
            </a:endParaRPr>
          </a:p>
          <a:p>
            <a:pPr marL="0" indent="0">
              <a:buNone/>
            </a:pPr>
            <a:r>
              <a:rPr lang="en-US" sz="2200" dirty="0">
                <a:solidFill>
                  <a:srgbClr val="242021"/>
                </a:solidFill>
                <a:latin typeface="Aptos (Body)"/>
              </a:rPr>
              <a:t>software</a:t>
            </a:r>
            <a:r>
              <a:rPr lang="en-US" sz="2200" b="0" i="0" dirty="0">
                <a:solidFill>
                  <a:srgbClr val="242021"/>
                </a:solidFill>
                <a:effectLst/>
                <a:latin typeface="Times-Roman"/>
              </a:rPr>
              <a:t>. </a:t>
            </a:r>
            <a:endParaRPr lang="en-US" sz="2200" dirty="0"/>
          </a:p>
        </p:txBody>
      </p:sp>
    </p:spTree>
    <p:extLst>
      <p:ext uri="{BB962C8B-B14F-4D97-AF65-F5344CB8AC3E}">
        <p14:creationId xmlns:p14="http://schemas.microsoft.com/office/powerpoint/2010/main" val="386466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1.7. Programmable Logic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93913"/>
            <a:ext cx="10774018" cy="5341575"/>
          </a:xfrm>
        </p:spPr>
        <p:txBody>
          <a:bodyPr>
            <a:normAutofit/>
          </a:bodyPr>
          <a:lstStyle/>
          <a:p>
            <a:pPr marL="0" indent="0">
              <a:buNone/>
            </a:pPr>
            <a:r>
              <a:rPr lang="en-US" sz="2400" b="1" i="1" dirty="0">
                <a:solidFill>
                  <a:schemeClr val="tx2">
                    <a:lumMod val="50000"/>
                    <a:lumOff val="50000"/>
                  </a:schemeClr>
                </a:solidFill>
                <a:latin typeface="Aptos (Body)"/>
              </a:rPr>
              <a:t>In-System Programming (ISP) </a:t>
            </a:r>
            <a:br>
              <a:rPr lang="en-US" b="1" i="1" dirty="0">
                <a:solidFill>
                  <a:schemeClr val="tx2">
                    <a:lumMod val="50000"/>
                    <a:lumOff val="50000"/>
                  </a:schemeClr>
                </a:solidFill>
                <a:latin typeface="Aptos (Body)"/>
              </a:rPr>
            </a:br>
            <a:r>
              <a:rPr lang="en-US" b="0" i="0" dirty="0">
                <a:solidFill>
                  <a:srgbClr val="242021"/>
                </a:solidFill>
                <a:effectLst/>
                <a:latin typeface="Aptos (Body)"/>
              </a:rPr>
              <a:t>Certain CPLDs and FPGAs can be programmed after they have been installed on a system</a:t>
            </a:r>
            <a:r>
              <a:rPr lang="vi-VN" b="0" i="0" dirty="0">
                <a:solidFill>
                  <a:srgbClr val="242021"/>
                </a:solidFill>
                <a:effectLst/>
                <a:latin typeface="Aptos (Body)"/>
              </a:rPr>
              <a:t> </a:t>
            </a:r>
            <a:r>
              <a:rPr lang="en-US" b="0" i="0" dirty="0">
                <a:solidFill>
                  <a:srgbClr val="242021"/>
                </a:solidFill>
                <a:effectLst/>
                <a:latin typeface="Aptos (Body)"/>
              </a:rPr>
              <a:t>printed circuit board (PCB)</a:t>
            </a:r>
            <a:r>
              <a:rPr lang="en-US" dirty="0">
                <a:latin typeface="Aptos (Body)"/>
              </a:rPr>
              <a:t> </a:t>
            </a:r>
            <a:br>
              <a:rPr lang="en-US" dirty="0">
                <a:latin typeface="Aptos (Body)"/>
              </a:rPr>
            </a:br>
            <a:r>
              <a:rPr lang="en-US" sz="2400" b="1" i="1" dirty="0">
                <a:solidFill>
                  <a:schemeClr val="tx2">
                    <a:lumMod val="50000"/>
                    <a:lumOff val="50000"/>
                  </a:schemeClr>
                </a:solidFill>
                <a:latin typeface="Aptos (Body)"/>
              </a:rPr>
              <a:t>JTAG</a:t>
            </a:r>
            <a:br>
              <a:rPr lang="en-US" b="1" i="0" dirty="0">
                <a:solidFill>
                  <a:srgbClr val="0090D6"/>
                </a:solidFill>
                <a:effectLst/>
                <a:latin typeface="Aptos (Body)"/>
              </a:rPr>
            </a:br>
            <a:r>
              <a:rPr lang="en-US" b="0" i="0" dirty="0">
                <a:solidFill>
                  <a:srgbClr val="242021"/>
                </a:solidFill>
                <a:effectLst/>
                <a:latin typeface="Aptos (Body)"/>
              </a:rPr>
              <a:t>The standard established by the Joint Test Action Group is the commonly used name for</a:t>
            </a:r>
            <a:r>
              <a:rPr lang="vi-VN" b="0" i="0" dirty="0">
                <a:solidFill>
                  <a:srgbClr val="242021"/>
                </a:solidFill>
                <a:effectLst/>
                <a:latin typeface="Aptos (Body)"/>
              </a:rPr>
              <a:t> </a:t>
            </a:r>
            <a:r>
              <a:rPr lang="en-US" b="0" i="0" dirty="0">
                <a:solidFill>
                  <a:srgbClr val="242021"/>
                </a:solidFill>
                <a:effectLst/>
                <a:latin typeface="Aptos (Body)"/>
              </a:rPr>
              <a:t>IEEE Std. 1149.1. </a:t>
            </a: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34</a:t>
            </a:fld>
            <a:endParaRPr lang="vi-VN" dirty="0"/>
          </a:p>
        </p:txBody>
      </p:sp>
      <p:pic>
        <p:nvPicPr>
          <p:cNvPr id="3" name="Picture 2">
            <a:extLst>
              <a:ext uri="{FF2B5EF4-FFF2-40B4-BE49-F238E27FC236}">
                <a16:creationId xmlns:a16="http://schemas.microsoft.com/office/drawing/2014/main" id="{BEAC4E24-1E35-45AC-862A-EB1EBE7E4A93}"/>
              </a:ext>
            </a:extLst>
          </p:cNvPr>
          <p:cNvPicPr>
            <a:picLocks noChangeAspect="1"/>
          </p:cNvPicPr>
          <p:nvPr/>
        </p:nvPicPr>
        <p:blipFill>
          <a:blip r:embed="rId2"/>
          <a:stretch>
            <a:fillRect/>
          </a:stretch>
        </p:blipFill>
        <p:spPr>
          <a:xfrm>
            <a:off x="2661909" y="2930254"/>
            <a:ext cx="7377441" cy="3725333"/>
          </a:xfrm>
          <a:prstGeom prst="rect">
            <a:avLst/>
          </a:prstGeom>
        </p:spPr>
      </p:pic>
    </p:spTree>
    <p:extLst>
      <p:ext uri="{BB962C8B-B14F-4D97-AF65-F5344CB8AC3E}">
        <p14:creationId xmlns:p14="http://schemas.microsoft.com/office/powerpoint/2010/main" val="16686524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1.7. Programmable Logic </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buNone/>
            </a:pPr>
            <a:r>
              <a:rPr lang="en-US" sz="2400" b="1" i="1" dirty="0">
                <a:solidFill>
                  <a:schemeClr val="tx2">
                    <a:lumMod val="50000"/>
                    <a:lumOff val="50000"/>
                  </a:schemeClr>
                </a:solidFill>
                <a:latin typeface="Aptos (Body)"/>
              </a:rPr>
              <a:t>Embedded Processor</a:t>
            </a:r>
            <a:br>
              <a:rPr lang="en-US" b="1" i="0" dirty="0">
                <a:solidFill>
                  <a:srgbClr val="0090D6"/>
                </a:solidFill>
                <a:effectLst/>
                <a:latin typeface="Helvetica-Bold"/>
              </a:rPr>
            </a:br>
            <a:r>
              <a:rPr lang="en-US" dirty="0">
                <a:solidFill>
                  <a:srgbClr val="242021"/>
                </a:solidFill>
                <a:latin typeface="Aptos (Body)"/>
              </a:rPr>
              <a:t>Another approach to in-system programming is the use of an embedded microprocessor</a:t>
            </a:r>
            <a:r>
              <a:rPr lang="vi-VN" dirty="0">
                <a:solidFill>
                  <a:srgbClr val="242021"/>
                </a:solidFill>
                <a:latin typeface="Aptos (Body)"/>
              </a:rPr>
              <a:t> </a:t>
            </a:r>
            <a:r>
              <a:rPr lang="en-US" dirty="0">
                <a:solidFill>
                  <a:srgbClr val="242021"/>
                </a:solidFill>
                <a:latin typeface="Aptos (Body)"/>
              </a:rPr>
              <a:t>and memory. </a:t>
            </a:r>
          </a:p>
          <a:p>
            <a:pPr marL="0" indent="0">
              <a:buNone/>
            </a:pPr>
            <a:r>
              <a:rPr lang="en-US" sz="2400" b="1" i="1" dirty="0">
                <a:solidFill>
                  <a:schemeClr val="tx2">
                    <a:lumMod val="50000"/>
                    <a:lumOff val="50000"/>
                  </a:schemeClr>
                </a:solidFill>
                <a:latin typeface="Aptos (Body)"/>
              </a:rPr>
              <a:t>VHDL Descriptions of Logic Gates</a:t>
            </a:r>
            <a:br>
              <a:rPr lang="en-US" b="0" i="0" dirty="0">
                <a:solidFill>
                  <a:srgbClr val="00803E"/>
                </a:solidFill>
                <a:effectLst/>
                <a:latin typeface="Helvetica" panose="020B0604020202020204" pitchFamily="34" charset="0"/>
              </a:rPr>
            </a:br>
            <a:r>
              <a:rPr lang="en-US" dirty="0">
                <a:solidFill>
                  <a:srgbClr val="242021"/>
                </a:solidFill>
                <a:latin typeface="Aptos (Body)"/>
              </a:rPr>
              <a:t>Hardware description languages (HDLs) differ from software programming languages because</a:t>
            </a:r>
            <a:r>
              <a:rPr lang="vi-VN" dirty="0">
                <a:solidFill>
                  <a:srgbClr val="242021"/>
                </a:solidFill>
                <a:latin typeface="Aptos (Body)"/>
              </a:rPr>
              <a:t> </a:t>
            </a:r>
            <a:r>
              <a:rPr lang="en-US" dirty="0">
                <a:solidFill>
                  <a:srgbClr val="242021"/>
                </a:solidFill>
                <a:latin typeface="Aptos (Body)"/>
              </a:rPr>
              <a:t>HDLs include ways of describing logic connections and characteristics. </a:t>
            </a:r>
            <a:br>
              <a:rPr lang="en-US" sz="2100" dirty="0">
                <a:solidFill>
                  <a:srgbClr val="242021"/>
                </a:solidFill>
                <a:latin typeface="Aptos (Body)"/>
              </a:rPr>
            </a:br>
            <a:br>
              <a:rPr lang="en-US" sz="1600" dirty="0"/>
            </a:br>
            <a:endParaRPr lang="en-US" sz="2100" b="1" i="1" dirty="0">
              <a:solidFill>
                <a:schemeClr val="tx2">
                  <a:lumMod val="50000"/>
                  <a:lumOff val="50000"/>
                </a:schemeClr>
              </a:solidFill>
              <a:latin typeface="Aptos (Body)"/>
            </a:endParaRPr>
          </a:p>
          <a:p>
            <a:pPr marL="0" indent="0">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35</a:t>
            </a:fld>
            <a:endParaRPr lang="vi-VN" dirty="0"/>
          </a:p>
        </p:txBody>
      </p:sp>
      <p:pic>
        <p:nvPicPr>
          <p:cNvPr id="3" name="Picture 2">
            <a:extLst>
              <a:ext uri="{FF2B5EF4-FFF2-40B4-BE49-F238E27FC236}">
                <a16:creationId xmlns:a16="http://schemas.microsoft.com/office/drawing/2014/main" id="{DA3F8C14-8564-46B3-9EE2-1B0A5CAC2C8B}"/>
              </a:ext>
            </a:extLst>
          </p:cNvPr>
          <p:cNvPicPr>
            <a:picLocks noChangeAspect="1"/>
          </p:cNvPicPr>
          <p:nvPr/>
        </p:nvPicPr>
        <p:blipFill>
          <a:blip r:embed="rId2"/>
          <a:stretch>
            <a:fillRect/>
          </a:stretch>
        </p:blipFill>
        <p:spPr>
          <a:xfrm>
            <a:off x="543338" y="3429000"/>
            <a:ext cx="4083978" cy="3429000"/>
          </a:xfrm>
          <a:prstGeom prst="rect">
            <a:avLst/>
          </a:prstGeom>
        </p:spPr>
      </p:pic>
      <p:pic>
        <p:nvPicPr>
          <p:cNvPr id="5" name="Picture 4">
            <a:extLst>
              <a:ext uri="{FF2B5EF4-FFF2-40B4-BE49-F238E27FC236}">
                <a16:creationId xmlns:a16="http://schemas.microsoft.com/office/drawing/2014/main" id="{47980778-84CF-49A9-9FD3-EC902E44B866}"/>
              </a:ext>
            </a:extLst>
          </p:cNvPr>
          <p:cNvPicPr>
            <a:picLocks noChangeAspect="1"/>
          </p:cNvPicPr>
          <p:nvPr/>
        </p:nvPicPr>
        <p:blipFill>
          <a:blip r:embed="rId3"/>
          <a:stretch>
            <a:fillRect/>
          </a:stretch>
        </p:blipFill>
        <p:spPr>
          <a:xfrm>
            <a:off x="4972028" y="3321402"/>
            <a:ext cx="3486139" cy="3189699"/>
          </a:xfrm>
          <a:prstGeom prst="rect">
            <a:avLst/>
          </a:prstGeom>
        </p:spPr>
      </p:pic>
      <p:pic>
        <p:nvPicPr>
          <p:cNvPr id="7" name="Picture 6">
            <a:extLst>
              <a:ext uri="{FF2B5EF4-FFF2-40B4-BE49-F238E27FC236}">
                <a16:creationId xmlns:a16="http://schemas.microsoft.com/office/drawing/2014/main" id="{03568459-E010-463B-85CC-A0A7554049CE}"/>
              </a:ext>
            </a:extLst>
          </p:cNvPr>
          <p:cNvPicPr>
            <a:picLocks noChangeAspect="1"/>
          </p:cNvPicPr>
          <p:nvPr/>
        </p:nvPicPr>
        <p:blipFill>
          <a:blip r:embed="rId4"/>
          <a:stretch>
            <a:fillRect/>
          </a:stretch>
        </p:blipFill>
        <p:spPr>
          <a:xfrm>
            <a:off x="8789473" y="3264332"/>
            <a:ext cx="3190495" cy="3250243"/>
          </a:xfrm>
          <a:prstGeom prst="rect">
            <a:avLst/>
          </a:prstGeom>
        </p:spPr>
      </p:pic>
    </p:spTree>
    <p:extLst>
      <p:ext uri="{BB962C8B-B14F-4D97-AF65-F5344CB8AC3E}">
        <p14:creationId xmlns:p14="http://schemas.microsoft.com/office/powerpoint/2010/main" val="35346127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1.7. Programmable Logic </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buNone/>
            </a:pPr>
            <a:r>
              <a:rPr lang="en-US" sz="2100" b="1" i="1" dirty="0">
                <a:solidFill>
                  <a:schemeClr val="tx2">
                    <a:lumMod val="50000"/>
                    <a:lumOff val="50000"/>
                  </a:schemeClr>
                </a:solidFill>
                <a:latin typeface="Aptos (Body)"/>
              </a:rPr>
              <a:t>Embedded Processor</a:t>
            </a:r>
            <a:br>
              <a:rPr lang="en-US" sz="1800" b="1" i="0" dirty="0">
                <a:solidFill>
                  <a:srgbClr val="0090D6"/>
                </a:solidFill>
                <a:effectLst/>
                <a:latin typeface="Helvetica-Bold"/>
              </a:rPr>
            </a:br>
            <a:r>
              <a:rPr lang="en-US" sz="2100" dirty="0">
                <a:solidFill>
                  <a:srgbClr val="242021"/>
                </a:solidFill>
                <a:latin typeface="Aptos (Body)"/>
              </a:rPr>
              <a:t>Another approach to in-system programming is the use of an embedded microprocessor</a:t>
            </a:r>
            <a:r>
              <a:rPr lang="vi-VN" sz="2100" dirty="0">
                <a:solidFill>
                  <a:srgbClr val="242021"/>
                </a:solidFill>
                <a:latin typeface="Aptos (Body)"/>
              </a:rPr>
              <a:t> </a:t>
            </a:r>
            <a:r>
              <a:rPr lang="en-US" sz="2100" dirty="0">
                <a:solidFill>
                  <a:srgbClr val="242021"/>
                </a:solidFill>
                <a:latin typeface="Aptos (Body)"/>
              </a:rPr>
              <a:t>and memory. </a:t>
            </a:r>
            <a:br>
              <a:rPr lang="en-US" sz="1600" dirty="0"/>
            </a:br>
            <a:r>
              <a:rPr lang="en-US" sz="2100" b="1" i="1" dirty="0">
                <a:solidFill>
                  <a:schemeClr val="tx2">
                    <a:lumMod val="50000"/>
                    <a:lumOff val="50000"/>
                  </a:schemeClr>
                </a:solidFill>
                <a:latin typeface="Aptos (Body)"/>
              </a:rPr>
              <a:t>VHDL Descriptions of Logic Gates</a:t>
            </a:r>
            <a:br>
              <a:rPr lang="en-US" sz="1800" b="0" i="0" dirty="0">
                <a:solidFill>
                  <a:srgbClr val="00803E"/>
                </a:solidFill>
                <a:effectLst/>
                <a:latin typeface="Helvetica" panose="020B0604020202020204" pitchFamily="34" charset="0"/>
              </a:rPr>
            </a:br>
            <a:r>
              <a:rPr lang="en-US" sz="2100" dirty="0">
                <a:solidFill>
                  <a:srgbClr val="242021"/>
                </a:solidFill>
                <a:latin typeface="Aptos (Body)"/>
              </a:rPr>
              <a:t>Hardware description languages (HDLs) differ from software programming languages because</a:t>
            </a:r>
            <a:r>
              <a:rPr lang="vi-VN" sz="2100" dirty="0">
                <a:solidFill>
                  <a:srgbClr val="242021"/>
                </a:solidFill>
                <a:latin typeface="Aptos (Body)"/>
              </a:rPr>
              <a:t> </a:t>
            </a:r>
            <a:r>
              <a:rPr lang="en-US" sz="2100" dirty="0">
                <a:solidFill>
                  <a:srgbClr val="242021"/>
                </a:solidFill>
                <a:latin typeface="Aptos (Body)"/>
              </a:rPr>
              <a:t>HDLs include ways of describing logic connections and characteristics. </a:t>
            </a:r>
            <a:br>
              <a:rPr lang="en-US" sz="1600" dirty="0"/>
            </a:br>
            <a:endParaRPr lang="en-US" sz="2100" b="1" i="1" dirty="0">
              <a:solidFill>
                <a:schemeClr val="tx2">
                  <a:lumMod val="50000"/>
                  <a:lumOff val="50000"/>
                </a:schemeClr>
              </a:solidFill>
              <a:latin typeface="Aptos (Body)"/>
            </a:endParaRPr>
          </a:p>
          <a:p>
            <a:pPr marL="0" indent="0">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36</a:t>
            </a:fld>
            <a:endParaRPr lang="vi-VN" dirty="0"/>
          </a:p>
        </p:txBody>
      </p:sp>
      <p:pic>
        <p:nvPicPr>
          <p:cNvPr id="10" name="Picture 9">
            <a:extLst>
              <a:ext uri="{FF2B5EF4-FFF2-40B4-BE49-F238E27FC236}">
                <a16:creationId xmlns:a16="http://schemas.microsoft.com/office/drawing/2014/main" id="{9F32C550-959B-4D41-8E8F-CAF01703AFD9}"/>
              </a:ext>
            </a:extLst>
          </p:cNvPr>
          <p:cNvPicPr>
            <a:picLocks noChangeAspect="1"/>
          </p:cNvPicPr>
          <p:nvPr/>
        </p:nvPicPr>
        <p:blipFill>
          <a:blip r:embed="rId2"/>
          <a:stretch>
            <a:fillRect/>
          </a:stretch>
        </p:blipFill>
        <p:spPr>
          <a:xfrm>
            <a:off x="2238361" y="3304197"/>
            <a:ext cx="4023292" cy="3218634"/>
          </a:xfrm>
          <a:prstGeom prst="rect">
            <a:avLst/>
          </a:prstGeom>
        </p:spPr>
      </p:pic>
      <p:pic>
        <p:nvPicPr>
          <p:cNvPr id="11" name="Picture 10">
            <a:extLst>
              <a:ext uri="{FF2B5EF4-FFF2-40B4-BE49-F238E27FC236}">
                <a16:creationId xmlns:a16="http://schemas.microsoft.com/office/drawing/2014/main" id="{02403AC1-124E-4F96-A372-8C9122F7434A}"/>
              </a:ext>
            </a:extLst>
          </p:cNvPr>
          <p:cNvPicPr>
            <a:picLocks noChangeAspect="1"/>
          </p:cNvPicPr>
          <p:nvPr/>
        </p:nvPicPr>
        <p:blipFill>
          <a:blip r:embed="rId3"/>
          <a:stretch>
            <a:fillRect/>
          </a:stretch>
        </p:blipFill>
        <p:spPr>
          <a:xfrm>
            <a:off x="7118276" y="3292465"/>
            <a:ext cx="3773154" cy="3218633"/>
          </a:xfrm>
          <a:prstGeom prst="rect">
            <a:avLst/>
          </a:prstGeom>
        </p:spPr>
      </p:pic>
    </p:spTree>
    <p:extLst>
      <p:ext uri="{BB962C8B-B14F-4D97-AF65-F5344CB8AC3E}">
        <p14:creationId xmlns:p14="http://schemas.microsoft.com/office/powerpoint/2010/main" val="13278127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1.8. Fixed-Function Logic Gates</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lnSpcReduction="10000"/>
          </a:bodyPr>
          <a:lstStyle/>
          <a:p>
            <a:pPr marL="0" indent="0">
              <a:lnSpc>
                <a:spcPct val="150000"/>
              </a:lnSpc>
              <a:buNone/>
            </a:pPr>
            <a:r>
              <a:rPr lang="en-US" dirty="0">
                <a:solidFill>
                  <a:srgbClr val="242021"/>
                </a:solidFill>
                <a:latin typeface="Aptos (Body)"/>
              </a:rPr>
              <a:t>Fixed-function logic integrated circuits have been around for a long time and are available in a variety of logic functions. </a:t>
            </a:r>
            <a:br>
              <a:rPr lang="en-US" dirty="0"/>
            </a:br>
            <a:r>
              <a:rPr lang="en-US" sz="2400" b="1" i="1" dirty="0">
                <a:solidFill>
                  <a:schemeClr val="tx2">
                    <a:lumMod val="50000"/>
                    <a:lumOff val="50000"/>
                  </a:schemeClr>
                </a:solidFill>
                <a:latin typeface="Aptos (Body)"/>
              </a:rPr>
              <a:t>74 Series Logic Gate Functions</a:t>
            </a:r>
            <a:br>
              <a:rPr lang="en-US" b="0" i="0" dirty="0">
                <a:solidFill>
                  <a:srgbClr val="00803E"/>
                </a:solidFill>
                <a:effectLst/>
                <a:latin typeface="Helvetica" panose="020B0604020202020204" pitchFamily="34" charset="0"/>
              </a:rPr>
            </a:br>
            <a:r>
              <a:rPr lang="en-US" dirty="0">
                <a:solidFill>
                  <a:srgbClr val="242021"/>
                </a:solidFill>
                <a:latin typeface="Aptos (Body)"/>
              </a:rPr>
              <a:t>The 74 series is the standard fixed-function logic devices. The device label format includes</a:t>
            </a:r>
            <a:r>
              <a:rPr lang="vi-VN" dirty="0">
                <a:solidFill>
                  <a:srgbClr val="242021"/>
                </a:solidFill>
                <a:latin typeface="Aptos (Body)"/>
              </a:rPr>
              <a:t> </a:t>
            </a:r>
            <a:r>
              <a:rPr lang="en-US" dirty="0">
                <a:solidFill>
                  <a:srgbClr val="242021"/>
                </a:solidFill>
                <a:latin typeface="Aptos (Body)"/>
              </a:rPr>
              <a:t>one or more letters that </a:t>
            </a:r>
            <a:r>
              <a:rPr lang="en-US" dirty="0" err="1">
                <a:solidFill>
                  <a:srgbClr val="242021"/>
                </a:solidFill>
                <a:latin typeface="Aptos (Body)"/>
              </a:rPr>
              <a:t>indentify</a:t>
            </a:r>
            <a:r>
              <a:rPr lang="en-US" dirty="0">
                <a:solidFill>
                  <a:srgbClr val="242021"/>
                </a:solidFill>
                <a:latin typeface="Aptos (Body)"/>
              </a:rPr>
              <a:t> the type of logic circuit technology family in the IC</a:t>
            </a:r>
            <a:r>
              <a:rPr lang="vi-VN" dirty="0">
                <a:solidFill>
                  <a:srgbClr val="242021"/>
                </a:solidFill>
                <a:latin typeface="Aptos (Body)"/>
              </a:rPr>
              <a:t> </a:t>
            </a:r>
            <a:r>
              <a:rPr lang="en-US" dirty="0">
                <a:solidFill>
                  <a:srgbClr val="242021"/>
                </a:solidFill>
                <a:latin typeface="Aptos (Body)"/>
              </a:rPr>
              <a:t>package and two or more digits that identify the type of logic function. </a:t>
            </a:r>
            <a:br>
              <a:rPr lang="en-US" sz="2100" dirty="0">
                <a:solidFill>
                  <a:srgbClr val="242021"/>
                </a:solidFill>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37</a:t>
            </a:fld>
            <a:endParaRPr lang="vi-VN" dirty="0"/>
          </a:p>
        </p:txBody>
      </p:sp>
      <p:pic>
        <p:nvPicPr>
          <p:cNvPr id="5" name="Picture 4">
            <a:extLst>
              <a:ext uri="{FF2B5EF4-FFF2-40B4-BE49-F238E27FC236}">
                <a16:creationId xmlns:a16="http://schemas.microsoft.com/office/drawing/2014/main" id="{D84E743E-F191-49EA-AA0A-7ADB32EA807B}"/>
              </a:ext>
            </a:extLst>
          </p:cNvPr>
          <p:cNvPicPr>
            <a:picLocks noChangeAspect="1"/>
          </p:cNvPicPr>
          <p:nvPr/>
        </p:nvPicPr>
        <p:blipFill>
          <a:blip r:embed="rId2"/>
          <a:stretch>
            <a:fillRect/>
          </a:stretch>
        </p:blipFill>
        <p:spPr>
          <a:xfrm>
            <a:off x="3739164" y="4487110"/>
            <a:ext cx="5550609" cy="1587763"/>
          </a:xfrm>
          <a:prstGeom prst="rect">
            <a:avLst/>
          </a:prstGeom>
        </p:spPr>
      </p:pic>
    </p:spTree>
    <p:extLst>
      <p:ext uri="{BB962C8B-B14F-4D97-AF65-F5344CB8AC3E}">
        <p14:creationId xmlns:p14="http://schemas.microsoft.com/office/powerpoint/2010/main" val="354194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1.8. Fixed-Function Logic Gates</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lnSpc>
                <a:spcPct val="150000"/>
              </a:lnSpc>
              <a:buNone/>
            </a:pPr>
            <a:r>
              <a:rPr lang="en-US" sz="2400" b="1" i="1" dirty="0">
                <a:solidFill>
                  <a:schemeClr val="tx2">
                    <a:lumMod val="50000"/>
                    <a:lumOff val="50000"/>
                  </a:schemeClr>
                </a:solidFill>
                <a:latin typeface="Aptos (Body)"/>
              </a:rPr>
              <a:t>AND Gate </a:t>
            </a:r>
            <a:br>
              <a:rPr lang="en-US" sz="1600" dirty="0"/>
            </a:br>
            <a:br>
              <a:rPr lang="en-US" sz="2100" dirty="0">
                <a:solidFill>
                  <a:srgbClr val="242021"/>
                </a:solidFill>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38</a:t>
            </a:fld>
            <a:endParaRPr lang="vi-VN" dirty="0"/>
          </a:p>
        </p:txBody>
      </p:sp>
      <p:pic>
        <p:nvPicPr>
          <p:cNvPr id="3" name="Picture 2">
            <a:extLst>
              <a:ext uri="{FF2B5EF4-FFF2-40B4-BE49-F238E27FC236}">
                <a16:creationId xmlns:a16="http://schemas.microsoft.com/office/drawing/2014/main" id="{FABB9142-BABF-4884-AFBB-E563FFBC85C8}"/>
              </a:ext>
            </a:extLst>
          </p:cNvPr>
          <p:cNvPicPr>
            <a:picLocks noChangeAspect="1"/>
          </p:cNvPicPr>
          <p:nvPr/>
        </p:nvPicPr>
        <p:blipFill>
          <a:blip r:embed="rId2"/>
          <a:stretch>
            <a:fillRect/>
          </a:stretch>
        </p:blipFill>
        <p:spPr>
          <a:xfrm>
            <a:off x="1695767" y="1674412"/>
            <a:ext cx="9333699" cy="4205026"/>
          </a:xfrm>
          <a:prstGeom prst="rect">
            <a:avLst/>
          </a:prstGeom>
        </p:spPr>
      </p:pic>
      <p:pic>
        <p:nvPicPr>
          <p:cNvPr id="7" name="Picture 6">
            <a:extLst>
              <a:ext uri="{FF2B5EF4-FFF2-40B4-BE49-F238E27FC236}">
                <a16:creationId xmlns:a16="http://schemas.microsoft.com/office/drawing/2014/main" id="{E8195F16-A439-4EDA-9EAE-5B1FF056F695}"/>
              </a:ext>
            </a:extLst>
          </p:cNvPr>
          <p:cNvPicPr>
            <a:picLocks noChangeAspect="1"/>
          </p:cNvPicPr>
          <p:nvPr/>
        </p:nvPicPr>
        <p:blipFill>
          <a:blip r:embed="rId3"/>
          <a:stretch>
            <a:fillRect/>
          </a:stretch>
        </p:blipFill>
        <p:spPr>
          <a:xfrm>
            <a:off x="3509600" y="6161584"/>
            <a:ext cx="6634276" cy="696416"/>
          </a:xfrm>
          <a:prstGeom prst="rect">
            <a:avLst/>
          </a:prstGeom>
        </p:spPr>
      </p:pic>
    </p:spTree>
    <p:extLst>
      <p:ext uri="{BB962C8B-B14F-4D97-AF65-F5344CB8AC3E}">
        <p14:creationId xmlns:p14="http://schemas.microsoft.com/office/powerpoint/2010/main" val="2009522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1.8. Fixed-Function Logic Gates</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lnSpc>
                <a:spcPct val="150000"/>
              </a:lnSpc>
              <a:buNone/>
            </a:pPr>
            <a:r>
              <a:rPr lang="vi-VN" sz="2400" b="1" i="1" dirty="0">
                <a:solidFill>
                  <a:schemeClr val="tx2">
                    <a:lumMod val="50000"/>
                    <a:lumOff val="50000"/>
                  </a:schemeClr>
                </a:solidFill>
                <a:latin typeface="Aptos (Body)"/>
              </a:rPr>
              <a:t>N</a:t>
            </a:r>
            <a:r>
              <a:rPr lang="en-US" sz="2400" b="1" i="1" dirty="0">
                <a:solidFill>
                  <a:schemeClr val="tx2">
                    <a:lumMod val="50000"/>
                    <a:lumOff val="50000"/>
                  </a:schemeClr>
                </a:solidFill>
                <a:latin typeface="Aptos (Body)"/>
              </a:rPr>
              <a:t>AND Gate </a:t>
            </a:r>
            <a:br>
              <a:rPr lang="en-US" sz="1600" dirty="0"/>
            </a:br>
            <a:br>
              <a:rPr lang="en-US" sz="2100" dirty="0">
                <a:solidFill>
                  <a:srgbClr val="242021"/>
                </a:solidFill>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39</a:t>
            </a:fld>
            <a:endParaRPr lang="vi-VN" dirty="0"/>
          </a:p>
        </p:txBody>
      </p:sp>
      <p:pic>
        <p:nvPicPr>
          <p:cNvPr id="5" name="Picture 4">
            <a:extLst>
              <a:ext uri="{FF2B5EF4-FFF2-40B4-BE49-F238E27FC236}">
                <a16:creationId xmlns:a16="http://schemas.microsoft.com/office/drawing/2014/main" id="{15175FB5-07C5-45D8-A21F-0950C714833B}"/>
              </a:ext>
            </a:extLst>
          </p:cNvPr>
          <p:cNvPicPr>
            <a:picLocks noChangeAspect="1"/>
          </p:cNvPicPr>
          <p:nvPr/>
        </p:nvPicPr>
        <p:blipFill>
          <a:blip r:embed="rId2"/>
          <a:stretch>
            <a:fillRect/>
          </a:stretch>
        </p:blipFill>
        <p:spPr>
          <a:xfrm>
            <a:off x="543338" y="1821413"/>
            <a:ext cx="11570086" cy="4240234"/>
          </a:xfrm>
          <a:prstGeom prst="rect">
            <a:avLst/>
          </a:prstGeom>
        </p:spPr>
      </p:pic>
    </p:spTree>
    <p:extLst>
      <p:ext uri="{BB962C8B-B14F-4D97-AF65-F5344CB8AC3E}">
        <p14:creationId xmlns:p14="http://schemas.microsoft.com/office/powerpoint/2010/main" val="24192758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1.8. Fixed-Function Logic Gates</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lnSpc>
                <a:spcPct val="150000"/>
              </a:lnSpc>
              <a:buNone/>
            </a:pPr>
            <a:r>
              <a:rPr lang="vi-VN" sz="2400" b="1" i="1" dirty="0">
                <a:solidFill>
                  <a:schemeClr val="tx2">
                    <a:lumMod val="50000"/>
                    <a:lumOff val="50000"/>
                  </a:schemeClr>
                </a:solidFill>
                <a:latin typeface="Aptos (Body)"/>
              </a:rPr>
              <a:t>	OR</a:t>
            </a:r>
            <a:r>
              <a:rPr lang="en-US" sz="2400" b="1" i="1" dirty="0">
                <a:solidFill>
                  <a:schemeClr val="tx2">
                    <a:lumMod val="50000"/>
                    <a:lumOff val="50000"/>
                  </a:schemeClr>
                </a:solidFill>
                <a:latin typeface="Aptos (Body)"/>
              </a:rPr>
              <a:t> Gate</a:t>
            </a:r>
            <a:r>
              <a:rPr lang="vi-VN" sz="2400" b="1" i="1" dirty="0">
                <a:solidFill>
                  <a:schemeClr val="tx2">
                    <a:lumMod val="50000"/>
                    <a:lumOff val="50000"/>
                  </a:schemeClr>
                </a:solidFill>
                <a:latin typeface="Aptos (Body)"/>
              </a:rPr>
              <a:t>					      NOR</a:t>
            </a:r>
            <a:r>
              <a:rPr lang="en-US" sz="2400" b="1" i="1" dirty="0">
                <a:solidFill>
                  <a:schemeClr val="tx2">
                    <a:lumMod val="50000"/>
                    <a:lumOff val="50000"/>
                  </a:schemeClr>
                </a:solidFill>
                <a:latin typeface="Aptos (Body)"/>
              </a:rPr>
              <a:t> Gate</a:t>
            </a:r>
            <a:br>
              <a:rPr lang="en-US" sz="2000" dirty="0"/>
            </a:br>
            <a:r>
              <a:rPr lang="en-US" sz="2300" b="1" i="1" dirty="0">
                <a:solidFill>
                  <a:schemeClr val="tx2">
                    <a:lumMod val="50000"/>
                    <a:lumOff val="50000"/>
                  </a:schemeClr>
                </a:solidFill>
                <a:latin typeface="Aptos (Body)"/>
              </a:rPr>
              <a:t> </a:t>
            </a:r>
            <a:br>
              <a:rPr lang="en-US" sz="1600" dirty="0"/>
            </a:br>
            <a:br>
              <a:rPr lang="en-US" sz="2100" dirty="0">
                <a:solidFill>
                  <a:srgbClr val="242021"/>
                </a:solidFill>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40</a:t>
            </a:fld>
            <a:endParaRPr lang="vi-VN" dirty="0"/>
          </a:p>
        </p:txBody>
      </p:sp>
      <p:pic>
        <p:nvPicPr>
          <p:cNvPr id="3" name="Picture 2">
            <a:extLst>
              <a:ext uri="{FF2B5EF4-FFF2-40B4-BE49-F238E27FC236}">
                <a16:creationId xmlns:a16="http://schemas.microsoft.com/office/drawing/2014/main" id="{32B74D6D-BB31-485E-B80F-9B45E88A1F39}"/>
              </a:ext>
            </a:extLst>
          </p:cNvPr>
          <p:cNvPicPr>
            <a:picLocks noChangeAspect="1"/>
          </p:cNvPicPr>
          <p:nvPr/>
        </p:nvPicPr>
        <p:blipFill>
          <a:blip r:embed="rId2"/>
          <a:stretch>
            <a:fillRect/>
          </a:stretch>
        </p:blipFill>
        <p:spPr>
          <a:xfrm>
            <a:off x="543338" y="1871259"/>
            <a:ext cx="3443894" cy="5004967"/>
          </a:xfrm>
          <a:prstGeom prst="rect">
            <a:avLst/>
          </a:prstGeom>
        </p:spPr>
      </p:pic>
      <p:pic>
        <p:nvPicPr>
          <p:cNvPr id="5" name="Picture 4">
            <a:extLst>
              <a:ext uri="{FF2B5EF4-FFF2-40B4-BE49-F238E27FC236}">
                <a16:creationId xmlns:a16="http://schemas.microsoft.com/office/drawing/2014/main" id="{3EE13C61-8ACC-4009-AADA-2AF1D2BD4791}"/>
              </a:ext>
            </a:extLst>
          </p:cNvPr>
          <p:cNvPicPr>
            <a:picLocks noChangeAspect="1"/>
          </p:cNvPicPr>
          <p:nvPr/>
        </p:nvPicPr>
        <p:blipFill>
          <a:blip r:embed="rId3"/>
          <a:stretch>
            <a:fillRect/>
          </a:stretch>
        </p:blipFill>
        <p:spPr>
          <a:xfrm>
            <a:off x="5456997" y="1674751"/>
            <a:ext cx="6106179" cy="4148920"/>
          </a:xfrm>
          <a:prstGeom prst="rect">
            <a:avLst/>
          </a:prstGeom>
        </p:spPr>
      </p:pic>
      <p:pic>
        <p:nvPicPr>
          <p:cNvPr id="7" name="Picture 6">
            <a:extLst>
              <a:ext uri="{FF2B5EF4-FFF2-40B4-BE49-F238E27FC236}">
                <a16:creationId xmlns:a16="http://schemas.microsoft.com/office/drawing/2014/main" id="{7225E6C8-B51D-4490-A26A-BF42CB776236}"/>
              </a:ext>
            </a:extLst>
          </p:cNvPr>
          <p:cNvPicPr>
            <a:picLocks noChangeAspect="1"/>
          </p:cNvPicPr>
          <p:nvPr/>
        </p:nvPicPr>
        <p:blipFill>
          <a:blip r:embed="rId4"/>
          <a:stretch>
            <a:fillRect/>
          </a:stretch>
        </p:blipFill>
        <p:spPr>
          <a:xfrm>
            <a:off x="5907746" y="5999284"/>
            <a:ext cx="4912337" cy="551260"/>
          </a:xfrm>
          <a:prstGeom prst="rect">
            <a:avLst/>
          </a:prstGeom>
        </p:spPr>
      </p:pic>
    </p:spTree>
    <p:extLst>
      <p:ext uri="{BB962C8B-B14F-4D97-AF65-F5344CB8AC3E}">
        <p14:creationId xmlns:p14="http://schemas.microsoft.com/office/powerpoint/2010/main" val="21143501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1.8. Fixed-Function Logic Gates</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lnSpc>
                <a:spcPct val="150000"/>
              </a:lnSpc>
              <a:buNone/>
            </a:pPr>
            <a:r>
              <a:rPr lang="vi-VN" sz="2400" b="1" i="1" dirty="0">
                <a:solidFill>
                  <a:schemeClr val="tx2">
                    <a:lumMod val="50000"/>
                    <a:lumOff val="50000"/>
                  </a:schemeClr>
                </a:solidFill>
                <a:latin typeface="Aptos (Body)"/>
              </a:rPr>
              <a:t>	XOR</a:t>
            </a:r>
            <a:r>
              <a:rPr lang="en-US" sz="2400" b="1" i="1" dirty="0">
                <a:solidFill>
                  <a:schemeClr val="tx2">
                    <a:lumMod val="50000"/>
                    <a:lumOff val="50000"/>
                  </a:schemeClr>
                </a:solidFill>
                <a:latin typeface="Aptos (Body)"/>
              </a:rPr>
              <a:t> Gate</a:t>
            </a:r>
            <a:r>
              <a:rPr lang="vi-VN" sz="2400" b="1" i="1" dirty="0">
                <a:solidFill>
                  <a:schemeClr val="tx2">
                    <a:lumMod val="50000"/>
                    <a:lumOff val="50000"/>
                  </a:schemeClr>
                </a:solidFill>
                <a:latin typeface="Aptos (Body)"/>
              </a:rPr>
              <a:t>					      </a:t>
            </a:r>
            <a:r>
              <a:rPr lang="en-US" sz="2400" b="1" i="1" dirty="0">
                <a:solidFill>
                  <a:schemeClr val="tx2">
                    <a:lumMod val="50000"/>
                    <a:lumOff val="50000"/>
                  </a:schemeClr>
                </a:solidFill>
                <a:latin typeface="Aptos (Body)"/>
              </a:rPr>
              <a:t>IC Packages </a:t>
            </a:r>
            <a:br>
              <a:rPr lang="en-US" sz="2000" dirty="0"/>
            </a:br>
            <a:br>
              <a:rPr lang="en-US" sz="2000" dirty="0"/>
            </a:br>
            <a:r>
              <a:rPr lang="en-US" sz="2300" b="1" i="1" dirty="0">
                <a:solidFill>
                  <a:schemeClr val="tx2">
                    <a:lumMod val="50000"/>
                    <a:lumOff val="50000"/>
                  </a:schemeClr>
                </a:solidFill>
                <a:latin typeface="Aptos (Body)"/>
              </a:rPr>
              <a:t> </a:t>
            </a:r>
            <a:br>
              <a:rPr lang="en-US" sz="1600" dirty="0"/>
            </a:br>
            <a:br>
              <a:rPr lang="en-US" sz="2100" dirty="0">
                <a:solidFill>
                  <a:srgbClr val="242021"/>
                </a:solidFill>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41</a:t>
            </a:fld>
            <a:endParaRPr lang="vi-VN" dirty="0"/>
          </a:p>
        </p:txBody>
      </p:sp>
      <p:pic>
        <p:nvPicPr>
          <p:cNvPr id="9" name="Picture 8">
            <a:extLst>
              <a:ext uri="{FF2B5EF4-FFF2-40B4-BE49-F238E27FC236}">
                <a16:creationId xmlns:a16="http://schemas.microsoft.com/office/drawing/2014/main" id="{9E02471C-934E-4BB2-84F1-2F98BAB49FE4}"/>
              </a:ext>
            </a:extLst>
          </p:cNvPr>
          <p:cNvPicPr>
            <a:picLocks noChangeAspect="1"/>
          </p:cNvPicPr>
          <p:nvPr/>
        </p:nvPicPr>
        <p:blipFill>
          <a:blip r:embed="rId2"/>
          <a:stretch>
            <a:fillRect/>
          </a:stretch>
        </p:blipFill>
        <p:spPr>
          <a:xfrm>
            <a:off x="530609" y="2028493"/>
            <a:ext cx="3580753" cy="4566928"/>
          </a:xfrm>
          <a:prstGeom prst="rect">
            <a:avLst/>
          </a:prstGeom>
        </p:spPr>
      </p:pic>
      <p:pic>
        <p:nvPicPr>
          <p:cNvPr id="10" name="Picture 9">
            <a:extLst>
              <a:ext uri="{FF2B5EF4-FFF2-40B4-BE49-F238E27FC236}">
                <a16:creationId xmlns:a16="http://schemas.microsoft.com/office/drawing/2014/main" id="{829F5124-CE7D-4D89-B9D2-FDF076983C34}"/>
              </a:ext>
            </a:extLst>
          </p:cNvPr>
          <p:cNvPicPr>
            <a:picLocks noChangeAspect="1"/>
          </p:cNvPicPr>
          <p:nvPr/>
        </p:nvPicPr>
        <p:blipFill>
          <a:blip r:embed="rId3"/>
          <a:stretch>
            <a:fillRect/>
          </a:stretch>
        </p:blipFill>
        <p:spPr>
          <a:xfrm>
            <a:off x="3986391" y="1647160"/>
            <a:ext cx="8205609" cy="4322506"/>
          </a:xfrm>
          <a:prstGeom prst="rect">
            <a:avLst/>
          </a:prstGeom>
        </p:spPr>
      </p:pic>
      <p:pic>
        <p:nvPicPr>
          <p:cNvPr id="11" name="Picture 10">
            <a:extLst>
              <a:ext uri="{FF2B5EF4-FFF2-40B4-BE49-F238E27FC236}">
                <a16:creationId xmlns:a16="http://schemas.microsoft.com/office/drawing/2014/main" id="{A17BAB83-207A-4BC4-ACFC-70534EF4D0AE}"/>
              </a:ext>
            </a:extLst>
          </p:cNvPr>
          <p:cNvPicPr>
            <a:picLocks noChangeAspect="1"/>
          </p:cNvPicPr>
          <p:nvPr/>
        </p:nvPicPr>
        <p:blipFill>
          <a:blip r:embed="rId4"/>
          <a:stretch>
            <a:fillRect/>
          </a:stretch>
        </p:blipFill>
        <p:spPr>
          <a:xfrm>
            <a:off x="3767327" y="5991237"/>
            <a:ext cx="7881335" cy="864116"/>
          </a:xfrm>
          <a:prstGeom prst="rect">
            <a:avLst/>
          </a:prstGeom>
        </p:spPr>
      </p:pic>
    </p:spTree>
    <p:extLst>
      <p:ext uri="{BB962C8B-B14F-4D97-AF65-F5344CB8AC3E}">
        <p14:creationId xmlns:p14="http://schemas.microsoft.com/office/powerpoint/2010/main" val="5126884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1.8. Fixed-Function Logic Gates</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rmAutofit/>
          </a:bodyPr>
          <a:lstStyle/>
          <a:p>
            <a:pPr marL="0" indent="0">
              <a:lnSpc>
                <a:spcPct val="150000"/>
              </a:lnSpc>
              <a:buNone/>
            </a:pPr>
            <a:r>
              <a:rPr lang="fr-FR" sz="2300" b="1" i="1" dirty="0">
                <a:solidFill>
                  <a:schemeClr val="tx2">
                    <a:lumMod val="50000"/>
                    <a:lumOff val="50000"/>
                  </a:schemeClr>
                </a:solidFill>
                <a:latin typeface="Aptos (Body)"/>
              </a:rPr>
              <a:t>74 </a:t>
            </a:r>
            <a:r>
              <a:rPr lang="fr-FR" sz="2300" b="1" i="1" dirty="0" err="1">
                <a:solidFill>
                  <a:schemeClr val="tx2">
                    <a:lumMod val="50000"/>
                    <a:lumOff val="50000"/>
                  </a:schemeClr>
                </a:solidFill>
                <a:latin typeface="Aptos (Body)"/>
              </a:rPr>
              <a:t>Series</a:t>
            </a:r>
            <a:r>
              <a:rPr lang="fr-FR" sz="2300" b="1" i="1" dirty="0">
                <a:solidFill>
                  <a:schemeClr val="tx2">
                    <a:lumMod val="50000"/>
                    <a:lumOff val="50000"/>
                  </a:schemeClr>
                </a:solidFill>
                <a:latin typeface="Aptos (Body)"/>
              </a:rPr>
              <a:t> Logic Circuit </a:t>
            </a:r>
            <a:r>
              <a:rPr lang="fr-FR" sz="2300" b="1" i="1" dirty="0" err="1">
                <a:solidFill>
                  <a:schemeClr val="tx2">
                    <a:lumMod val="50000"/>
                    <a:lumOff val="50000"/>
                  </a:schemeClr>
                </a:solidFill>
                <a:latin typeface="Aptos (Body)"/>
              </a:rPr>
              <a:t>Families</a:t>
            </a:r>
            <a:r>
              <a:rPr lang="fr-FR" sz="2300" b="1" i="1" dirty="0">
                <a:solidFill>
                  <a:schemeClr val="tx2">
                    <a:lumMod val="50000"/>
                    <a:lumOff val="50000"/>
                  </a:schemeClr>
                </a:solidFill>
                <a:latin typeface="Aptos (Body)"/>
              </a:rPr>
              <a:t> </a:t>
            </a:r>
            <a:br>
              <a:rPr lang="fr-FR" sz="2000" dirty="0"/>
            </a:br>
            <a:r>
              <a:rPr lang="vi-VN" sz="2300" b="1" i="1" dirty="0">
                <a:solidFill>
                  <a:schemeClr val="tx2">
                    <a:lumMod val="50000"/>
                    <a:lumOff val="50000"/>
                  </a:schemeClr>
                </a:solidFill>
                <a:latin typeface="Aptos (Body)"/>
              </a:rPr>
              <a:t>					</a:t>
            </a:r>
            <a:br>
              <a:rPr lang="en-US" sz="2000" dirty="0"/>
            </a:br>
            <a:r>
              <a:rPr lang="en-US" sz="2300" b="1" i="1" dirty="0">
                <a:solidFill>
                  <a:schemeClr val="tx2">
                    <a:lumMod val="50000"/>
                    <a:lumOff val="50000"/>
                  </a:schemeClr>
                </a:solidFill>
                <a:latin typeface="Aptos (Body)"/>
              </a:rPr>
              <a:t> </a:t>
            </a:r>
            <a:br>
              <a:rPr lang="en-US" sz="1600" dirty="0"/>
            </a:br>
            <a:br>
              <a:rPr lang="en-US" sz="2100" dirty="0">
                <a:solidFill>
                  <a:srgbClr val="242021"/>
                </a:solidFill>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42</a:t>
            </a:fld>
            <a:endParaRPr lang="vi-VN" dirty="0"/>
          </a:p>
        </p:txBody>
      </p:sp>
      <p:pic>
        <p:nvPicPr>
          <p:cNvPr id="3" name="Picture 2">
            <a:extLst>
              <a:ext uri="{FF2B5EF4-FFF2-40B4-BE49-F238E27FC236}">
                <a16:creationId xmlns:a16="http://schemas.microsoft.com/office/drawing/2014/main" id="{0C66C82E-033D-4660-8E88-C29B1DEE2F8E}"/>
              </a:ext>
            </a:extLst>
          </p:cNvPr>
          <p:cNvPicPr>
            <a:picLocks noChangeAspect="1"/>
          </p:cNvPicPr>
          <p:nvPr/>
        </p:nvPicPr>
        <p:blipFill>
          <a:blip r:embed="rId2"/>
          <a:stretch>
            <a:fillRect/>
          </a:stretch>
        </p:blipFill>
        <p:spPr>
          <a:xfrm>
            <a:off x="3229684" y="1665474"/>
            <a:ext cx="5903335" cy="5192526"/>
          </a:xfrm>
          <a:prstGeom prst="rect">
            <a:avLst/>
          </a:prstGeom>
        </p:spPr>
      </p:pic>
    </p:spTree>
    <p:extLst>
      <p:ext uri="{BB962C8B-B14F-4D97-AF65-F5344CB8AC3E}">
        <p14:creationId xmlns:p14="http://schemas.microsoft.com/office/powerpoint/2010/main" val="1681347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1.9. Troubleshooting</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1065564" cy="5248810"/>
          </a:xfrm>
        </p:spPr>
        <p:txBody>
          <a:bodyPr>
            <a:noAutofit/>
          </a:bodyPr>
          <a:lstStyle/>
          <a:p>
            <a:pPr marL="0" indent="0">
              <a:lnSpc>
                <a:spcPct val="100000"/>
              </a:lnSpc>
              <a:buNone/>
            </a:pPr>
            <a:r>
              <a:rPr lang="en-US" b="1" i="1" dirty="0">
                <a:solidFill>
                  <a:schemeClr val="tx2">
                    <a:lumMod val="50000"/>
                    <a:lumOff val="50000"/>
                  </a:schemeClr>
                </a:solidFill>
                <a:latin typeface="Aptos (Body)"/>
              </a:rPr>
              <a:t>Internal Failures of IC Logic Gates</a:t>
            </a:r>
            <a:br>
              <a:rPr lang="en-US" b="0" i="0" dirty="0">
                <a:solidFill>
                  <a:srgbClr val="00803E"/>
                </a:solidFill>
                <a:effectLst/>
                <a:latin typeface="Aptos (Body)"/>
              </a:rPr>
            </a:br>
            <a:r>
              <a:rPr lang="en-US" b="0" i="0" dirty="0">
                <a:solidFill>
                  <a:srgbClr val="242021"/>
                </a:solidFill>
                <a:effectLst/>
                <a:latin typeface="Aptos (Body)"/>
              </a:rPr>
              <a:t>Opens and shorts are the most common types of internal gate failures. These can occur on</a:t>
            </a:r>
            <a:r>
              <a:rPr lang="vi-VN" b="0" i="0" dirty="0">
                <a:solidFill>
                  <a:srgbClr val="242021"/>
                </a:solidFill>
                <a:effectLst/>
                <a:latin typeface="Aptos (Body)"/>
              </a:rPr>
              <a:t> </a:t>
            </a:r>
            <a:r>
              <a:rPr lang="en-US" b="0" i="0" dirty="0">
                <a:solidFill>
                  <a:srgbClr val="242021"/>
                </a:solidFill>
                <a:effectLst/>
                <a:latin typeface="Aptos (Body)"/>
              </a:rPr>
              <a:t>the inputs or on the output of a gate inside the IC package. </a:t>
            </a:r>
            <a:r>
              <a:rPr lang="en-US" b="0" i="1" dirty="0">
                <a:solidFill>
                  <a:srgbClr val="242021"/>
                </a:solidFill>
                <a:effectLst/>
                <a:latin typeface="Aptos (Body)"/>
              </a:rPr>
              <a:t>Before attempting any troubleshooting, check for proper dc supply voltage and ground.</a:t>
            </a:r>
            <a:br>
              <a:rPr lang="en-US" b="0" i="1" dirty="0">
                <a:solidFill>
                  <a:srgbClr val="242021"/>
                </a:solidFill>
                <a:effectLst/>
                <a:latin typeface="Aptos (Body)"/>
              </a:rPr>
            </a:br>
            <a:r>
              <a:rPr lang="en-US" b="1" i="1" dirty="0">
                <a:solidFill>
                  <a:schemeClr val="tx2">
                    <a:lumMod val="50000"/>
                    <a:lumOff val="50000"/>
                  </a:schemeClr>
                </a:solidFill>
                <a:latin typeface="Aptos (Body)"/>
              </a:rPr>
              <a:t>Effects of an Internally Open Input</a:t>
            </a:r>
            <a:br>
              <a:rPr lang="en-US" b="1" i="0" dirty="0">
                <a:solidFill>
                  <a:srgbClr val="0090D6"/>
                </a:solidFill>
                <a:effectLst/>
                <a:latin typeface="Aptos (Body)"/>
              </a:rPr>
            </a:br>
            <a:r>
              <a:rPr lang="en-US" b="0" i="0" dirty="0">
                <a:solidFill>
                  <a:srgbClr val="242021"/>
                </a:solidFill>
                <a:effectLst/>
                <a:latin typeface="Aptos (Body)"/>
              </a:rPr>
              <a:t>An internal open is the result of an open component on the chip or a break in the tiny</a:t>
            </a:r>
            <a:r>
              <a:rPr lang="vi-VN" b="0" i="0" dirty="0">
                <a:solidFill>
                  <a:srgbClr val="242021"/>
                </a:solidFill>
                <a:effectLst/>
                <a:latin typeface="Aptos (Body)"/>
              </a:rPr>
              <a:t> </a:t>
            </a:r>
            <a:r>
              <a:rPr lang="en-US" b="0" i="0" dirty="0">
                <a:solidFill>
                  <a:srgbClr val="242021"/>
                </a:solidFill>
                <a:effectLst/>
                <a:latin typeface="Aptos (Body)"/>
              </a:rPr>
              <a:t>wire connecting the IC chip to the package pin. An open input prevents a signal on that</a:t>
            </a:r>
            <a:r>
              <a:rPr lang="vi-VN" b="0" i="0" dirty="0">
                <a:solidFill>
                  <a:srgbClr val="242021"/>
                </a:solidFill>
                <a:effectLst/>
                <a:latin typeface="Aptos (Body)"/>
              </a:rPr>
              <a:t> </a:t>
            </a:r>
            <a:r>
              <a:rPr lang="en-US" b="0" i="0" dirty="0">
                <a:solidFill>
                  <a:srgbClr val="242021"/>
                </a:solidFill>
                <a:effectLst/>
                <a:latin typeface="Aptos (Body)"/>
              </a:rPr>
              <a:t>input from getting to the output of the gate</a:t>
            </a:r>
            <a:r>
              <a:rPr lang="en-US" dirty="0">
                <a:latin typeface="Aptos (Body)"/>
              </a:rPr>
              <a:t> </a:t>
            </a:r>
            <a:br>
              <a:rPr lang="en-US" sz="2100" dirty="0">
                <a:latin typeface="Aptos (Body)"/>
              </a:rPr>
            </a:br>
            <a:r>
              <a:rPr lang="vi-VN" sz="2100" b="1" i="1" dirty="0">
                <a:solidFill>
                  <a:schemeClr val="tx2">
                    <a:lumMod val="50000"/>
                    <a:lumOff val="50000"/>
                  </a:schemeClr>
                </a:solidFill>
                <a:latin typeface="Aptos (Body)"/>
              </a:rPr>
              <a:t>					</a:t>
            </a:r>
            <a:br>
              <a:rPr lang="en-US" sz="2100" dirty="0">
                <a:latin typeface="Aptos (Body)"/>
              </a:rPr>
            </a:br>
            <a:r>
              <a:rPr lang="en-US" sz="2100" b="1" i="1" dirty="0">
                <a:solidFill>
                  <a:schemeClr val="tx2">
                    <a:lumMod val="50000"/>
                    <a:lumOff val="50000"/>
                  </a:schemeClr>
                </a:solidFill>
                <a:latin typeface="Aptos (Body)"/>
              </a:rPr>
              <a:t> </a:t>
            </a:r>
            <a:br>
              <a:rPr lang="en-US" sz="2100" dirty="0">
                <a:latin typeface="Aptos (Body)"/>
              </a:rPr>
            </a:br>
            <a:br>
              <a:rPr lang="en-US" sz="2100" dirty="0">
                <a:solidFill>
                  <a:srgbClr val="242021"/>
                </a:solidFill>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00000"/>
              </a:lnSpc>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43</a:t>
            </a:fld>
            <a:endParaRPr lang="vi-VN" dirty="0"/>
          </a:p>
        </p:txBody>
      </p:sp>
      <p:pic>
        <p:nvPicPr>
          <p:cNvPr id="9" name="Picture 8">
            <a:extLst>
              <a:ext uri="{FF2B5EF4-FFF2-40B4-BE49-F238E27FC236}">
                <a16:creationId xmlns:a16="http://schemas.microsoft.com/office/drawing/2014/main" id="{36AF0E0C-8ECB-4988-9135-CEE556F96186}"/>
              </a:ext>
            </a:extLst>
          </p:cNvPr>
          <p:cNvPicPr>
            <a:picLocks noChangeAspect="1"/>
          </p:cNvPicPr>
          <p:nvPr/>
        </p:nvPicPr>
        <p:blipFill>
          <a:blip r:embed="rId2"/>
          <a:stretch>
            <a:fillRect/>
          </a:stretch>
        </p:blipFill>
        <p:spPr>
          <a:xfrm>
            <a:off x="1057067" y="4029337"/>
            <a:ext cx="10409172" cy="2393958"/>
          </a:xfrm>
          <a:prstGeom prst="rect">
            <a:avLst/>
          </a:prstGeom>
        </p:spPr>
      </p:pic>
    </p:spTree>
    <p:extLst>
      <p:ext uri="{BB962C8B-B14F-4D97-AF65-F5344CB8AC3E}">
        <p14:creationId xmlns:p14="http://schemas.microsoft.com/office/powerpoint/2010/main" val="3387890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1.9. Troubleshooting</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Autofit/>
          </a:bodyPr>
          <a:lstStyle/>
          <a:p>
            <a:pPr marL="0" indent="0">
              <a:lnSpc>
                <a:spcPct val="100000"/>
              </a:lnSpc>
              <a:buNone/>
            </a:pPr>
            <a:r>
              <a:rPr lang="en-US" sz="2400" b="1" i="1" dirty="0">
                <a:solidFill>
                  <a:schemeClr val="tx2">
                    <a:lumMod val="50000"/>
                    <a:lumOff val="50000"/>
                  </a:schemeClr>
                </a:solidFill>
                <a:latin typeface="Aptos (Body)"/>
              </a:rPr>
              <a:t>Troubleshooting an Open Input</a:t>
            </a:r>
            <a:br>
              <a:rPr lang="en-US" b="1" i="0" dirty="0">
                <a:solidFill>
                  <a:srgbClr val="0090D6"/>
                </a:solidFill>
                <a:effectLst/>
                <a:latin typeface="Helvetica-Bold"/>
              </a:rPr>
            </a:br>
            <a:r>
              <a:rPr lang="en-US" dirty="0">
                <a:solidFill>
                  <a:srgbClr val="242021"/>
                </a:solidFill>
                <a:latin typeface="Aptos (Body)"/>
              </a:rPr>
              <a:t>Troubleshooting this type of failure is easily accomplished with an oscilloscope and function generator</a:t>
            </a:r>
            <a:r>
              <a:rPr lang="vi-VN" dirty="0">
                <a:solidFill>
                  <a:srgbClr val="242021"/>
                </a:solidFill>
                <a:latin typeface="Aptos (Body)"/>
              </a:rPr>
              <a:t>.</a:t>
            </a:r>
            <a:br>
              <a:rPr lang="en-US" sz="2100" dirty="0">
                <a:solidFill>
                  <a:srgbClr val="242021"/>
                </a:solidFill>
                <a:latin typeface="Aptos (Body)"/>
              </a:rPr>
            </a:br>
            <a:r>
              <a:rPr lang="vi-VN" sz="2100" dirty="0">
                <a:solidFill>
                  <a:srgbClr val="242021"/>
                </a:solidFill>
                <a:latin typeface="Aptos (Body)"/>
              </a:rPr>
              <a:t>					</a:t>
            </a:r>
            <a:br>
              <a:rPr lang="en-US" sz="2100" dirty="0">
                <a:latin typeface="Aptos (Body)"/>
              </a:rPr>
            </a:br>
            <a:r>
              <a:rPr lang="en-US" sz="2100" b="1" i="1" dirty="0">
                <a:solidFill>
                  <a:schemeClr val="tx2">
                    <a:lumMod val="50000"/>
                    <a:lumOff val="50000"/>
                  </a:schemeClr>
                </a:solidFill>
                <a:latin typeface="Aptos (Body)"/>
              </a:rPr>
              <a:t> </a:t>
            </a:r>
            <a:br>
              <a:rPr lang="en-US" sz="2100" dirty="0">
                <a:latin typeface="Aptos (Body)"/>
              </a:rPr>
            </a:br>
            <a:br>
              <a:rPr lang="en-US" sz="2100" dirty="0">
                <a:solidFill>
                  <a:srgbClr val="242021"/>
                </a:solidFill>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00000"/>
              </a:lnSpc>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44</a:t>
            </a:fld>
            <a:endParaRPr lang="vi-VN" dirty="0"/>
          </a:p>
        </p:txBody>
      </p:sp>
      <p:pic>
        <p:nvPicPr>
          <p:cNvPr id="3" name="Picture 2">
            <a:extLst>
              <a:ext uri="{FF2B5EF4-FFF2-40B4-BE49-F238E27FC236}">
                <a16:creationId xmlns:a16="http://schemas.microsoft.com/office/drawing/2014/main" id="{D29FA85C-FF52-4C1D-A6C7-85FC519ABE40}"/>
              </a:ext>
            </a:extLst>
          </p:cNvPr>
          <p:cNvPicPr>
            <a:picLocks noChangeAspect="1"/>
          </p:cNvPicPr>
          <p:nvPr/>
        </p:nvPicPr>
        <p:blipFill>
          <a:blip r:embed="rId2"/>
          <a:stretch>
            <a:fillRect/>
          </a:stretch>
        </p:blipFill>
        <p:spPr>
          <a:xfrm>
            <a:off x="3132738" y="1957995"/>
            <a:ext cx="6906612" cy="4284770"/>
          </a:xfrm>
          <a:prstGeom prst="rect">
            <a:avLst/>
          </a:prstGeom>
        </p:spPr>
      </p:pic>
      <p:pic>
        <p:nvPicPr>
          <p:cNvPr id="5" name="Picture 4">
            <a:extLst>
              <a:ext uri="{FF2B5EF4-FFF2-40B4-BE49-F238E27FC236}">
                <a16:creationId xmlns:a16="http://schemas.microsoft.com/office/drawing/2014/main" id="{61965C63-89E2-4CFD-8EC6-D5DCA84566B7}"/>
              </a:ext>
            </a:extLst>
          </p:cNvPr>
          <p:cNvPicPr>
            <a:picLocks noChangeAspect="1"/>
          </p:cNvPicPr>
          <p:nvPr/>
        </p:nvPicPr>
        <p:blipFill>
          <a:blip r:embed="rId3"/>
          <a:stretch>
            <a:fillRect/>
          </a:stretch>
        </p:blipFill>
        <p:spPr>
          <a:xfrm>
            <a:off x="3649121" y="6330571"/>
            <a:ext cx="6095464" cy="606179"/>
          </a:xfrm>
          <a:prstGeom prst="rect">
            <a:avLst/>
          </a:prstGeom>
        </p:spPr>
      </p:pic>
    </p:spTree>
    <p:extLst>
      <p:ext uri="{BB962C8B-B14F-4D97-AF65-F5344CB8AC3E}">
        <p14:creationId xmlns:p14="http://schemas.microsoft.com/office/powerpoint/2010/main" val="33207738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1.9. Troubleshooting</a:t>
            </a:r>
            <a:endParaRPr lang="vi-VN" dirty="0">
              <a:solidFill>
                <a:srgbClr val="FF0000"/>
              </a:solidFill>
            </a:endParaRPr>
          </a:p>
        </p:txBody>
      </p:sp>
      <p:sp>
        <p:nvSpPr>
          <p:cNvPr id="8" name="Content Placeholder 8">
            <a:extLst>
              <a:ext uri="{FF2B5EF4-FFF2-40B4-BE49-F238E27FC236}">
                <a16:creationId xmlns:a16="http://schemas.microsoft.com/office/drawing/2014/main" id="{A530144A-9F75-EC36-599B-77662C755DD7}"/>
              </a:ext>
            </a:extLst>
          </p:cNvPr>
          <p:cNvSpPr txBox="1">
            <a:spLocks/>
          </p:cNvSpPr>
          <p:nvPr/>
        </p:nvSpPr>
        <p:spPr>
          <a:xfrm>
            <a:off x="2152650" y="3941530"/>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86678"/>
            <a:ext cx="10774018" cy="5248810"/>
          </a:xfrm>
        </p:spPr>
        <p:txBody>
          <a:bodyPr>
            <a:noAutofit/>
          </a:bodyPr>
          <a:lstStyle/>
          <a:p>
            <a:pPr marL="0" indent="0">
              <a:lnSpc>
                <a:spcPct val="100000"/>
              </a:lnSpc>
              <a:buNone/>
            </a:pPr>
            <a:r>
              <a:rPr lang="en-US" sz="2400" b="1" i="1" dirty="0">
                <a:solidFill>
                  <a:schemeClr val="tx2">
                    <a:lumMod val="50000"/>
                    <a:lumOff val="50000"/>
                  </a:schemeClr>
                </a:solidFill>
                <a:latin typeface="Aptos (Body)"/>
              </a:rPr>
              <a:t>Shorted Input or Output</a:t>
            </a:r>
            <a:br>
              <a:rPr lang="en-US" sz="2100" b="1" i="1" dirty="0">
                <a:solidFill>
                  <a:schemeClr val="tx2">
                    <a:lumMod val="50000"/>
                    <a:lumOff val="50000"/>
                  </a:schemeClr>
                </a:solidFill>
                <a:latin typeface="Aptos (Body)"/>
              </a:rPr>
            </a:br>
            <a:r>
              <a:rPr lang="en-US" dirty="0">
                <a:solidFill>
                  <a:srgbClr val="242021"/>
                </a:solidFill>
                <a:latin typeface="Aptos (Body)"/>
              </a:rPr>
              <a:t>Although not as common as an open, an internal short to the dc supply voltage, ground, another input, or an output can occur </a:t>
            </a:r>
            <a:br>
              <a:rPr lang="en-US" sz="2100" dirty="0">
                <a:solidFill>
                  <a:srgbClr val="242021"/>
                </a:solidFill>
                <a:latin typeface="Aptos (Body)"/>
              </a:rPr>
            </a:br>
            <a:r>
              <a:rPr lang="vi-VN" sz="2100" dirty="0">
                <a:solidFill>
                  <a:srgbClr val="242021"/>
                </a:solidFill>
                <a:latin typeface="Aptos (Body)"/>
              </a:rPr>
              <a:t>					</a:t>
            </a:r>
            <a:br>
              <a:rPr lang="en-US" sz="2100" dirty="0">
                <a:latin typeface="Aptos (Body)"/>
              </a:rPr>
            </a:br>
            <a:r>
              <a:rPr lang="en-US" sz="2100" b="1" i="1" dirty="0">
                <a:solidFill>
                  <a:schemeClr val="tx2">
                    <a:lumMod val="50000"/>
                    <a:lumOff val="50000"/>
                  </a:schemeClr>
                </a:solidFill>
                <a:latin typeface="Aptos (Body)"/>
              </a:rPr>
              <a:t> </a:t>
            </a:r>
            <a:br>
              <a:rPr lang="en-US" sz="2100" dirty="0">
                <a:latin typeface="Aptos (Body)"/>
              </a:rPr>
            </a:br>
            <a:br>
              <a:rPr lang="en-US" sz="2100" dirty="0">
                <a:solidFill>
                  <a:srgbClr val="242021"/>
                </a:solidFill>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00000"/>
              </a:lnSpc>
              <a:buNone/>
            </a:pPr>
            <a:br>
              <a:rPr lang="en-US" sz="2100" b="1" dirty="0">
                <a:latin typeface="Aptos (Body)"/>
              </a:rPr>
            </a:br>
            <a:br>
              <a:rPr lang="en-US" sz="2100" dirty="0">
                <a:latin typeface="Aptos (Body)"/>
              </a:rPr>
            </a:br>
            <a:endParaRPr lang="en-US" sz="2100" b="1"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45</a:t>
            </a:fld>
            <a:endParaRPr lang="vi-VN" dirty="0"/>
          </a:p>
        </p:txBody>
      </p:sp>
      <p:pic>
        <p:nvPicPr>
          <p:cNvPr id="7" name="Picture 6">
            <a:extLst>
              <a:ext uri="{FF2B5EF4-FFF2-40B4-BE49-F238E27FC236}">
                <a16:creationId xmlns:a16="http://schemas.microsoft.com/office/drawing/2014/main" id="{02B57F54-E19E-40E6-A39D-17471297369E}"/>
              </a:ext>
            </a:extLst>
          </p:cNvPr>
          <p:cNvPicPr>
            <a:picLocks noChangeAspect="1"/>
          </p:cNvPicPr>
          <p:nvPr/>
        </p:nvPicPr>
        <p:blipFill>
          <a:blip r:embed="rId2"/>
          <a:stretch>
            <a:fillRect/>
          </a:stretch>
        </p:blipFill>
        <p:spPr>
          <a:xfrm>
            <a:off x="2724121" y="2217846"/>
            <a:ext cx="6989722" cy="4591170"/>
          </a:xfrm>
          <a:prstGeom prst="rect">
            <a:avLst/>
          </a:prstGeom>
        </p:spPr>
      </p:pic>
    </p:spTree>
    <p:extLst>
      <p:ext uri="{BB962C8B-B14F-4D97-AF65-F5344CB8AC3E}">
        <p14:creationId xmlns:p14="http://schemas.microsoft.com/office/powerpoint/2010/main" val="33177798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787D-A297-DF1F-4825-FC3889EE16E3}"/>
              </a:ext>
            </a:extLst>
          </p:cNvPr>
          <p:cNvSpPr>
            <a:spLocks noGrp="1"/>
          </p:cNvSpPr>
          <p:nvPr>
            <p:ph type="title"/>
          </p:nvPr>
        </p:nvSpPr>
        <p:spPr>
          <a:xfrm>
            <a:off x="834887" y="217305"/>
            <a:ext cx="9204463" cy="549274"/>
          </a:xfrm>
        </p:spPr>
        <p:txBody>
          <a:bodyPr/>
          <a:lstStyle/>
          <a:p>
            <a:r>
              <a:rPr lang="en-US" dirty="0">
                <a:solidFill>
                  <a:srgbClr val="FF0000"/>
                </a:solidFill>
              </a:rPr>
              <a:t>SUMMARY</a:t>
            </a:r>
            <a:endParaRPr lang="vi-VN" dirty="0">
              <a:solidFill>
                <a:srgbClr val="FF0000"/>
              </a:solidFill>
            </a:endParaRPr>
          </a:p>
        </p:txBody>
      </p:sp>
      <p:sp>
        <p:nvSpPr>
          <p:cNvPr id="4" name="Content Placeholder 3">
            <a:extLst>
              <a:ext uri="{FF2B5EF4-FFF2-40B4-BE49-F238E27FC236}">
                <a16:creationId xmlns:a16="http://schemas.microsoft.com/office/drawing/2014/main" id="{C46E0FDF-6605-A786-B6B6-E7920844DBE0}"/>
              </a:ext>
            </a:extLst>
          </p:cNvPr>
          <p:cNvSpPr>
            <a:spLocks noGrp="1"/>
          </p:cNvSpPr>
          <p:nvPr>
            <p:ph idx="1"/>
          </p:nvPr>
        </p:nvSpPr>
        <p:spPr>
          <a:xfrm>
            <a:off x="1086677" y="1479786"/>
            <a:ext cx="10747513" cy="4970921"/>
          </a:xfrm>
        </p:spPr>
        <p:txBody>
          <a:bodyPr>
            <a:noAutofit/>
          </a:bodyPr>
          <a:lstStyle/>
          <a:p>
            <a:pPr marL="0" marR="0">
              <a:spcBef>
                <a:spcPts val="0"/>
              </a:spcBef>
            </a:pPr>
            <a:r>
              <a:rPr lang="en-US" dirty="0">
                <a:effectLst/>
                <a:latin typeface="Aptos (Body)"/>
                <a:ea typeface="Times New Roman" panose="02020603050405020304" pitchFamily="18" charset="0"/>
              </a:rPr>
              <a:t>Logic gates perform operations based on input signals: </a:t>
            </a:r>
            <a:r>
              <a:rPr lang="en-US" b="1" dirty="0">
                <a:effectLst/>
                <a:latin typeface="Aptos (Body)"/>
                <a:ea typeface="Times New Roman" panose="02020603050405020304" pitchFamily="18" charset="0"/>
              </a:rPr>
              <a:t>Inverter (NOT) outputs the complement</a:t>
            </a:r>
            <a:r>
              <a:rPr lang="en-US" dirty="0">
                <a:effectLst/>
                <a:latin typeface="Aptos (Body)"/>
                <a:ea typeface="Times New Roman" panose="02020603050405020304" pitchFamily="18" charset="0"/>
              </a:rPr>
              <a:t>, AND is HIGH only when </a:t>
            </a:r>
            <a:r>
              <a:rPr lang="en-US" b="1" dirty="0">
                <a:effectLst/>
                <a:latin typeface="Aptos (Body)"/>
                <a:ea typeface="Times New Roman" panose="02020603050405020304" pitchFamily="18" charset="0"/>
              </a:rPr>
              <a:t>all inputs are HIGH</a:t>
            </a:r>
            <a:r>
              <a:rPr lang="en-US" dirty="0">
                <a:effectLst/>
                <a:latin typeface="Aptos (Body)"/>
                <a:ea typeface="Times New Roman" panose="02020603050405020304" pitchFamily="18" charset="0"/>
              </a:rPr>
              <a:t>, OR is HIGH when </a:t>
            </a:r>
            <a:r>
              <a:rPr lang="en-US" b="1" dirty="0">
                <a:effectLst/>
                <a:latin typeface="Aptos (Body)"/>
                <a:ea typeface="Times New Roman" panose="02020603050405020304" pitchFamily="18" charset="0"/>
              </a:rPr>
              <a:t>any input is HIGH</a:t>
            </a:r>
            <a:r>
              <a:rPr lang="en-US" dirty="0">
                <a:effectLst/>
                <a:latin typeface="Aptos (Body)"/>
                <a:ea typeface="Times New Roman" panose="02020603050405020304" pitchFamily="18" charset="0"/>
              </a:rPr>
              <a:t>, while NAND and NOR are their respective opposites.</a:t>
            </a:r>
          </a:p>
          <a:p>
            <a:pPr marL="0" marR="0">
              <a:spcBef>
                <a:spcPts val="0"/>
              </a:spcBef>
            </a:pPr>
            <a:r>
              <a:rPr lang="en-US" b="1" dirty="0">
                <a:effectLst/>
                <a:latin typeface="Aptos (Body)"/>
                <a:ea typeface="Times New Roman" panose="02020603050405020304" pitchFamily="18" charset="0"/>
              </a:rPr>
              <a:t>Exclusive-OR (XOR)</a:t>
            </a:r>
            <a:r>
              <a:rPr lang="en-US" dirty="0">
                <a:effectLst/>
                <a:latin typeface="Aptos (Body)"/>
                <a:ea typeface="Times New Roman" panose="02020603050405020304" pitchFamily="18" charset="0"/>
              </a:rPr>
              <a:t> outputs HIGH when inputs are different; </a:t>
            </a:r>
            <a:r>
              <a:rPr lang="en-US" b="1" dirty="0">
                <a:effectLst/>
                <a:latin typeface="Aptos (Body)"/>
                <a:ea typeface="Times New Roman" panose="02020603050405020304" pitchFamily="18" charset="0"/>
              </a:rPr>
              <a:t>Exclusive-NOR (XNOR)</a:t>
            </a:r>
            <a:r>
              <a:rPr lang="en-US" dirty="0">
                <a:effectLst/>
                <a:latin typeface="Aptos (Body)"/>
                <a:ea typeface="Times New Roman" panose="02020603050405020304" pitchFamily="18" charset="0"/>
              </a:rPr>
              <a:t> outputs LOW when inputs are different.</a:t>
            </a:r>
          </a:p>
          <a:p>
            <a:pPr marL="0" marR="0">
              <a:spcBef>
                <a:spcPts val="0"/>
              </a:spcBef>
            </a:pPr>
            <a:r>
              <a:rPr lang="en-US" dirty="0">
                <a:effectLst/>
                <a:latin typeface="Aptos (Body)"/>
                <a:ea typeface="Times New Roman" panose="02020603050405020304" pitchFamily="18" charset="0"/>
              </a:rPr>
              <a:t>Gates can be represented using </a:t>
            </a:r>
            <a:r>
              <a:rPr lang="en-US" b="1" dirty="0">
                <a:effectLst/>
                <a:latin typeface="Aptos (Body)"/>
                <a:ea typeface="Times New Roman" panose="02020603050405020304" pitchFamily="18" charset="0"/>
              </a:rPr>
              <a:t>distinctive shape symbols</a:t>
            </a:r>
            <a:r>
              <a:rPr lang="en-US" dirty="0">
                <a:effectLst/>
                <a:latin typeface="Aptos (Body)"/>
                <a:ea typeface="Times New Roman" panose="02020603050405020304" pitchFamily="18" charset="0"/>
              </a:rPr>
              <a:t> and </a:t>
            </a:r>
            <a:r>
              <a:rPr lang="en-US" b="1" dirty="0">
                <a:effectLst/>
                <a:latin typeface="Aptos (Body)"/>
                <a:ea typeface="Times New Roman" panose="02020603050405020304" pitchFamily="18" charset="0"/>
              </a:rPr>
              <a:t>truth tables</a:t>
            </a:r>
            <a:r>
              <a:rPr lang="en-US" dirty="0">
                <a:effectLst/>
                <a:latin typeface="Aptos (Body)"/>
                <a:ea typeface="Times New Roman" panose="02020603050405020304" pitchFamily="18" charset="0"/>
              </a:rPr>
              <a:t>, typically with 2 inputs.</a:t>
            </a:r>
          </a:p>
          <a:p>
            <a:pPr marL="0" marR="0">
              <a:spcBef>
                <a:spcPts val="0"/>
              </a:spcBef>
            </a:pPr>
            <a:r>
              <a:rPr lang="en-US" b="1" dirty="0">
                <a:effectLst/>
                <a:latin typeface="Aptos (Body)"/>
                <a:ea typeface="Times New Roman" panose="02020603050405020304" pitchFamily="18" charset="0"/>
              </a:rPr>
              <a:t>Programmable Logic Devices (PLDs)</a:t>
            </a:r>
            <a:r>
              <a:rPr lang="en-US" dirty="0">
                <a:effectLst/>
                <a:latin typeface="Aptos (Body)"/>
                <a:ea typeface="Times New Roman" panose="02020603050405020304" pitchFamily="18" charset="0"/>
              </a:rPr>
              <a:t> are usually based on </a:t>
            </a:r>
            <a:r>
              <a:rPr lang="en-US" b="1" dirty="0">
                <a:effectLst/>
                <a:latin typeface="Aptos (Body)"/>
                <a:ea typeface="Times New Roman" panose="02020603050405020304" pitchFamily="18" charset="0"/>
              </a:rPr>
              <a:t>AND arrays</a:t>
            </a:r>
            <a:r>
              <a:rPr lang="en-US" dirty="0">
                <a:effectLst/>
                <a:latin typeface="Aptos (Body)"/>
                <a:ea typeface="Times New Roman" panose="02020603050405020304" pitchFamily="18" charset="0"/>
              </a:rPr>
              <a:t> and come in forms like </a:t>
            </a:r>
            <a:r>
              <a:rPr lang="en-US" b="1" dirty="0">
                <a:effectLst/>
                <a:latin typeface="Aptos (Body)"/>
                <a:ea typeface="Times New Roman" panose="02020603050405020304" pitchFamily="18" charset="0"/>
              </a:rPr>
              <a:t>fuse, EPROM, EEPROM, flash, SRAM</a:t>
            </a:r>
            <a:r>
              <a:rPr lang="en-US" dirty="0">
                <a:effectLst/>
                <a:latin typeface="Aptos (Body)"/>
                <a:ea typeface="Times New Roman" panose="02020603050405020304" pitchFamily="18" charset="0"/>
              </a:rPr>
              <a:t>.</a:t>
            </a:r>
          </a:p>
          <a:p>
            <a:pPr marL="0" marR="0">
              <a:spcBef>
                <a:spcPts val="0"/>
              </a:spcBef>
            </a:pPr>
            <a:r>
              <a:rPr lang="en-US" dirty="0">
                <a:effectLst/>
                <a:latin typeface="Aptos (Body)"/>
                <a:ea typeface="Times New Roman" panose="02020603050405020304" pitchFamily="18" charset="0"/>
              </a:rPr>
              <a:t>PLDs can be programmed using software (HDL or schematic) and </a:t>
            </a:r>
            <a:r>
              <a:rPr lang="en-US" b="1" dirty="0">
                <a:effectLst/>
                <a:latin typeface="Aptos (Body)"/>
                <a:ea typeface="Times New Roman" panose="02020603050405020304" pitchFamily="18" charset="0"/>
              </a:rPr>
              <a:t>reprogrammed in-system (ISP)</a:t>
            </a:r>
            <a:r>
              <a:rPr lang="en-US" dirty="0">
                <a:effectLst/>
                <a:latin typeface="Aptos (Body)"/>
                <a:ea typeface="Times New Roman" panose="02020603050405020304" pitchFamily="18" charset="0"/>
              </a:rPr>
              <a:t>; JTAG is used for programming/testing.</a:t>
            </a:r>
          </a:p>
          <a:p>
            <a:pPr marL="0" marR="0">
              <a:spcBef>
                <a:spcPts val="0"/>
              </a:spcBef>
            </a:pPr>
            <a:r>
              <a:rPr lang="en-US" b="1" dirty="0">
                <a:effectLst/>
                <a:latin typeface="Aptos (Body)"/>
                <a:ea typeface="Times New Roman" panose="02020603050405020304" pitchFamily="18" charset="0"/>
              </a:rPr>
              <a:t>Embedded processors</a:t>
            </a:r>
            <a:r>
              <a:rPr lang="en-US" dirty="0">
                <a:effectLst/>
                <a:latin typeface="Aptos (Body)"/>
                <a:ea typeface="Times New Roman" panose="02020603050405020304" pitchFamily="18" charset="0"/>
              </a:rPr>
              <a:t> can be used to facilitate in-system programming of PLDs; in contrast, </a:t>
            </a:r>
            <a:r>
              <a:rPr lang="en-US" b="1" dirty="0">
                <a:effectLst/>
                <a:latin typeface="Aptos (Body)"/>
                <a:ea typeface="Times New Roman" panose="02020603050405020304" pitchFamily="18" charset="0"/>
              </a:rPr>
              <a:t>fixed-function logic circuits cannot be changed</a:t>
            </a:r>
            <a:r>
              <a:rPr lang="en-US" dirty="0">
                <a:effectLst/>
                <a:latin typeface="Aptos (Body)"/>
                <a:ea typeface="Times New Roman" panose="02020603050405020304" pitchFamily="18" charset="0"/>
              </a:rPr>
              <a:t>.</a:t>
            </a:r>
          </a:p>
          <a:p>
            <a:pPr marL="0" marR="0">
              <a:spcBef>
                <a:spcPts val="0"/>
              </a:spcBef>
            </a:pPr>
            <a:r>
              <a:rPr lang="en-US" dirty="0">
                <a:effectLst/>
                <a:latin typeface="Aptos (Body)"/>
                <a:ea typeface="Times New Roman" panose="02020603050405020304" pitchFamily="18" charset="0"/>
              </a:rPr>
              <a:t>Important parameters include </a:t>
            </a:r>
            <a:r>
              <a:rPr lang="en-US" b="1" dirty="0">
                <a:effectLst/>
                <a:latin typeface="Aptos (Body)"/>
                <a:ea typeface="Times New Roman" panose="02020603050405020304" pitchFamily="18" charset="0"/>
              </a:rPr>
              <a:t>power dissipation</a:t>
            </a:r>
            <a:r>
              <a:rPr lang="en-US" dirty="0">
                <a:effectLst/>
                <a:latin typeface="Aptos (Body)"/>
                <a:ea typeface="Times New Roman" panose="02020603050405020304" pitchFamily="18" charset="0"/>
              </a:rPr>
              <a:t>, </a:t>
            </a:r>
            <a:r>
              <a:rPr lang="en-US" b="1" dirty="0">
                <a:effectLst/>
                <a:latin typeface="Aptos (Body)"/>
                <a:ea typeface="Times New Roman" panose="02020603050405020304" pitchFamily="18" charset="0"/>
              </a:rPr>
              <a:t>speed-power product</a:t>
            </a:r>
            <a:r>
              <a:rPr lang="en-US" dirty="0">
                <a:effectLst/>
                <a:latin typeface="Aptos (Body)"/>
                <a:ea typeface="Times New Roman" panose="02020603050405020304" pitchFamily="18" charset="0"/>
              </a:rPr>
              <a:t>, and </a:t>
            </a:r>
            <a:r>
              <a:rPr lang="en-US" b="1" dirty="0">
                <a:effectLst/>
                <a:latin typeface="Aptos (Body)"/>
                <a:ea typeface="Times New Roman" panose="02020603050405020304" pitchFamily="18" charset="0"/>
              </a:rPr>
              <a:t>fan-out</a:t>
            </a:r>
            <a:r>
              <a:rPr lang="en-US" dirty="0">
                <a:effectLst/>
                <a:latin typeface="Aptos (Body)"/>
                <a:ea typeface="Times New Roman" panose="02020603050405020304" pitchFamily="18" charset="0"/>
              </a:rPr>
              <a:t>. Generally, </a:t>
            </a:r>
            <a:r>
              <a:rPr lang="en-US" b="1" dirty="0">
                <a:effectLst/>
                <a:latin typeface="Aptos (Body)"/>
                <a:ea typeface="Times New Roman" panose="02020603050405020304" pitchFamily="18" charset="0"/>
              </a:rPr>
              <a:t>CMOS consumes less power</a:t>
            </a:r>
            <a:r>
              <a:rPr lang="en-US" dirty="0">
                <a:effectLst/>
                <a:latin typeface="Aptos (Body)"/>
                <a:ea typeface="Times New Roman" panose="02020603050405020304" pitchFamily="18" charset="0"/>
              </a:rPr>
              <a:t> than TTL.</a:t>
            </a:r>
          </a:p>
          <a:p>
            <a:pPr marL="0" marR="0" indent="0">
              <a:lnSpc>
                <a:spcPct val="107000"/>
              </a:lnSpc>
              <a:spcBef>
                <a:spcPts val="0"/>
              </a:spcBef>
              <a:buNone/>
            </a:pPr>
            <a:r>
              <a:rPr lang="en-US" dirty="0">
                <a:effectLst/>
                <a:latin typeface="Aptos (Body)"/>
                <a:ea typeface="Calibri" panose="020F0502020204030204" pitchFamily="34" charset="0"/>
                <a:cs typeface="Times New Roman" panose="02020603050405020304" pitchFamily="18" charset="0"/>
              </a:rPr>
              <a:t> </a:t>
            </a:r>
          </a:p>
          <a:p>
            <a:pPr marL="0" marR="0" indent="0">
              <a:spcBef>
                <a:spcPts val="0"/>
              </a:spcBef>
              <a:buNone/>
            </a:pPr>
            <a:endParaRPr lang="en-US" dirty="0">
              <a:latin typeface="Aptos (Body)"/>
              <a:ea typeface="Times New Roman" panose="02020603050405020304" pitchFamily="18" charset="0"/>
              <a:cs typeface="Times New Roman" panose="02020603050405020304" pitchFamily="18" charset="0"/>
            </a:endParaRPr>
          </a:p>
          <a:p>
            <a:pPr marL="0" indent="0">
              <a:spcBef>
                <a:spcPts val="0"/>
              </a:spcBef>
              <a:buNone/>
            </a:pPr>
            <a:endParaRPr lang="en-US" dirty="0">
              <a:latin typeface="Aptos (Body)"/>
            </a:endParaRPr>
          </a:p>
          <a:p>
            <a:pPr marL="0" indent="0">
              <a:spcBef>
                <a:spcPts val="0"/>
              </a:spcBef>
              <a:buNone/>
            </a:pPr>
            <a:endParaRPr lang="en-US" dirty="0">
              <a:latin typeface="Aptos (Body)"/>
            </a:endParaRPr>
          </a:p>
        </p:txBody>
      </p:sp>
      <p:sp>
        <p:nvSpPr>
          <p:cNvPr id="5" name="TextBox 4">
            <a:extLst>
              <a:ext uri="{FF2B5EF4-FFF2-40B4-BE49-F238E27FC236}">
                <a16:creationId xmlns:a16="http://schemas.microsoft.com/office/drawing/2014/main" id="{AA3C51AB-85E1-47DC-B5CD-F6E107480075}"/>
              </a:ext>
            </a:extLst>
          </p:cNvPr>
          <p:cNvSpPr txBox="1"/>
          <p:nvPr/>
        </p:nvSpPr>
        <p:spPr>
          <a:xfrm>
            <a:off x="834887" y="956566"/>
            <a:ext cx="8584884" cy="523220"/>
          </a:xfrm>
          <a:prstGeom prst="rect">
            <a:avLst/>
          </a:prstGeom>
          <a:noFill/>
        </p:spPr>
        <p:txBody>
          <a:bodyPr wrap="square">
            <a:spAutoFit/>
          </a:bodyPr>
          <a:lstStyle/>
          <a:p>
            <a:r>
              <a:rPr lang="en-US" sz="2800" b="1" dirty="0">
                <a:solidFill>
                  <a:srgbClr val="0070C0"/>
                </a:solidFill>
                <a:latin typeface="Aptos (Body)"/>
                <a:cs typeface="Times New Roman" panose="02020603050405020304" pitchFamily="18" charset="0"/>
              </a:rPr>
              <a:t>Chapter 3: Logic Gates</a:t>
            </a:r>
          </a:p>
        </p:txBody>
      </p:sp>
      <p:sp>
        <p:nvSpPr>
          <p:cNvPr id="3" name="Slide Number Placeholder 2">
            <a:extLst>
              <a:ext uri="{FF2B5EF4-FFF2-40B4-BE49-F238E27FC236}">
                <a16:creationId xmlns:a16="http://schemas.microsoft.com/office/drawing/2014/main" id="{B1CF23F5-C312-73D4-727D-A3CBBB3BBED5}"/>
              </a:ext>
            </a:extLst>
          </p:cNvPr>
          <p:cNvSpPr>
            <a:spLocks noGrp="1"/>
          </p:cNvSpPr>
          <p:nvPr>
            <p:ph type="sldNum" sz="quarter" idx="12"/>
          </p:nvPr>
        </p:nvSpPr>
        <p:spPr/>
        <p:txBody>
          <a:bodyPr/>
          <a:lstStyle/>
          <a:p>
            <a:fld id="{644A9409-5B7A-4A68-9AEC-D10994391474}" type="slidenum">
              <a:rPr lang="vi-VN" smtClean="0"/>
              <a:t>46</a:t>
            </a:fld>
            <a:endParaRPr lang="vi-VN"/>
          </a:p>
        </p:txBody>
      </p:sp>
    </p:spTree>
    <p:extLst>
      <p:ext uri="{BB962C8B-B14F-4D97-AF65-F5344CB8AC3E}">
        <p14:creationId xmlns:p14="http://schemas.microsoft.com/office/powerpoint/2010/main" val="18867195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9C23C-E04A-4EDE-A572-3C9C5AF03F80}"/>
              </a:ext>
            </a:extLst>
          </p:cNvPr>
          <p:cNvSpPr>
            <a:spLocks noGrp="1"/>
          </p:cNvSpPr>
          <p:nvPr>
            <p:ph type="title"/>
          </p:nvPr>
        </p:nvSpPr>
        <p:spPr/>
        <p:txBody>
          <a:bodyPr/>
          <a:lstStyle/>
          <a:p>
            <a:r>
              <a:rPr lang="en-US" dirty="0">
                <a:solidFill>
                  <a:srgbClr val="FF0000"/>
                </a:solidFill>
              </a:rPr>
              <a:t>MULTIPLE-CHOICE TEST AND PROBLEMS</a:t>
            </a:r>
          </a:p>
        </p:txBody>
      </p:sp>
      <p:sp>
        <p:nvSpPr>
          <p:cNvPr id="3" name="Content Placeholder 2">
            <a:extLst>
              <a:ext uri="{FF2B5EF4-FFF2-40B4-BE49-F238E27FC236}">
                <a16:creationId xmlns:a16="http://schemas.microsoft.com/office/drawing/2014/main" id="{23951463-7E92-4307-A413-682266047F68}"/>
              </a:ext>
            </a:extLst>
          </p:cNvPr>
          <p:cNvSpPr>
            <a:spLocks noGrp="1"/>
          </p:cNvSpPr>
          <p:nvPr>
            <p:ph idx="1"/>
          </p:nvPr>
        </p:nvSpPr>
        <p:spPr>
          <a:xfrm>
            <a:off x="1036982" y="2621884"/>
            <a:ext cx="10515600" cy="1976621"/>
          </a:xfrm>
        </p:spPr>
        <p:txBody>
          <a:bodyPr>
            <a:normAutofit/>
          </a:bodyPr>
          <a:lstStyle/>
          <a:p>
            <a:pPr marL="0" indent="0" algn="ctr">
              <a:buNone/>
            </a:pPr>
            <a:r>
              <a:rPr lang="en-US" sz="3600" dirty="0">
                <a:solidFill>
                  <a:srgbClr val="0070C0"/>
                </a:solidFill>
              </a:rPr>
              <a:t>Complete the true/false questions, multiple-choice questions, and end-of-chapter exercises in the primary textbook.</a:t>
            </a:r>
          </a:p>
        </p:txBody>
      </p:sp>
      <p:sp>
        <p:nvSpPr>
          <p:cNvPr id="4" name="Slide Number Placeholder 3">
            <a:extLst>
              <a:ext uri="{FF2B5EF4-FFF2-40B4-BE49-F238E27FC236}">
                <a16:creationId xmlns:a16="http://schemas.microsoft.com/office/drawing/2014/main" id="{D8CA8595-C7DB-4A6B-833E-76AEA3A08A6A}"/>
              </a:ext>
            </a:extLst>
          </p:cNvPr>
          <p:cNvSpPr>
            <a:spLocks noGrp="1"/>
          </p:cNvSpPr>
          <p:nvPr>
            <p:ph type="sldNum" sz="quarter" idx="12"/>
          </p:nvPr>
        </p:nvSpPr>
        <p:spPr/>
        <p:txBody>
          <a:bodyPr/>
          <a:lstStyle/>
          <a:p>
            <a:fld id="{644A9409-5B7A-4A68-9AEC-D10994391474}" type="slidenum">
              <a:rPr lang="vi-VN" smtClean="0"/>
              <a:t>47</a:t>
            </a:fld>
            <a:endParaRPr lang="vi-VN"/>
          </a:p>
        </p:txBody>
      </p:sp>
    </p:spTree>
    <p:extLst>
      <p:ext uri="{BB962C8B-B14F-4D97-AF65-F5344CB8AC3E}">
        <p14:creationId xmlns:p14="http://schemas.microsoft.com/office/powerpoint/2010/main" val="36047237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4440</TotalTime>
  <Words>2398</Words>
  <Application>Microsoft Office PowerPoint</Application>
  <PresentationFormat>Widescreen</PresentationFormat>
  <Paragraphs>207</Paragraphs>
  <Slides>47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Aptos</vt:lpstr>
      <vt:lpstr>Aptos (Body)</vt:lpstr>
      <vt:lpstr>Aptos Display</vt:lpstr>
      <vt:lpstr>Aptos Display (Headings)</vt:lpstr>
      <vt:lpstr>Arial</vt:lpstr>
      <vt:lpstr>Helvetica</vt:lpstr>
      <vt:lpstr>Helvetica-Bold</vt:lpstr>
      <vt:lpstr>Times New Roman</vt:lpstr>
      <vt:lpstr>Times-Bold</vt:lpstr>
      <vt:lpstr>Times-Roman</vt:lpstr>
      <vt:lpstr>Office Theme</vt:lpstr>
      <vt:lpstr>Chapter 3: Logic Gates </vt:lpstr>
      <vt:lpstr>Chapter Objectives</vt:lpstr>
      <vt:lpstr>Chapter Outline</vt:lpstr>
      <vt:lpstr>1.1. The Inverter </vt:lpstr>
      <vt:lpstr>1.1. The Inverter </vt:lpstr>
      <vt:lpstr>1.1. The Inverter </vt:lpstr>
      <vt:lpstr>1.2. The AND Gate </vt:lpstr>
      <vt:lpstr>1.2. The AND Gate </vt:lpstr>
      <vt:lpstr>1.2. The AND Gate </vt:lpstr>
      <vt:lpstr>1.2. The AND Gate </vt:lpstr>
      <vt:lpstr>1.2. The AND Gate </vt:lpstr>
      <vt:lpstr>1.3. The OR Gate </vt:lpstr>
      <vt:lpstr>1.3. The OR Gate </vt:lpstr>
      <vt:lpstr>1.3. The OR Gate </vt:lpstr>
      <vt:lpstr>1.3. The OR Gate </vt:lpstr>
      <vt:lpstr>1.4. The NAND Gate </vt:lpstr>
      <vt:lpstr>1.4. The NAND Gate </vt:lpstr>
      <vt:lpstr>1.4. The NAND Gate </vt:lpstr>
      <vt:lpstr>1.4. The NAND Gate </vt:lpstr>
      <vt:lpstr>1.5. The NOR Gate </vt:lpstr>
      <vt:lpstr>1.5. The NOR Gate </vt:lpstr>
      <vt:lpstr>1.5. The NOR Gate </vt:lpstr>
      <vt:lpstr>1.5. The NOR Gate </vt:lpstr>
      <vt:lpstr>1.6. The Exclusive-OR and Exclusive-NOR Gates</vt:lpstr>
      <vt:lpstr>1.6. The Exclusive-OR and Exclusive-NOR Gates</vt:lpstr>
      <vt:lpstr>1.6. The Exclusive-OR and Exclusive-NOR Gates</vt:lpstr>
      <vt:lpstr>1.6. The Exclusive-OR and Exclusive-NOR Gates</vt:lpstr>
      <vt:lpstr>1.7. Programmable Logic </vt:lpstr>
      <vt:lpstr>1.7. Programmable Logic </vt:lpstr>
      <vt:lpstr>1.7. Programmable Logic </vt:lpstr>
      <vt:lpstr>1.7. Programmable Logic </vt:lpstr>
      <vt:lpstr>1.7. Programmable Logic </vt:lpstr>
      <vt:lpstr>1.7. Programmable Logic </vt:lpstr>
      <vt:lpstr>1.7. Programmable Logic </vt:lpstr>
      <vt:lpstr>1.7. Programmable Logic </vt:lpstr>
      <vt:lpstr>1.7. Programmable Logic </vt:lpstr>
      <vt:lpstr>1.8. Fixed-Function Logic Gates</vt:lpstr>
      <vt:lpstr>1.8. Fixed-Function Logic Gates</vt:lpstr>
      <vt:lpstr>1.8. Fixed-Function Logic Gates</vt:lpstr>
      <vt:lpstr>1.8. Fixed-Function Logic Gates</vt:lpstr>
      <vt:lpstr>1.8. Fixed-Function Logic Gates</vt:lpstr>
      <vt:lpstr>1.8. Fixed-Function Logic Gates</vt:lpstr>
      <vt:lpstr>1.9. Troubleshooting</vt:lpstr>
      <vt:lpstr>1.9. Troubleshooting</vt:lpstr>
      <vt:lpstr>1.9. Troubleshooting</vt:lpstr>
      <vt:lpstr>SUMMARY</vt:lpstr>
      <vt:lpstr>MULTIPLE-CHOICE TEST AND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overview Chapter 1: Electrical fundamentals 1.1. Fundamentals units (SI) 1.2. Conductors, insulators, voltage and resistance 1.3. Ohm’s Law 1.4. Electric fields 1.5. Magnetic fields 1.6. Circuit diagrams 1.7. Practical investigation &amp; Problems</dc:title>
  <dc:creator>MaiCV2</dc:creator>
  <cp:keywords>ICI101</cp:keywords>
  <cp:lastModifiedBy>Đặng Văn Hiếu</cp:lastModifiedBy>
  <cp:revision>124</cp:revision>
  <dcterms:created xsi:type="dcterms:W3CDTF">2024-04-08T01:59:57Z</dcterms:created>
  <dcterms:modified xsi:type="dcterms:W3CDTF">2025-08-27T03:44:32Z</dcterms:modified>
</cp:coreProperties>
</file>