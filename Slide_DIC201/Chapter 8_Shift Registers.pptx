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8" r:id="rId2"/>
    <p:sldId id="327" r:id="rId3"/>
    <p:sldId id="296" r:id="rId4"/>
    <p:sldId id="375" r:id="rId5"/>
    <p:sldId id="329" r:id="rId6"/>
    <p:sldId id="376" r:id="rId7"/>
    <p:sldId id="377" r:id="rId8"/>
    <p:sldId id="370" r:id="rId9"/>
    <p:sldId id="378" r:id="rId10"/>
    <p:sldId id="371" r:id="rId11"/>
    <p:sldId id="372" r:id="rId12"/>
    <p:sldId id="379" r:id="rId13"/>
    <p:sldId id="380" r:id="rId14"/>
    <p:sldId id="373" r:id="rId15"/>
    <p:sldId id="381" r:id="rId16"/>
    <p:sldId id="382" r:id="rId17"/>
    <p:sldId id="383" r:id="rId18"/>
    <p:sldId id="384" r:id="rId19"/>
    <p:sldId id="385" r:id="rId20"/>
    <p:sldId id="374" r:id="rId21"/>
    <p:sldId id="368" r:id="rId22"/>
    <p:sldId id="36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112020-9413-486F-BA5D-75CDAEC9B132}" v="33" dt="2024-04-17T15:14:20.5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015" autoAdjust="0"/>
    <p:restoredTop sz="94249" autoAdjust="0"/>
  </p:normalViewPr>
  <p:slideViewPr>
    <p:cSldViewPr snapToGrid="0">
      <p:cViewPr varScale="1">
        <p:scale>
          <a:sx n="72" d="100"/>
          <a:sy n="72" d="100"/>
        </p:scale>
        <p:origin x="330" y="6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55" d="100"/>
          <a:sy n="55" d="100"/>
        </p:scale>
        <p:origin x="2880"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i Cao Van" userId="f7949ac2-728d-41dd-ad7e-3544eb396517" providerId="ADAL" clId="{9A112020-9413-486F-BA5D-75CDAEC9B132}"/>
    <pc:docChg chg="undo custSel addSld delSld modSld">
      <pc:chgData name="Mai Cao Van" userId="f7949ac2-728d-41dd-ad7e-3544eb396517" providerId="ADAL" clId="{9A112020-9413-486F-BA5D-75CDAEC9B132}" dt="2024-04-17T15:14:29.613" v="118" actId="14100"/>
      <pc:docMkLst>
        <pc:docMk/>
      </pc:docMkLst>
      <pc:sldChg chg="del">
        <pc:chgData name="Mai Cao Van" userId="f7949ac2-728d-41dd-ad7e-3544eb396517" providerId="ADAL" clId="{9A112020-9413-486F-BA5D-75CDAEC9B132}" dt="2024-04-17T14:19:53.332" v="0" actId="47"/>
        <pc:sldMkLst>
          <pc:docMk/>
          <pc:sldMk cId="2414208525" sldId="256"/>
        </pc:sldMkLst>
      </pc:sldChg>
      <pc:sldChg chg="del">
        <pc:chgData name="Mai Cao Van" userId="f7949ac2-728d-41dd-ad7e-3544eb396517" providerId="ADAL" clId="{9A112020-9413-486F-BA5D-75CDAEC9B132}" dt="2024-04-17T14:19:53.332" v="0" actId="47"/>
        <pc:sldMkLst>
          <pc:docMk/>
          <pc:sldMk cId="3626776459" sldId="257"/>
        </pc:sldMkLst>
      </pc:sldChg>
      <pc:sldChg chg="modSp mod modClrScheme chgLayout">
        <pc:chgData name="Mai Cao Van" userId="f7949ac2-728d-41dd-ad7e-3544eb396517" providerId="ADAL" clId="{9A112020-9413-486F-BA5D-75CDAEC9B132}" dt="2024-04-17T14:20:18.691" v="9" actId="207"/>
        <pc:sldMkLst>
          <pc:docMk/>
          <pc:sldMk cId="3190321118" sldId="258"/>
        </pc:sldMkLst>
        <pc:spChg chg="mod ord">
          <ac:chgData name="Mai Cao Van" userId="f7949ac2-728d-41dd-ad7e-3544eb396517" providerId="ADAL" clId="{9A112020-9413-486F-BA5D-75CDAEC9B132}" dt="2024-04-17T14:20:18.691" v="9" actId="207"/>
          <ac:spMkLst>
            <pc:docMk/>
            <pc:sldMk cId="3190321118" sldId="258"/>
            <ac:spMk id="2" creationId="{07CF3735-88FE-51EE-7EA1-A930D1D9D4F9}"/>
          </ac:spMkLst>
        </pc:spChg>
        <pc:spChg chg="mod ord">
          <ac:chgData name="Mai Cao Van" userId="f7949ac2-728d-41dd-ad7e-3544eb396517" providerId="ADAL" clId="{9A112020-9413-486F-BA5D-75CDAEC9B132}" dt="2024-04-17T14:20:02.053" v="5" actId="120"/>
          <ac:spMkLst>
            <pc:docMk/>
            <pc:sldMk cId="3190321118" sldId="258"/>
            <ac:spMk id="9" creationId="{F0932675-FEE9-806C-4C5C-4E45D1CBCBF5}"/>
          </ac:spMkLst>
        </pc:spChg>
      </pc:sldChg>
      <pc:sldChg chg="del">
        <pc:chgData name="Mai Cao Van" userId="f7949ac2-728d-41dd-ad7e-3544eb396517" providerId="ADAL" clId="{9A112020-9413-486F-BA5D-75CDAEC9B132}" dt="2024-04-17T14:20:32.404" v="10" actId="47"/>
        <pc:sldMkLst>
          <pc:docMk/>
          <pc:sldMk cId="671320278" sldId="259"/>
        </pc:sldMkLst>
      </pc:sldChg>
      <pc:sldChg chg="del">
        <pc:chgData name="Mai Cao Van" userId="f7949ac2-728d-41dd-ad7e-3544eb396517" providerId="ADAL" clId="{9A112020-9413-486F-BA5D-75CDAEC9B132}" dt="2024-04-17T14:20:32.404" v="10" actId="47"/>
        <pc:sldMkLst>
          <pc:docMk/>
          <pc:sldMk cId="997350594" sldId="260"/>
        </pc:sldMkLst>
      </pc:sldChg>
      <pc:sldChg chg="del">
        <pc:chgData name="Mai Cao Van" userId="f7949ac2-728d-41dd-ad7e-3544eb396517" providerId="ADAL" clId="{9A112020-9413-486F-BA5D-75CDAEC9B132}" dt="2024-04-17T14:20:32.404" v="10" actId="47"/>
        <pc:sldMkLst>
          <pc:docMk/>
          <pc:sldMk cId="2206777267" sldId="261"/>
        </pc:sldMkLst>
      </pc:sldChg>
      <pc:sldChg chg="del">
        <pc:chgData name="Mai Cao Van" userId="f7949ac2-728d-41dd-ad7e-3544eb396517" providerId="ADAL" clId="{9A112020-9413-486F-BA5D-75CDAEC9B132}" dt="2024-04-17T14:20:32.404" v="10" actId="47"/>
        <pc:sldMkLst>
          <pc:docMk/>
          <pc:sldMk cId="275489809" sldId="262"/>
        </pc:sldMkLst>
      </pc:sldChg>
      <pc:sldChg chg="del">
        <pc:chgData name="Mai Cao Van" userId="f7949ac2-728d-41dd-ad7e-3544eb396517" providerId="ADAL" clId="{9A112020-9413-486F-BA5D-75CDAEC9B132}" dt="2024-04-17T14:20:32.404" v="10" actId="47"/>
        <pc:sldMkLst>
          <pc:docMk/>
          <pc:sldMk cId="1491464535" sldId="263"/>
        </pc:sldMkLst>
      </pc:sldChg>
      <pc:sldChg chg="del">
        <pc:chgData name="Mai Cao Van" userId="f7949ac2-728d-41dd-ad7e-3544eb396517" providerId="ADAL" clId="{9A112020-9413-486F-BA5D-75CDAEC9B132}" dt="2024-04-17T14:20:32.404" v="10" actId="47"/>
        <pc:sldMkLst>
          <pc:docMk/>
          <pc:sldMk cId="1936108424" sldId="264"/>
        </pc:sldMkLst>
      </pc:sldChg>
      <pc:sldChg chg="del">
        <pc:chgData name="Mai Cao Van" userId="f7949ac2-728d-41dd-ad7e-3544eb396517" providerId="ADAL" clId="{9A112020-9413-486F-BA5D-75CDAEC9B132}" dt="2024-04-17T14:20:32.404" v="10" actId="47"/>
        <pc:sldMkLst>
          <pc:docMk/>
          <pc:sldMk cId="2553395001" sldId="265"/>
        </pc:sldMkLst>
      </pc:sldChg>
      <pc:sldChg chg="del">
        <pc:chgData name="Mai Cao Van" userId="f7949ac2-728d-41dd-ad7e-3544eb396517" providerId="ADAL" clId="{9A112020-9413-486F-BA5D-75CDAEC9B132}" dt="2024-04-17T14:20:32.404" v="10" actId="47"/>
        <pc:sldMkLst>
          <pc:docMk/>
          <pc:sldMk cId="1089765472" sldId="266"/>
        </pc:sldMkLst>
      </pc:sldChg>
      <pc:sldChg chg="del">
        <pc:chgData name="Mai Cao Van" userId="f7949ac2-728d-41dd-ad7e-3544eb396517" providerId="ADAL" clId="{9A112020-9413-486F-BA5D-75CDAEC9B132}" dt="2024-04-17T14:20:32.404" v="10" actId="47"/>
        <pc:sldMkLst>
          <pc:docMk/>
          <pc:sldMk cId="2160731846" sldId="267"/>
        </pc:sldMkLst>
      </pc:sldChg>
      <pc:sldChg chg="del">
        <pc:chgData name="Mai Cao Van" userId="f7949ac2-728d-41dd-ad7e-3544eb396517" providerId="ADAL" clId="{9A112020-9413-486F-BA5D-75CDAEC9B132}" dt="2024-04-17T14:20:32.404" v="10" actId="47"/>
        <pc:sldMkLst>
          <pc:docMk/>
          <pc:sldMk cId="2336286143" sldId="268"/>
        </pc:sldMkLst>
      </pc:sldChg>
      <pc:sldChg chg="del">
        <pc:chgData name="Mai Cao Van" userId="f7949ac2-728d-41dd-ad7e-3544eb396517" providerId="ADAL" clId="{9A112020-9413-486F-BA5D-75CDAEC9B132}" dt="2024-04-17T14:20:32.404" v="10" actId="47"/>
        <pc:sldMkLst>
          <pc:docMk/>
          <pc:sldMk cId="1031732853" sldId="269"/>
        </pc:sldMkLst>
      </pc:sldChg>
      <pc:sldChg chg="del">
        <pc:chgData name="Mai Cao Van" userId="f7949ac2-728d-41dd-ad7e-3544eb396517" providerId="ADAL" clId="{9A112020-9413-486F-BA5D-75CDAEC9B132}" dt="2024-04-17T14:19:53.332" v="0" actId="47"/>
        <pc:sldMkLst>
          <pc:docMk/>
          <pc:sldMk cId="2643067150" sldId="271"/>
        </pc:sldMkLst>
      </pc:sldChg>
      <pc:sldChg chg="del">
        <pc:chgData name="Mai Cao Van" userId="f7949ac2-728d-41dd-ad7e-3544eb396517" providerId="ADAL" clId="{9A112020-9413-486F-BA5D-75CDAEC9B132}" dt="2024-04-17T14:19:53.332" v="0" actId="47"/>
        <pc:sldMkLst>
          <pc:docMk/>
          <pc:sldMk cId="100890814" sldId="272"/>
        </pc:sldMkLst>
      </pc:sldChg>
      <pc:sldChg chg="del">
        <pc:chgData name="Mai Cao Van" userId="f7949ac2-728d-41dd-ad7e-3544eb396517" providerId="ADAL" clId="{9A112020-9413-486F-BA5D-75CDAEC9B132}" dt="2024-04-17T14:19:53.332" v="0" actId="47"/>
        <pc:sldMkLst>
          <pc:docMk/>
          <pc:sldMk cId="3352985877" sldId="273"/>
        </pc:sldMkLst>
      </pc:sldChg>
      <pc:sldChg chg="del">
        <pc:chgData name="Mai Cao Van" userId="f7949ac2-728d-41dd-ad7e-3544eb396517" providerId="ADAL" clId="{9A112020-9413-486F-BA5D-75CDAEC9B132}" dt="2024-04-17T14:19:53.332" v="0" actId="47"/>
        <pc:sldMkLst>
          <pc:docMk/>
          <pc:sldMk cId="3218896443" sldId="274"/>
        </pc:sldMkLst>
      </pc:sldChg>
      <pc:sldChg chg="del">
        <pc:chgData name="Mai Cao Van" userId="f7949ac2-728d-41dd-ad7e-3544eb396517" providerId="ADAL" clId="{9A112020-9413-486F-BA5D-75CDAEC9B132}" dt="2024-04-17T14:19:53.332" v="0" actId="47"/>
        <pc:sldMkLst>
          <pc:docMk/>
          <pc:sldMk cId="531915942" sldId="275"/>
        </pc:sldMkLst>
      </pc:sldChg>
      <pc:sldChg chg="del">
        <pc:chgData name="Mai Cao Van" userId="f7949ac2-728d-41dd-ad7e-3544eb396517" providerId="ADAL" clId="{9A112020-9413-486F-BA5D-75CDAEC9B132}" dt="2024-04-17T14:19:53.332" v="0" actId="47"/>
        <pc:sldMkLst>
          <pc:docMk/>
          <pc:sldMk cId="2952181570" sldId="276"/>
        </pc:sldMkLst>
      </pc:sldChg>
      <pc:sldChg chg="del">
        <pc:chgData name="Mai Cao Van" userId="f7949ac2-728d-41dd-ad7e-3544eb396517" providerId="ADAL" clId="{9A112020-9413-486F-BA5D-75CDAEC9B132}" dt="2024-04-17T14:19:53.332" v="0" actId="47"/>
        <pc:sldMkLst>
          <pc:docMk/>
          <pc:sldMk cId="579499132" sldId="277"/>
        </pc:sldMkLst>
      </pc:sldChg>
      <pc:sldChg chg="del">
        <pc:chgData name="Mai Cao Van" userId="f7949ac2-728d-41dd-ad7e-3544eb396517" providerId="ADAL" clId="{9A112020-9413-486F-BA5D-75CDAEC9B132}" dt="2024-04-17T14:19:53.332" v="0" actId="47"/>
        <pc:sldMkLst>
          <pc:docMk/>
          <pc:sldMk cId="3058281605" sldId="278"/>
        </pc:sldMkLst>
      </pc:sldChg>
      <pc:sldChg chg="del">
        <pc:chgData name="Mai Cao Van" userId="f7949ac2-728d-41dd-ad7e-3544eb396517" providerId="ADAL" clId="{9A112020-9413-486F-BA5D-75CDAEC9B132}" dt="2024-04-17T14:19:53.332" v="0" actId="47"/>
        <pc:sldMkLst>
          <pc:docMk/>
          <pc:sldMk cId="3443217586" sldId="279"/>
        </pc:sldMkLst>
      </pc:sldChg>
      <pc:sldChg chg="del">
        <pc:chgData name="Mai Cao Van" userId="f7949ac2-728d-41dd-ad7e-3544eb396517" providerId="ADAL" clId="{9A112020-9413-486F-BA5D-75CDAEC9B132}" dt="2024-04-17T14:19:53.332" v="0" actId="47"/>
        <pc:sldMkLst>
          <pc:docMk/>
          <pc:sldMk cId="101532945" sldId="280"/>
        </pc:sldMkLst>
      </pc:sldChg>
      <pc:sldChg chg="del">
        <pc:chgData name="Mai Cao Van" userId="f7949ac2-728d-41dd-ad7e-3544eb396517" providerId="ADAL" clId="{9A112020-9413-486F-BA5D-75CDAEC9B132}" dt="2024-04-17T14:19:53.332" v="0" actId="47"/>
        <pc:sldMkLst>
          <pc:docMk/>
          <pc:sldMk cId="1617769310" sldId="281"/>
        </pc:sldMkLst>
      </pc:sldChg>
      <pc:sldChg chg="del">
        <pc:chgData name="Mai Cao Van" userId="f7949ac2-728d-41dd-ad7e-3544eb396517" providerId="ADAL" clId="{9A112020-9413-486F-BA5D-75CDAEC9B132}" dt="2024-04-17T14:19:53.332" v="0" actId="47"/>
        <pc:sldMkLst>
          <pc:docMk/>
          <pc:sldMk cId="880446481" sldId="282"/>
        </pc:sldMkLst>
      </pc:sldChg>
      <pc:sldChg chg="del">
        <pc:chgData name="Mai Cao Van" userId="f7949ac2-728d-41dd-ad7e-3544eb396517" providerId="ADAL" clId="{9A112020-9413-486F-BA5D-75CDAEC9B132}" dt="2024-04-17T14:19:53.332" v="0" actId="47"/>
        <pc:sldMkLst>
          <pc:docMk/>
          <pc:sldMk cId="3670850264" sldId="283"/>
        </pc:sldMkLst>
      </pc:sldChg>
      <pc:sldChg chg="del">
        <pc:chgData name="Mai Cao Van" userId="f7949ac2-728d-41dd-ad7e-3544eb396517" providerId="ADAL" clId="{9A112020-9413-486F-BA5D-75CDAEC9B132}" dt="2024-04-17T14:19:53.332" v="0" actId="47"/>
        <pc:sldMkLst>
          <pc:docMk/>
          <pc:sldMk cId="3727363365" sldId="284"/>
        </pc:sldMkLst>
      </pc:sldChg>
      <pc:sldChg chg="del">
        <pc:chgData name="Mai Cao Van" userId="f7949ac2-728d-41dd-ad7e-3544eb396517" providerId="ADAL" clId="{9A112020-9413-486F-BA5D-75CDAEC9B132}" dt="2024-04-17T14:19:53.332" v="0" actId="47"/>
        <pc:sldMkLst>
          <pc:docMk/>
          <pc:sldMk cId="2346282213" sldId="285"/>
        </pc:sldMkLst>
      </pc:sldChg>
      <pc:sldChg chg="del">
        <pc:chgData name="Mai Cao Van" userId="f7949ac2-728d-41dd-ad7e-3544eb396517" providerId="ADAL" clId="{9A112020-9413-486F-BA5D-75CDAEC9B132}" dt="2024-04-17T14:19:53.332" v="0" actId="47"/>
        <pc:sldMkLst>
          <pc:docMk/>
          <pc:sldMk cId="1909053363" sldId="286"/>
        </pc:sldMkLst>
      </pc:sldChg>
      <pc:sldChg chg="del">
        <pc:chgData name="Mai Cao Van" userId="f7949ac2-728d-41dd-ad7e-3544eb396517" providerId="ADAL" clId="{9A112020-9413-486F-BA5D-75CDAEC9B132}" dt="2024-04-17T14:20:32.404" v="10" actId="47"/>
        <pc:sldMkLst>
          <pc:docMk/>
          <pc:sldMk cId="1194563085" sldId="287"/>
        </pc:sldMkLst>
      </pc:sldChg>
      <pc:sldChg chg="del">
        <pc:chgData name="Mai Cao Van" userId="f7949ac2-728d-41dd-ad7e-3544eb396517" providerId="ADAL" clId="{9A112020-9413-486F-BA5D-75CDAEC9B132}" dt="2024-04-17T14:19:53.332" v="0" actId="47"/>
        <pc:sldMkLst>
          <pc:docMk/>
          <pc:sldMk cId="2926019977" sldId="288"/>
        </pc:sldMkLst>
      </pc:sldChg>
      <pc:sldChg chg="del">
        <pc:chgData name="Mai Cao Van" userId="f7949ac2-728d-41dd-ad7e-3544eb396517" providerId="ADAL" clId="{9A112020-9413-486F-BA5D-75CDAEC9B132}" dt="2024-04-17T14:19:53.332" v="0" actId="47"/>
        <pc:sldMkLst>
          <pc:docMk/>
          <pc:sldMk cId="477283182" sldId="289"/>
        </pc:sldMkLst>
      </pc:sldChg>
      <pc:sldChg chg="del">
        <pc:chgData name="Mai Cao Van" userId="f7949ac2-728d-41dd-ad7e-3544eb396517" providerId="ADAL" clId="{9A112020-9413-486F-BA5D-75CDAEC9B132}" dt="2024-04-17T14:19:53.332" v="0" actId="47"/>
        <pc:sldMkLst>
          <pc:docMk/>
          <pc:sldMk cId="152004715" sldId="290"/>
        </pc:sldMkLst>
      </pc:sldChg>
      <pc:sldChg chg="del">
        <pc:chgData name="Mai Cao Van" userId="f7949ac2-728d-41dd-ad7e-3544eb396517" providerId="ADAL" clId="{9A112020-9413-486F-BA5D-75CDAEC9B132}" dt="2024-04-17T14:19:53.332" v="0" actId="47"/>
        <pc:sldMkLst>
          <pc:docMk/>
          <pc:sldMk cId="1932815543" sldId="291"/>
        </pc:sldMkLst>
      </pc:sldChg>
      <pc:sldChg chg="del">
        <pc:chgData name="Mai Cao Van" userId="f7949ac2-728d-41dd-ad7e-3544eb396517" providerId="ADAL" clId="{9A112020-9413-486F-BA5D-75CDAEC9B132}" dt="2024-04-17T14:19:53.332" v="0" actId="47"/>
        <pc:sldMkLst>
          <pc:docMk/>
          <pc:sldMk cId="1532717068" sldId="292"/>
        </pc:sldMkLst>
      </pc:sldChg>
      <pc:sldChg chg="del">
        <pc:chgData name="Mai Cao Van" userId="f7949ac2-728d-41dd-ad7e-3544eb396517" providerId="ADAL" clId="{9A112020-9413-486F-BA5D-75CDAEC9B132}" dt="2024-04-17T14:19:53.332" v="0" actId="47"/>
        <pc:sldMkLst>
          <pc:docMk/>
          <pc:sldMk cId="2474586941" sldId="293"/>
        </pc:sldMkLst>
      </pc:sldChg>
      <pc:sldChg chg="del">
        <pc:chgData name="Mai Cao Van" userId="f7949ac2-728d-41dd-ad7e-3544eb396517" providerId="ADAL" clId="{9A112020-9413-486F-BA5D-75CDAEC9B132}" dt="2024-04-17T14:19:53.332" v="0" actId="47"/>
        <pc:sldMkLst>
          <pc:docMk/>
          <pc:sldMk cId="986597189" sldId="294"/>
        </pc:sldMkLst>
      </pc:sldChg>
      <pc:sldChg chg="del">
        <pc:chgData name="Mai Cao Van" userId="f7949ac2-728d-41dd-ad7e-3544eb396517" providerId="ADAL" clId="{9A112020-9413-486F-BA5D-75CDAEC9B132}" dt="2024-04-17T14:19:53.332" v="0" actId="47"/>
        <pc:sldMkLst>
          <pc:docMk/>
          <pc:sldMk cId="4170217672" sldId="295"/>
        </pc:sldMkLst>
      </pc:sldChg>
      <pc:sldChg chg="addSp delSp modSp mod chgLayout">
        <pc:chgData name="Mai Cao Van" userId="f7949ac2-728d-41dd-ad7e-3544eb396517" providerId="ADAL" clId="{9A112020-9413-486F-BA5D-75CDAEC9B132}" dt="2024-04-17T15:07:47.436" v="76" actId="113"/>
        <pc:sldMkLst>
          <pc:docMk/>
          <pc:sldMk cId="1501905343" sldId="296"/>
        </pc:sldMkLst>
        <pc:spChg chg="mod ord">
          <ac:chgData name="Mai Cao Van" userId="f7949ac2-728d-41dd-ad7e-3544eb396517" providerId="ADAL" clId="{9A112020-9413-486F-BA5D-75CDAEC9B132}" dt="2024-04-17T15:02:08.447" v="30" actId="6264"/>
          <ac:spMkLst>
            <pc:docMk/>
            <pc:sldMk cId="1501905343" sldId="296"/>
            <ac:spMk id="2" creationId="{8C430AE8-0EBE-B0C5-28F2-79A2A6992611}"/>
          </ac:spMkLst>
        </pc:spChg>
        <pc:spChg chg="mod ord">
          <ac:chgData name="Mai Cao Van" userId="f7949ac2-728d-41dd-ad7e-3544eb396517" providerId="ADAL" clId="{9A112020-9413-486F-BA5D-75CDAEC9B132}" dt="2024-04-17T15:03:37.451" v="47" actId="123"/>
          <ac:spMkLst>
            <pc:docMk/>
            <pc:sldMk cId="1501905343" sldId="296"/>
            <ac:spMk id="4" creationId="{BE7F8D9A-9F36-3F42-5DDB-B214C4EAC8A6}"/>
          </ac:spMkLst>
        </pc:spChg>
        <pc:spChg chg="add del mod">
          <ac:chgData name="Mai Cao Van" userId="f7949ac2-728d-41dd-ad7e-3544eb396517" providerId="ADAL" clId="{9A112020-9413-486F-BA5D-75CDAEC9B132}" dt="2024-04-17T14:58:01.765" v="16" actId="6264"/>
          <ac:spMkLst>
            <pc:docMk/>
            <pc:sldMk cId="1501905343" sldId="296"/>
            <ac:spMk id="6" creationId="{4E16FE9D-6910-3544-261B-84B87D8CEB42}"/>
          </ac:spMkLst>
        </pc:spChg>
        <pc:spChg chg="add del mod">
          <ac:chgData name="Mai Cao Van" userId="f7949ac2-728d-41dd-ad7e-3544eb396517" providerId="ADAL" clId="{9A112020-9413-486F-BA5D-75CDAEC9B132}" dt="2024-04-17T14:58:01.765" v="16" actId="6264"/>
          <ac:spMkLst>
            <pc:docMk/>
            <pc:sldMk cId="1501905343" sldId="296"/>
            <ac:spMk id="7" creationId="{7F0A6817-88FB-7DF1-0253-7A09FF946583}"/>
          </ac:spMkLst>
        </pc:spChg>
        <pc:spChg chg="add del mod">
          <ac:chgData name="Mai Cao Van" userId="f7949ac2-728d-41dd-ad7e-3544eb396517" providerId="ADAL" clId="{9A112020-9413-486F-BA5D-75CDAEC9B132}" dt="2024-04-17T15:02:08.447" v="30" actId="6264"/>
          <ac:spMkLst>
            <pc:docMk/>
            <pc:sldMk cId="1501905343" sldId="296"/>
            <ac:spMk id="8" creationId="{4C016DF6-0FEB-F18C-BF4A-135819304B30}"/>
          </ac:spMkLst>
        </pc:spChg>
        <pc:spChg chg="add del mod">
          <ac:chgData name="Mai Cao Van" userId="f7949ac2-728d-41dd-ad7e-3544eb396517" providerId="ADAL" clId="{9A112020-9413-486F-BA5D-75CDAEC9B132}" dt="2024-04-17T15:02:08.447" v="30" actId="6264"/>
          <ac:spMkLst>
            <pc:docMk/>
            <pc:sldMk cId="1501905343" sldId="296"/>
            <ac:spMk id="9" creationId="{F07948B4-DBBE-2601-1A16-1F3D99DFC0B4}"/>
          </ac:spMkLst>
        </pc:spChg>
        <pc:spChg chg="add mod">
          <ac:chgData name="Mai Cao Van" userId="f7949ac2-728d-41dd-ad7e-3544eb396517" providerId="ADAL" clId="{9A112020-9413-486F-BA5D-75CDAEC9B132}" dt="2024-04-17T15:07:47.436" v="76" actId="113"/>
          <ac:spMkLst>
            <pc:docMk/>
            <pc:sldMk cId="1501905343" sldId="296"/>
            <ac:spMk id="13" creationId="{C0DE56BB-D25E-8028-4B39-613B82E2F666}"/>
          </ac:spMkLst>
        </pc:spChg>
        <pc:picChg chg="add del mod">
          <ac:chgData name="Mai Cao Van" userId="f7949ac2-728d-41dd-ad7e-3544eb396517" providerId="ADAL" clId="{9A112020-9413-486F-BA5D-75CDAEC9B132}" dt="2024-04-17T14:58:25.778" v="17" actId="478"/>
          <ac:picMkLst>
            <pc:docMk/>
            <pc:sldMk cId="1501905343" sldId="296"/>
            <ac:picMk id="5" creationId="{DAFB7174-EBC2-F8A4-63D1-02D5BDF15D48}"/>
          </ac:picMkLst>
        </pc:picChg>
        <pc:picChg chg="add mod">
          <ac:chgData name="Mai Cao Van" userId="f7949ac2-728d-41dd-ad7e-3544eb396517" providerId="ADAL" clId="{9A112020-9413-486F-BA5D-75CDAEC9B132}" dt="2024-04-17T15:03:32.009" v="46" actId="1035"/>
          <ac:picMkLst>
            <pc:docMk/>
            <pc:sldMk cId="1501905343" sldId="296"/>
            <ac:picMk id="11" creationId="{3060298A-DE97-347C-64A7-3756612B109F}"/>
          </ac:picMkLst>
        </pc:picChg>
      </pc:sldChg>
      <pc:sldChg chg="addSp delSp modSp add mod chgLayout">
        <pc:chgData name="Mai Cao Van" userId="f7949ac2-728d-41dd-ad7e-3544eb396517" providerId="ADAL" clId="{9A112020-9413-486F-BA5D-75CDAEC9B132}" dt="2024-04-17T15:07:40.195" v="75" actId="113"/>
        <pc:sldMkLst>
          <pc:docMk/>
          <pc:sldMk cId="2933662193" sldId="301"/>
        </pc:sldMkLst>
        <pc:spChg chg="mod ord">
          <ac:chgData name="Mai Cao Van" userId="f7949ac2-728d-41dd-ad7e-3544eb396517" providerId="ADAL" clId="{9A112020-9413-486F-BA5D-75CDAEC9B132}" dt="2024-04-17T15:05:44.895" v="59" actId="6264"/>
          <ac:spMkLst>
            <pc:docMk/>
            <pc:sldMk cId="2933662193" sldId="301"/>
            <ac:spMk id="2" creationId="{8C430AE8-0EBE-B0C5-28F2-79A2A6992611}"/>
          </ac:spMkLst>
        </pc:spChg>
        <pc:spChg chg="add del mod">
          <ac:chgData name="Mai Cao Van" userId="f7949ac2-728d-41dd-ad7e-3544eb396517" providerId="ADAL" clId="{9A112020-9413-486F-BA5D-75CDAEC9B132}" dt="2024-04-17T15:05:44.895" v="59" actId="6264"/>
          <ac:spMkLst>
            <pc:docMk/>
            <pc:sldMk cId="2933662193" sldId="301"/>
            <ac:spMk id="3" creationId="{70A34787-31ED-7DDC-549A-161AF8900A2B}"/>
          </ac:spMkLst>
        </pc:spChg>
        <pc:spChg chg="mod ord">
          <ac:chgData name="Mai Cao Van" userId="f7949ac2-728d-41dd-ad7e-3544eb396517" providerId="ADAL" clId="{9A112020-9413-486F-BA5D-75CDAEC9B132}" dt="2024-04-17T15:06:11.303" v="68" actId="27636"/>
          <ac:spMkLst>
            <pc:docMk/>
            <pc:sldMk cId="2933662193" sldId="301"/>
            <ac:spMk id="4" creationId="{BE7F8D9A-9F36-3F42-5DDB-B214C4EAC8A6}"/>
          </ac:spMkLst>
        </pc:spChg>
        <pc:spChg chg="add del mod">
          <ac:chgData name="Mai Cao Van" userId="f7949ac2-728d-41dd-ad7e-3544eb396517" providerId="ADAL" clId="{9A112020-9413-486F-BA5D-75CDAEC9B132}" dt="2024-04-17T15:05:44.895" v="59" actId="6264"/>
          <ac:spMkLst>
            <pc:docMk/>
            <pc:sldMk cId="2933662193" sldId="301"/>
            <ac:spMk id="5" creationId="{2AB4403E-1207-5BEB-0BA0-55A57680AB16}"/>
          </ac:spMkLst>
        </pc:spChg>
        <pc:spChg chg="mod">
          <ac:chgData name="Mai Cao Van" userId="f7949ac2-728d-41dd-ad7e-3544eb396517" providerId="ADAL" clId="{9A112020-9413-486F-BA5D-75CDAEC9B132}" dt="2024-04-17T15:07:40.195" v="75" actId="113"/>
          <ac:spMkLst>
            <pc:docMk/>
            <pc:sldMk cId="2933662193" sldId="301"/>
            <ac:spMk id="13" creationId="{C0DE56BB-D25E-8028-4B39-613B82E2F666}"/>
          </ac:spMkLst>
        </pc:spChg>
        <pc:picChg chg="add mod">
          <ac:chgData name="Mai Cao Van" userId="f7949ac2-728d-41dd-ad7e-3544eb396517" providerId="ADAL" clId="{9A112020-9413-486F-BA5D-75CDAEC9B132}" dt="2024-04-17T15:07:11.801" v="72" actId="14100"/>
          <ac:picMkLst>
            <pc:docMk/>
            <pc:sldMk cId="2933662193" sldId="301"/>
            <ac:picMk id="7" creationId="{BACB1871-71F6-5AFF-51A8-84E978A82971}"/>
          </ac:picMkLst>
        </pc:picChg>
        <pc:picChg chg="del">
          <ac:chgData name="Mai Cao Van" userId="f7949ac2-728d-41dd-ad7e-3544eb396517" providerId="ADAL" clId="{9A112020-9413-486F-BA5D-75CDAEC9B132}" dt="2024-04-17T15:05:56.729" v="63" actId="478"/>
          <ac:picMkLst>
            <pc:docMk/>
            <pc:sldMk cId="2933662193" sldId="301"/>
            <ac:picMk id="11" creationId="{3060298A-DE97-347C-64A7-3756612B109F}"/>
          </ac:picMkLst>
        </pc:picChg>
      </pc:sldChg>
      <pc:sldChg chg="del">
        <pc:chgData name="Mai Cao Van" userId="f7949ac2-728d-41dd-ad7e-3544eb396517" providerId="ADAL" clId="{9A112020-9413-486F-BA5D-75CDAEC9B132}" dt="2024-04-17T14:20:32.404" v="10" actId="47"/>
        <pc:sldMkLst>
          <pc:docMk/>
          <pc:sldMk cId="3461348225" sldId="301"/>
        </pc:sldMkLst>
      </pc:sldChg>
      <pc:sldChg chg="del">
        <pc:chgData name="Mai Cao Van" userId="f7949ac2-728d-41dd-ad7e-3544eb396517" providerId="ADAL" clId="{9A112020-9413-486F-BA5D-75CDAEC9B132}" dt="2024-04-17T14:20:32.404" v="10" actId="47"/>
        <pc:sldMkLst>
          <pc:docMk/>
          <pc:sldMk cId="323320354" sldId="302"/>
        </pc:sldMkLst>
      </pc:sldChg>
      <pc:sldChg chg="modSp add mod">
        <pc:chgData name="Mai Cao Van" userId="f7949ac2-728d-41dd-ad7e-3544eb396517" providerId="ADAL" clId="{9A112020-9413-486F-BA5D-75CDAEC9B132}" dt="2024-04-17T15:14:29.613" v="118" actId="14100"/>
        <pc:sldMkLst>
          <pc:docMk/>
          <pc:sldMk cId="2652356429" sldId="302"/>
        </pc:sldMkLst>
        <pc:spChg chg="mod">
          <ac:chgData name="Mai Cao Van" userId="f7949ac2-728d-41dd-ad7e-3544eb396517" providerId="ADAL" clId="{9A112020-9413-486F-BA5D-75CDAEC9B132}" dt="2024-04-17T15:14:29.613" v="118" actId="14100"/>
          <ac:spMkLst>
            <pc:docMk/>
            <pc:sldMk cId="2652356429" sldId="302"/>
            <ac:spMk id="4" creationId="{BE7F8D9A-9F36-3F42-5DDB-B214C4EAC8A6}"/>
          </ac:spMkLst>
        </pc:spChg>
      </pc:sldChg>
      <pc:sldChg chg="del">
        <pc:chgData name="Mai Cao Van" userId="f7949ac2-728d-41dd-ad7e-3544eb396517" providerId="ADAL" clId="{9A112020-9413-486F-BA5D-75CDAEC9B132}" dt="2024-04-17T14:20:32.404" v="10" actId="47"/>
        <pc:sldMkLst>
          <pc:docMk/>
          <pc:sldMk cId="1982246672" sldId="303"/>
        </pc:sldMkLst>
      </pc:sldChg>
      <pc:sldChg chg="del">
        <pc:chgData name="Mai Cao Van" userId="f7949ac2-728d-41dd-ad7e-3544eb396517" providerId="ADAL" clId="{9A112020-9413-486F-BA5D-75CDAEC9B132}" dt="2024-04-17T14:20:32.404" v="10" actId="47"/>
        <pc:sldMkLst>
          <pc:docMk/>
          <pc:sldMk cId="3093158920" sldId="304"/>
        </pc:sldMkLst>
      </pc:sldChg>
      <pc:sldChg chg="del">
        <pc:chgData name="Mai Cao Van" userId="f7949ac2-728d-41dd-ad7e-3544eb396517" providerId="ADAL" clId="{9A112020-9413-486F-BA5D-75CDAEC9B132}" dt="2024-04-17T14:20:32.404" v="10" actId="47"/>
        <pc:sldMkLst>
          <pc:docMk/>
          <pc:sldMk cId="454021612" sldId="305"/>
        </pc:sldMkLst>
      </pc:sldChg>
      <pc:sldChg chg="del">
        <pc:chgData name="Mai Cao Van" userId="f7949ac2-728d-41dd-ad7e-3544eb396517" providerId="ADAL" clId="{9A112020-9413-486F-BA5D-75CDAEC9B132}" dt="2024-04-17T14:20:32.404" v="10" actId="47"/>
        <pc:sldMkLst>
          <pc:docMk/>
          <pc:sldMk cId="3980960752" sldId="306"/>
        </pc:sldMkLst>
      </pc:sldChg>
      <pc:sldChg chg="del">
        <pc:chgData name="Mai Cao Van" userId="f7949ac2-728d-41dd-ad7e-3544eb396517" providerId="ADAL" clId="{9A112020-9413-486F-BA5D-75CDAEC9B132}" dt="2024-04-17T14:20:32.404" v="10" actId="47"/>
        <pc:sldMkLst>
          <pc:docMk/>
          <pc:sldMk cId="1949476003" sldId="307"/>
        </pc:sldMkLst>
      </pc:sldChg>
      <pc:sldChg chg="del">
        <pc:chgData name="Mai Cao Van" userId="f7949ac2-728d-41dd-ad7e-3544eb396517" providerId="ADAL" clId="{9A112020-9413-486F-BA5D-75CDAEC9B132}" dt="2024-04-17T14:20:32.404" v="10" actId="47"/>
        <pc:sldMkLst>
          <pc:docMk/>
          <pc:sldMk cId="2081069589" sldId="308"/>
        </pc:sldMkLst>
      </pc:sldChg>
      <pc:sldChg chg="del">
        <pc:chgData name="Mai Cao Van" userId="f7949ac2-728d-41dd-ad7e-3544eb396517" providerId="ADAL" clId="{9A112020-9413-486F-BA5D-75CDAEC9B132}" dt="2024-04-17T14:20:32.404" v="10" actId="47"/>
        <pc:sldMkLst>
          <pc:docMk/>
          <pc:sldMk cId="4162619783" sldId="309"/>
        </pc:sldMkLst>
      </pc:sldChg>
      <pc:sldChg chg="del">
        <pc:chgData name="Mai Cao Van" userId="f7949ac2-728d-41dd-ad7e-3544eb396517" providerId="ADAL" clId="{9A112020-9413-486F-BA5D-75CDAEC9B132}" dt="2024-04-17T14:20:32.404" v="10" actId="47"/>
        <pc:sldMkLst>
          <pc:docMk/>
          <pc:sldMk cId="3064759149" sldId="310"/>
        </pc:sldMkLst>
      </pc:sldChg>
      <pc:sldChg chg="del">
        <pc:chgData name="Mai Cao Van" userId="f7949ac2-728d-41dd-ad7e-3544eb396517" providerId="ADAL" clId="{9A112020-9413-486F-BA5D-75CDAEC9B132}" dt="2024-04-17T14:20:32.404" v="10" actId="47"/>
        <pc:sldMkLst>
          <pc:docMk/>
          <pc:sldMk cId="2821748694" sldId="311"/>
        </pc:sldMkLst>
      </pc:sldChg>
      <pc:sldChg chg="del">
        <pc:chgData name="Mai Cao Van" userId="f7949ac2-728d-41dd-ad7e-3544eb396517" providerId="ADAL" clId="{9A112020-9413-486F-BA5D-75CDAEC9B132}" dt="2024-04-17T14:20:32.404" v="10" actId="47"/>
        <pc:sldMkLst>
          <pc:docMk/>
          <pc:sldMk cId="948051221" sldId="312"/>
        </pc:sldMkLst>
      </pc:sldChg>
      <pc:sldChg chg="del">
        <pc:chgData name="Mai Cao Van" userId="f7949ac2-728d-41dd-ad7e-3544eb396517" providerId="ADAL" clId="{9A112020-9413-486F-BA5D-75CDAEC9B132}" dt="2024-04-17T14:20:32.404" v="10" actId="47"/>
        <pc:sldMkLst>
          <pc:docMk/>
          <pc:sldMk cId="743469992" sldId="313"/>
        </pc:sldMkLst>
      </pc:sldChg>
      <pc:sldChg chg="del">
        <pc:chgData name="Mai Cao Van" userId="f7949ac2-728d-41dd-ad7e-3544eb396517" providerId="ADAL" clId="{9A112020-9413-486F-BA5D-75CDAEC9B132}" dt="2024-04-17T14:20:32.404" v="10" actId="47"/>
        <pc:sldMkLst>
          <pc:docMk/>
          <pc:sldMk cId="715820225" sldId="314"/>
        </pc:sldMkLst>
      </pc:sldChg>
      <pc:sldChg chg="del">
        <pc:chgData name="Mai Cao Van" userId="f7949ac2-728d-41dd-ad7e-3544eb396517" providerId="ADAL" clId="{9A112020-9413-486F-BA5D-75CDAEC9B132}" dt="2024-04-17T14:20:32.404" v="10" actId="47"/>
        <pc:sldMkLst>
          <pc:docMk/>
          <pc:sldMk cId="4031213231" sldId="315"/>
        </pc:sldMkLst>
      </pc:sldChg>
      <pc:sldChg chg="del">
        <pc:chgData name="Mai Cao Van" userId="f7949ac2-728d-41dd-ad7e-3544eb396517" providerId="ADAL" clId="{9A112020-9413-486F-BA5D-75CDAEC9B132}" dt="2024-04-17T14:20:32.404" v="10" actId="47"/>
        <pc:sldMkLst>
          <pc:docMk/>
          <pc:sldMk cId="1172900586" sldId="317"/>
        </pc:sldMkLst>
      </pc:sldChg>
      <pc:sldChg chg="del">
        <pc:chgData name="Mai Cao Van" userId="f7949ac2-728d-41dd-ad7e-3544eb396517" providerId="ADAL" clId="{9A112020-9413-486F-BA5D-75CDAEC9B132}" dt="2024-04-17T14:20:32.404" v="10" actId="47"/>
        <pc:sldMkLst>
          <pc:docMk/>
          <pc:sldMk cId="4020231526" sldId="319"/>
        </pc:sldMkLst>
      </pc:sldChg>
      <pc:sldChg chg="del">
        <pc:chgData name="Mai Cao Van" userId="f7949ac2-728d-41dd-ad7e-3544eb396517" providerId="ADAL" clId="{9A112020-9413-486F-BA5D-75CDAEC9B132}" dt="2024-04-17T14:20:32.404" v="10" actId="47"/>
        <pc:sldMkLst>
          <pc:docMk/>
          <pc:sldMk cId="1183509001" sldId="320"/>
        </pc:sldMkLst>
      </pc:sldChg>
      <pc:sldChg chg="del">
        <pc:chgData name="Mai Cao Van" userId="f7949ac2-728d-41dd-ad7e-3544eb396517" providerId="ADAL" clId="{9A112020-9413-486F-BA5D-75CDAEC9B132}" dt="2024-04-17T14:20:32.404" v="10" actId="47"/>
        <pc:sldMkLst>
          <pc:docMk/>
          <pc:sldMk cId="2884775449" sldId="321"/>
        </pc:sldMkLst>
      </pc:sldChg>
      <pc:sldChg chg="del">
        <pc:chgData name="Mai Cao Van" userId="f7949ac2-728d-41dd-ad7e-3544eb396517" providerId="ADAL" clId="{9A112020-9413-486F-BA5D-75CDAEC9B132}" dt="2024-04-17T14:20:32.404" v="10" actId="47"/>
        <pc:sldMkLst>
          <pc:docMk/>
          <pc:sldMk cId="2271388492" sldId="322"/>
        </pc:sldMkLst>
      </pc:sldChg>
      <pc:sldChg chg="del">
        <pc:chgData name="Mai Cao Van" userId="f7949ac2-728d-41dd-ad7e-3544eb396517" providerId="ADAL" clId="{9A112020-9413-486F-BA5D-75CDAEC9B132}" dt="2024-04-17T14:20:32.404" v="10" actId="47"/>
        <pc:sldMkLst>
          <pc:docMk/>
          <pc:sldMk cId="1487759009" sldId="323"/>
        </pc:sldMkLst>
      </pc:sldChg>
      <pc:sldChg chg="del">
        <pc:chgData name="Mai Cao Van" userId="f7949ac2-728d-41dd-ad7e-3544eb396517" providerId="ADAL" clId="{9A112020-9413-486F-BA5D-75CDAEC9B132}" dt="2024-04-17T14:20:32.404" v="10" actId="47"/>
        <pc:sldMkLst>
          <pc:docMk/>
          <pc:sldMk cId="2567845728" sldId="324"/>
        </pc:sldMkLst>
      </pc:sldChg>
      <pc:sldChg chg="del">
        <pc:chgData name="Mai Cao Van" userId="f7949ac2-728d-41dd-ad7e-3544eb396517" providerId="ADAL" clId="{9A112020-9413-486F-BA5D-75CDAEC9B132}" dt="2024-04-17T14:20:32.404" v="10" actId="47"/>
        <pc:sldMkLst>
          <pc:docMk/>
          <pc:sldMk cId="310621169" sldId="325"/>
        </pc:sldMkLst>
      </pc:sldChg>
      <pc:sldChg chg="del">
        <pc:chgData name="Mai Cao Van" userId="f7949ac2-728d-41dd-ad7e-3544eb396517" providerId="ADAL" clId="{9A112020-9413-486F-BA5D-75CDAEC9B132}" dt="2024-04-17T14:20:32.404" v="10" actId="47"/>
        <pc:sldMkLst>
          <pc:docMk/>
          <pc:sldMk cId="2953342677" sldId="326"/>
        </pc:sldMkLst>
      </pc:sldChg>
      <pc:sldChg chg="del">
        <pc:chgData name="Mai Cao Van" userId="f7949ac2-728d-41dd-ad7e-3544eb396517" providerId="ADAL" clId="{9A112020-9413-486F-BA5D-75CDAEC9B132}" dt="2024-04-17T14:20:32.404" v="10" actId="47"/>
        <pc:sldMkLst>
          <pc:docMk/>
          <pc:sldMk cId="2935125376" sldId="327"/>
        </pc:sldMkLst>
      </pc:sldChg>
      <pc:sldChg chg="del">
        <pc:chgData name="Mai Cao Van" userId="f7949ac2-728d-41dd-ad7e-3544eb396517" providerId="ADAL" clId="{9A112020-9413-486F-BA5D-75CDAEC9B132}" dt="2024-04-17T14:20:32.404" v="10" actId="47"/>
        <pc:sldMkLst>
          <pc:docMk/>
          <pc:sldMk cId="2187807566" sldId="328"/>
        </pc:sldMkLst>
      </pc:sldChg>
      <pc:sldChg chg="del">
        <pc:chgData name="Mai Cao Van" userId="f7949ac2-728d-41dd-ad7e-3544eb396517" providerId="ADAL" clId="{9A112020-9413-486F-BA5D-75CDAEC9B132}" dt="2024-04-17T14:20:32.404" v="10" actId="47"/>
        <pc:sldMkLst>
          <pc:docMk/>
          <pc:sldMk cId="3307945801" sldId="329"/>
        </pc:sldMkLst>
      </pc:sldChg>
      <pc:sldChg chg="del">
        <pc:chgData name="Mai Cao Van" userId="f7949ac2-728d-41dd-ad7e-3544eb396517" providerId="ADAL" clId="{9A112020-9413-486F-BA5D-75CDAEC9B132}" dt="2024-04-17T14:20:32.404" v="10" actId="47"/>
        <pc:sldMkLst>
          <pc:docMk/>
          <pc:sldMk cId="4278991458" sldId="330"/>
        </pc:sldMkLst>
      </pc:sldChg>
      <pc:sldChg chg="del">
        <pc:chgData name="Mai Cao Van" userId="f7949ac2-728d-41dd-ad7e-3544eb396517" providerId="ADAL" clId="{9A112020-9413-486F-BA5D-75CDAEC9B132}" dt="2024-04-17T14:20:32.404" v="10" actId="47"/>
        <pc:sldMkLst>
          <pc:docMk/>
          <pc:sldMk cId="1042944599" sldId="331"/>
        </pc:sldMkLst>
      </pc:sldChg>
      <pc:sldChg chg="del">
        <pc:chgData name="Mai Cao Van" userId="f7949ac2-728d-41dd-ad7e-3544eb396517" providerId="ADAL" clId="{9A112020-9413-486F-BA5D-75CDAEC9B132}" dt="2024-04-17T14:20:32.404" v="10" actId="47"/>
        <pc:sldMkLst>
          <pc:docMk/>
          <pc:sldMk cId="1447322492" sldId="332"/>
        </pc:sldMkLst>
      </pc:sldChg>
      <pc:sldChg chg="del">
        <pc:chgData name="Mai Cao Van" userId="f7949ac2-728d-41dd-ad7e-3544eb396517" providerId="ADAL" clId="{9A112020-9413-486F-BA5D-75CDAEC9B132}" dt="2024-04-17T14:20:32.404" v="10" actId="47"/>
        <pc:sldMkLst>
          <pc:docMk/>
          <pc:sldMk cId="1740702777" sldId="333"/>
        </pc:sldMkLst>
      </pc:sldChg>
      <pc:sldChg chg="del">
        <pc:chgData name="Mai Cao Van" userId="f7949ac2-728d-41dd-ad7e-3544eb396517" providerId="ADAL" clId="{9A112020-9413-486F-BA5D-75CDAEC9B132}" dt="2024-04-17T14:20:32.404" v="10" actId="47"/>
        <pc:sldMkLst>
          <pc:docMk/>
          <pc:sldMk cId="3090726604" sldId="335"/>
        </pc:sldMkLst>
      </pc:sldChg>
      <pc:sldChg chg="del">
        <pc:chgData name="Mai Cao Van" userId="f7949ac2-728d-41dd-ad7e-3544eb396517" providerId="ADAL" clId="{9A112020-9413-486F-BA5D-75CDAEC9B132}" dt="2024-04-17T14:20:32.404" v="10" actId="47"/>
        <pc:sldMkLst>
          <pc:docMk/>
          <pc:sldMk cId="2934312387" sldId="336"/>
        </pc:sldMkLst>
      </pc:sldChg>
      <pc:sldChg chg="del">
        <pc:chgData name="Mai Cao Van" userId="f7949ac2-728d-41dd-ad7e-3544eb396517" providerId="ADAL" clId="{9A112020-9413-486F-BA5D-75CDAEC9B132}" dt="2024-04-17T14:20:32.404" v="10" actId="47"/>
        <pc:sldMkLst>
          <pc:docMk/>
          <pc:sldMk cId="662530898" sldId="337"/>
        </pc:sldMkLst>
      </pc:sldChg>
      <pc:sldChg chg="del">
        <pc:chgData name="Mai Cao Van" userId="f7949ac2-728d-41dd-ad7e-3544eb396517" providerId="ADAL" clId="{9A112020-9413-486F-BA5D-75CDAEC9B132}" dt="2024-04-17T14:20:32.404" v="10" actId="47"/>
        <pc:sldMkLst>
          <pc:docMk/>
          <pc:sldMk cId="1510533634" sldId="338"/>
        </pc:sldMkLst>
      </pc:sldChg>
      <pc:sldChg chg="del">
        <pc:chgData name="Mai Cao Van" userId="f7949ac2-728d-41dd-ad7e-3544eb396517" providerId="ADAL" clId="{9A112020-9413-486F-BA5D-75CDAEC9B132}" dt="2024-04-17T14:20:32.404" v="10" actId="47"/>
        <pc:sldMkLst>
          <pc:docMk/>
          <pc:sldMk cId="3024928923" sldId="339"/>
        </pc:sldMkLst>
      </pc:sldChg>
      <pc:sldChg chg="del">
        <pc:chgData name="Mai Cao Van" userId="f7949ac2-728d-41dd-ad7e-3544eb396517" providerId="ADAL" clId="{9A112020-9413-486F-BA5D-75CDAEC9B132}" dt="2024-04-17T14:20:32.404" v="10" actId="47"/>
        <pc:sldMkLst>
          <pc:docMk/>
          <pc:sldMk cId="228002459" sldId="340"/>
        </pc:sldMkLst>
      </pc:sldChg>
      <pc:sldChg chg="del">
        <pc:chgData name="Mai Cao Van" userId="f7949ac2-728d-41dd-ad7e-3544eb396517" providerId="ADAL" clId="{9A112020-9413-486F-BA5D-75CDAEC9B132}" dt="2024-04-17T14:20:32.404" v="10" actId="47"/>
        <pc:sldMkLst>
          <pc:docMk/>
          <pc:sldMk cId="890179627" sldId="341"/>
        </pc:sldMkLst>
      </pc:sldChg>
      <pc:sldChg chg="del">
        <pc:chgData name="Mai Cao Van" userId="f7949ac2-728d-41dd-ad7e-3544eb396517" providerId="ADAL" clId="{9A112020-9413-486F-BA5D-75CDAEC9B132}" dt="2024-04-17T14:20:32.404" v="10" actId="47"/>
        <pc:sldMkLst>
          <pc:docMk/>
          <pc:sldMk cId="3163368077" sldId="342"/>
        </pc:sldMkLst>
      </pc:sldChg>
      <pc:sldChg chg="del">
        <pc:chgData name="Mai Cao Van" userId="f7949ac2-728d-41dd-ad7e-3544eb396517" providerId="ADAL" clId="{9A112020-9413-486F-BA5D-75CDAEC9B132}" dt="2024-04-17T14:20:32.404" v="10" actId="47"/>
        <pc:sldMkLst>
          <pc:docMk/>
          <pc:sldMk cId="3809250700" sldId="343"/>
        </pc:sldMkLst>
      </pc:sldChg>
      <pc:sldChg chg="del">
        <pc:chgData name="Mai Cao Van" userId="f7949ac2-728d-41dd-ad7e-3544eb396517" providerId="ADAL" clId="{9A112020-9413-486F-BA5D-75CDAEC9B132}" dt="2024-04-17T14:20:32.404" v="10" actId="47"/>
        <pc:sldMkLst>
          <pc:docMk/>
          <pc:sldMk cId="3450418921" sldId="344"/>
        </pc:sldMkLst>
      </pc:sldChg>
      <pc:sldChg chg="del">
        <pc:chgData name="Mai Cao Van" userId="f7949ac2-728d-41dd-ad7e-3544eb396517" providerId="ADAL" clId="{9A112020-9413-486F-BA5D-75CDAEC9B132}" dt="2024-04-17T14:20:32.404" v="10" actId="47"/>
        <pc:sldMkLst>
          <pc:docMk/>
          <pc:sldMk cId="3057694825" sldId="345"/>
        </pc:sldMkLst>
      </pc:sldChg>
      <pc:sldChg chg="del">
        <pc:chgData name="Mai Cao Van" userId="f7949ac2-728d-41dd-ad7e-3544eb396517" providerId="ADAL" clId="{9A112020-9413-486F-BA5D-75CDAEC9B132}" dt="2024-04-17T14:20:32.404" v="10" actId="47"/>
        <pc:sldMkLst>
          <pc:docMk/>
          <pc:sldMk cId="1405595158" sldId="346"/>
        </pc:sldMkLst>
      </pc:sldChg>
      <pc:sldChg chg="del">
        <pc:chgData name="Mai Cao Van" userId="f7949ac2-728d-41dd-ad7e-3544eb396517" providerId="ADAL" clId="{9A112020-9413-486F-BA5D-75CDAEC9B132}" dt="2024-04-17T14:20:32.404" v="10" actId="47"/>
        <pc:sldMkLst>
          <pc:docMk/>
          <pc:sldMk cId="1973060477" sldId="347"/>
        </pc:sldMkLst>
      </pc:sldChg>
      <pc:sldChg chg="del">
        <pc:chgData name="Mai Cao Van" userId="f7949ac2-728d-41dd-ad7e-3544eb396517" providerId="ADAL" clId="{9A112020-9413-486F-BA5D-75CDAEC9B132}" dt="2024-04-17T14:19:53.332" v="0" actId="47"/>
        <pc:sldMkLst>
          <pc:docMk/>
          <pc:sldMk cId="459707268" sldId="349"/>
        </pc:sldMkLst>
      </pc:sldChg>
      <pc:sldChg chg="del">
        <pc:chgData name="Mai Cao Van" userId="f7949ac2-728d-41dd-ad7e-3544eb396517" providerId="ADAL" clId="{9A112020-9413-486F-BA5D-75CDAEC9B132}" dt="2024-04-17T14:19:53.332" v="0" actId="47"/>
        <pc:sldMkLst>
          <pc:docMk/>
          <pc:sldMk cId="3848758112" sldId="350"/>
        </pc:sldMkLst>
      </pc:sldChg>
      <pc:sldChg chg="del">
        <pc:chgData name="Mai Cao Van" userId="f7949ac2-728d-41dd-ad7e-3544eb396517" providerId="ADAL" clId="{9A112020-9413-486F-BA5D-75CDAEC9B132}" dt="2024-04-17T14:19:53.332" v="0" actId="47"/>
        <pc:sldMkLst>
          <pc:docMk/>
          <pc:sldMk cId="4036275847" sldId="351"/>
        </pc:sldMkLst>
      </pc:sldChg>
      <pc:sldChg chg="del">
        <pc:chgData name="Mai Cao Van" userId="f7949ac2-728d-41dd-ad7e-3544eb396517" providerId="ADAL" clId="{9A112020-9413-486F-BA5D-75CDAEC9B132}" dt="2024-04-17T14:19:53.332" v="0" actId="47"/>
        <pc:sldMkLst>
          <pc:docMk/>
          <pc:sldMk cId="2181531778" sldId="352"/>
        </pc:sldMkLst>
      </pc:sldChg>
      <pc:sldChg chg="del">
        <pc:chgData name="Mai Cao Van" userId="f7949ac2-728d-41dd-ad7e-3544eb396517" providerId="ADAL" clId="{9A112020-9413-486F-BA5D-75CDAEC9B132}" dt="2024-04-17T14:19:53.332" v="0" actId="47"/>
        <pc:sldMkLst>
          <pc:docMk/>
          <pc:sldMk cId="2659275954" sldId="353"/>
        </pc:sldMkLst>
      </pc:sldChg>
      <pc:sldChg chg="del">
        <pc:chgData name="Mai Cao Van" userId="f7949ac2-728d-41dd-ad7e-3544eb396517" providerId="ADAL" clId="{9A112020-9413-486F-BA5D-75CDAEC9B132}" dt="2024-04-17T14:19:53.332" v="0" actId="47"/>
        <pc:sldMkLst>
          <pc:docMk/>
          <pc:sldMk cId="3209173124" sldId="354"/>
        </pc:sldMkLst>
      </pc:sldChg>
      <pc:sldChg chg="del">
        <pc:chgData name="Mai Cao Van" userId="f7949ac2-728d-41dd-ad7e-3544eb396517" providerId="ADAL" clId="{9A112020-9413-486F-BA5D-75CDAEC9B132}" dt="2024-04-17T14:19:53.332" v="0" actId="47"/>
        <pc:sldMkLst>
          <pc:docMk/>
          <pc:sldMk cId="4247538530" sldId="355"/>
        </pc:sldMkLst>
      </pc:sldChg>
      <pc:sldChg chg="del">
        <pc:chgData name="Mai Cao Van" userId="f7949ac2-728d-41dd-ad7e-3544eb396517" providerId="ADAL" clId="{9A112020-9413-486F-BA5D-75CDAEC9B132}" dt="2024-04-17T14:19:53.332" v="0" actId="47"/>
        <pc:sldMkLst>
          <pc:docMk/>
          <pc:sldMk cId="1006905501" sldId="356"/>
        </pc:sldMkLst>
      </pc:sldChg>
      <pc:sldChg chg="del">
        <pc:chgData name="Mai Cao Van" userId="f7949ac2-728d-41dd-ad7e-3544eb396517" providerId="ADAL" clId="{9A112020-9413-486F-BA5D-75CDAEC9B132}" dt="2024-04-17T14:19:53.332" v="0" actId="47"/>
        <pc:sldMkLst>
          <pc:docMk/>
          <pc:sldMk cId="116005775" sldId="357"/>
        </pc:sldMkLst>
      </pc:sldChg>
      <pc:sldChg chg="del">
        <pc:chgData name="Mai Cao Van" userId="f7949ac2-728d-41dd-ad7e-3544eb396517" providerId="ADAL" clId="{9A112020-9413-486F-BA5D-75CDAEC9B132}" dt="2024-04-17T14:19:53.332" v="0" actId="47"/>
        <pc:sldMkLst>
          <pc:docMk/>
          <pc:sldMk cId="1055634875" sldId="358"/>
        </pc:sldMkLst>
      </pc:sldChg>
      <pc:sldChg chg="del">
        <pc:chgData name="Mai Cao Van" userId="f7949ac2-728d-41dd-ad7e-3544eb396517" providerId="ADAL" clId="{9A112020-9413-486F-BA5D-75CDAEC9B132}" dt="2024-04-17T14:20:32.404" v="10" actId="47"/>
        <pc:sldMkLst>
          <pc:docMk/>
          <pc:sldMk cId="4183660468" sldId="361"/>
        </pc:sldMkLst>
      </pc:sldChg>
      <pc:sldChg chg="del">
        <pc:chgData name="Mai Cao Van" userId="f7949ac2-728d-41dd-ad7e-3544eb396517" providerId="ADAL" clId="{9A112020-9413-486F-BA5D-75CDAEC9B132}" dt="2024-04-17T14:20:32.404" v="10" actId="47"/>
        <pc:sldMkLst>
          <pc:docMk/>
          <pc:sldMk cId="2722368251" sldId="362"/>
        </pc:sldMkLst>
      </pc:sldChg>
      <pc:sldChg chg="del">
        <pc:chgData name="Mai Cao Van" userId="f7949ac2-728d-41dd-ad7e-3544eb396517" providerId="ADAL" clId="{9A112020-9413-486F-BA5D-75CDAEC9B132}" dt="2024-04-17T14:20:32.404" v="10" actId="47"/>
        <pc:sldMkLst>
          <pc:docMk/>
          <pc:sldMk cId="1691358665" sldId="398"/>
        </pc:sldMkLst>
      </pc:sldChg>
      <pc:sldChg chg="del">
        <pc:chgData name="Mai Cao Van" userId="f7949ac2-728d-41dd-ad7e-3544eb396517" providerId="ADAL" clId="{9A112020-9413-486F-BA5D-75CDAEC9B132}" dt="2024-04-17T14:20:32.404" v="10" actId="47"/>
        <pc:sldMkLst>
          <pc:docMk/>
          <pc:sldMk cId="1487308099" sldId="399"/>
        </pc:sldMkLst>
      </pc:sldChg>
      <pc:sldChg chg="del">
        <pc:chgData name="Mai Cao Van" userId="f7949ac2-728d-41dd-ad7e-3544eb396517" providerId="ADAL" clId="{9A112020-9413-486F-BA5D-75CDAEC9B132}" dt="2024-04-17T14:20:32.404" v="10" actId="47"/>
        <pc:sldMkLst>
          <pc:docMk/>
          <pc:sldMk cId="3240247633" sldId="401"/>
        </pc:sldMkLst>
      </pc:sldChg>
      <pc:sldChg chg="del">
        <pc:chgData name="Mai Cao Van" userId="f7949ac2-728d-41dd-ad7e-3544eb396517" providerId="ADAL" clId="{9A112020-9413-486F-BA5D-75CDAEC9B132}" dt="2024-04-17T14:20:32.404" v="10" actId="47"/>
        <pc:sldMkLst>
          <pc:docMk/>
          <pc:sldMk cId="3602376594" sldId="402"/>
        </pc:sldMkLst>
      </pc:sldChg>
      <pc:sldChg chg="del">
        <pc:chgData name="Mai Cao Van" userId="f7949ac2-728d-41dd-ad7e-3544eb396517" providerId="ADAL" clId="{9A112020-9413-486F-BA5D-75CDAEC9B132}" dt="2024-04-17T14:20:32.404" v="10" actId="47"/>
        <pc:sldMkLst>
          <pc:docMk/>
          <pc:sldMk cId="2873410731" sldId="403"/>
        </pc:sldMkLst>
      </pc:sldChg>
      <pc:sldChg chg="del">
        <pc:chgData name="Mai Cao Van" userId="f7949ac2-728d-41dd-ad7e-3544eb396517" providerId="ADAL" clId="{9A112020-9413-486F-BA5D-75CDAEC9B132}" dt="2024-04-17T14:20:32.404" v="10" actId="47"/>
        <pc:sldMkLst>
          <pc:docMk/>
          <pc:sldMk cId="1470051078" sldId="404"/>
        </pc:sldMkLst>
      </pc:sldChg>
      <pc:sldChg chg="del">
        <pc:chgData name="Mai Cao Van" userId="f7949ac2-728d-41dd-ad7e-3544eb396517" providerId="ADAL" clId="{9A112020-9413-486F-BA5D-75CDAEC9B132}" dt="2024-04-17T14:20:32.404" v="10" actId="47"/>
        <pc:sldMkLst>
          <pc:docMk/>
          <pc:sldMk cId="2584010954" sldId="405"/>
        </pc:sldMkLst>
      </pc:sldChg>
      <pc:sldChg chg="del">
        <pc:chgData name="Mai Cao Van" userId="f7949ac2-728d-41dd-ad7e-3544eb396517" providerId="ADAL" clId="{9A112020-9413-486F-BA5D-75CDAEC9B132}" dt="2024-04-17T14:20:32.404" v="10" actId="47"/>
        <pc:sldMkLst>
          <pc:docMk/>
          <pc:sldMk cId="1894740067" sldId="406"/>
        </pc:sldMkLst>
      </pc:sldChg>
      <pc:sldChg chg="del">
        <pc:chgData name="Mai Cao Van" userId="f7949ac2-728d-41dd-ad7e-3544eb396517" providerId="ADAL" clId="{9A112020-9413-486F-BA5D-75CDAEC9B132}" dt="2024-04-17T14:20:32.404" v="10" actId="47"/>
        <pc:sldMkLst>
          <pc:docMk/>
          <pc:sldMk cId="2019231035" sldId="407"/>
        </pc:sldMkLst>
      </pc:sldChg>
      <pc:sldChg chg="del">
        <pc:chgData name="Mai Cao Van" userId="f7949ac2-728d-41dd-ad7e-3544eb396517" providerId="ADAL" clId="{9A112020-9413-486F-BA5D-75CDAEC9B132}" dt="2024-04-17T14:20:32.404" v="10" actId="47"/>
        <pc:sldMkLst>
          <pc:docMk/>
          <pc:sldMk cId="1385599415" sldId="408"/>
        </pc:sldMkLst>
      </pc:sldChg>
      <pc:sldChg chg="del">
        <pc:chgData name="Mai Cao Van" userId="f7949ac2-728d-41dd-ad7e-3544eb396517" providerId="ADAL" clId="{9A112020-9413-486F-BA5D-75CDAEC9B132}" dt="2024-04-17T14:20:32.404" v="10" actId="47"/>
        <pc:sldMkLst>
          <pc:docMk/>
          <pc:sldMk cId="1364253548" sldId="409"/>
        </pc:sldMkLst>
      </pc:sldChg>
      <pc:sldChg chg="del">
        <pc:chgData name="Mai Cao Van" userId="f7949ac2-728d-41dd-ad7e-3544eb396517" providerId="ADAL" clId="{9A112020-9413-486F-BA5D-75CDAEC9B132}" dt="2024-04-17T14:20:32.404" v="10" actId="47"/>
        <pc:sldMkLst>
          <pc:docMk/>
          <pc:sldMk cId="2121512525" sldId="410"/>
        </pc:sldMkLst>
      </pc:sldChg>
      <pc:sldChg chg="del">
        <pc:chgData name="Mai Cao Van" userId="f7949ac2-728d-41dd-ad7e-3544eb396517" providerId="ADAL" clId="{9A112020-9413-486F-BA5D-75CDAEC9B132}" dt="2024-04-17T14:20:32.404" v="10" actId="47"/>
        <pc:sldMkLst>
          <pc:docMk/>
          <pc:sldMk cId="245239884" sldId="411"/>
        </pc:sldMkLst>
      </pc:sldChg>
      <pc:sldChg chg="del">
        <pc:chgData name="Mai Cao Van" userId="f7949ac2-728d-41dd-ad7e-3544eb396517" providerId="ADAL" clId="{9A112020-9413-486F-BA5D-75CDAEC9B132}" dt="2024-04-17T14:20:32.404" v="10" actId="47"/>
        <pc:sldMkLst>
          <pc:docMk/>
          <pc:sldMk cId="1939551571" sldId="412"/>
        </pc:sldMkLst>
      </pc:sldChg>
      <pc:sldChg chg="del">
        <pc:chgData name="Mai Cao Van" userId="f7949ac2-728d-41dd-ad7e-3544eb396517" providerId="ADAL" clId="{9A112020-9413-486F-BA5D-75CDAEC9B132}" dt="2024-04-17T14:20:32.404" v="10" actId="47"/>
        <pc:sldMkLst>
          <pc:docMk/>
          <pc:sldMk cId="3177181734" sldId="413"/>
        </pc:sldMkLst>
      </pc:sldChg>
      <pc:sldChg chg="del">
        <pc:chgData name="Mai Cao Van" userId="f7949ac2-728d-41dd-ad7e-3544eb396517" providerId="ADAL" clId="{9A112020-9413-486F-BA5D-75CDAEC9B132}" dt="2024-04-17T14:20:32.404" v="10" actId="47"/>
        <pc:sldMkLst>
          <pc:docMk/>
          <pc:sldMk cId="2464186032" sldId="414"/>
        </pc:sldMkLst>
      </pc:sldChg>
      <pc:sldChg chg="del">
        <pc:chgData name="Mai Cao Van" userId="f7949ac2-728d-41dd-ad7e-3544eb396517" providerId="ADAL" clId="{9A112020-9413-486F-BA5D-75CDAEC9B132}" dt="2024-04-17T14:20:32.404" v="10" actId="47"/>
        <pc:sldMkLst>
          <pc:docMk/>
          <pc:sldMk cId="3237174173" sldId="415"/>
        </pc:sldMkLst>
      </pc:sldChg>
      <pc:sldChg chg="del">
        <pc:chgData name="Mai Cao Van" userId="f7949ac2-728d-41dd-ad7e-3544eb396517" providerId="ADAL" clId="{9A112020-9413-486F-BA5D-75CDAEC9B132}" dt="2024-04-17T14:20:32.404" v="10" actId="47"/>
        <pc:sldMkLst>
          <pc:docMk/>
          <pc:sldMk cId="3897491730" sldId="416"/>
        </pc:sldMkLst>
      </pc:sldChg>
      <pc:sldChg chg="del">
        <pc:chgData name="Mai Cao Van" userId="f7949ac2-728d-41dd-ad7e-3544eb396517" providerId="ADAL" clId="{9A112020-9413-486F-BA5D-75CDAEC9B132}" dt="2024-04-17T14:20:32.404" v="10" actId="47"/>
        <pc:sldMkLst>
          <pc:docMk/>
          <pc:sldMk cId="3494990954" sldId="417"/>
        </pc:sldMkLst>
      </pc:sldChg>
      <pc:sldChg chg="del">
        <pc:chgData name="Mai Cao Van" userId="f7949ac2-728d-41dd-ad7e-3544eb396517" providerId="ADAL" clId="{9A112020-9413-486F-BA5D-75CDAEC9B132}" dt="2024-04-17T14:20:32.404" v="10" actId="47"/>
        <pc:sldMkLst>
          <pc:docMk/>
          <pc:sldMk cId="999368100" sldId="418"/>
        </pc:sldMkLst>
      </pc:sldChg>
      <pc:sldChg chg="del">
        <pc:chgData name="Mai Cao Van" userId="f7949ac2-728d-41dd-ad7e-3544eb396517" providerId="ADAL" clId="{9A112020-9413-486F-BA5D-75CDAEC9B132}" dt="2024-04-17T14:20:32.404" v="10" actId="47"/>
        <pc:sldMkLst>
          <pc:docMk/>
          <pc:sldMk cId="915897664" sldId="419"/>
        </pc:sldMkLst>
      </pc:sldChg>
      <pc:sldChg chg="del">
        <pc:chgData name="Mai Cao Van" userId="f7949ac2-728d-41dd-ad7e-3544eb396517" providerId="ADAL" clId="{9A112020-9413-486F-BA5D-75CDAEC9B132}" dt="2024-04-17T14:20:32.404" v="10" actId="47"/>
        <pc:sldMkLst>
          <pc:docMk/>
          <pc:sldMk cId="2916007585" sldId="420"/>
        </pc:sldMkLst>
      </pc:sldChg>
      <pc:sldChg chg="del">
        <pc:chgData name="Mai Cao Van" userId="f7949ac2-728d-41dd-ad7e-3544eb396517" providerId="ADAL" clId="{9A112020-9413-486F-BA5D-75CDAEC9B132}" dt="2024-04-17T14:20:32.404" v="10" actId="47"/>
        <pc:sldMkLst>
          <pc:docMk/>
          <pc:sldMk cId="2662009085" sldId="422"/>
        </pc:sldMkLst>
      </pc:sldChg>
      <pc:sldChg chg="del">
        <pc:chgData name="Mai Cao Van" userId="f7949ac2-728d-41dd-ad7e-3544eb396517" providerId="ADAL" clId="{9A112020-9413-486F-BA5D-75CDAEC9B132}" dt="2024-04-17T14:20:32.404" v="10" actId="47"/>
        <pc:sldMkLst>
          <pc:docMk/>
          <pc:sldMk cId="4202492514" sldId="423"/>
        </pc:sldMkLst>
      </pc:sldChg>
      <pc:sldChg chg="del">
        <pc:chgData name="Mai Cao Van" userId="f7949ac2-728d-41dd-ad7e-3544eb396517" providerId="ADAL" clId="{9A112020-9413-486F-BA5D-75CDAEC9B132}" dt="2024-04-17T14:20:32.404" v="10" actId="47"/>
        <pc:sldMkLst>
          <pc:docMk/>
          <pc:sldMk cId="745303601" sldId="424"/>
        </pc:sldMkLst>
      </pc:sldChg>
      <pc:sldChg chg="del">
        <pc:chgData name="Mai Cao Van" userId="f7949ac2-728d-41dd-ad7e-3544eb396517" providerId="ADAL" clId="{9A112020-9413-486F-BA5D-75CDAEC9B132}" dt="2024-04-17T14:20:32.404" v="10" actId="47"/>
        <pc:sldMkLst>
          <pc:docMk/>
          <pc:sldMk cId="4072253741" sldId="425"/>
        </pc:sldMkLst>
      </pc:sldChg>
      <pc:sldChg chg="del">
        <pc:chgData name="Mai Cao Van" userId="f7949ac2-728d-41dd-ad7e-3544eb396517" providerId="ADAL" clId="{9A112020-9413-486F-BA5D-75CDAEC9B132}" dt="2024-04-17T14:20:32.404" v="10" actId="47"/>
        <pc:sldMkLst>
          <pc:docMk/>
          <pc:sldMk cId="1033780426" sldId="426"/>
        </pc:sldMkLst>
      </pc:sldChg>
      <pc:sldChg chg="del">
        <pc:chgData name="Mai Cao Van" userId="f7949ac2-728d-41dd-ad7e-3544eb396517" providerId="ADAL" clId="{9A112020-9413-486F-BA5D-75CDAEC9B132}" dt="2024-04-17T14:20:32.404" v="10" actId="47"/>
        <pc:sldMkLst>
          <pc:docMk/>
          <pc:sldMk cId="332503861" sldId="427"/>
        </pc:sldMkLst>
      </pc:sldChg>
      <pc:sldChg chg="del">
        <pc:chgData name="Mai Cao Van" userId="f7949ac2-728d-41dd-ad7e-3544eb396517" providerId="ADAL" clId="{9A112020-9413-486F-BA5D-75CDAEC9B132}" dt="2024-04-17T14:20:32.404" v="10" actId="47"/>
        <pc:sldMkLst>
          <pc:docMk/>
          <pc:sldMk cId="778228032" sldId="428"/>
        </pc:sldMkLst>
      </pc:sldChg>
      <pc:sldChg chg="del">
        <pc:chgData name="Mai Cao Van" userId="f7949ac2-728d-41dd-ad7e-3544eb396517" providerId="ADAL" clId="{9A112020-9413-486F-BA5D-75CDAEC9B132}" dt="2024-04-17T14:20:32.404" v="10" actId="47"/>
        <pc:sldMkLst>
          <pc:docMk/>
          <pc:sldMk cId="1621868727" sldId="429"/>
        </pc:sldMkLst>
      </pc:sldChg>
      <pc:sldChg chg="del">
        <pc:chgData name="Mai Cao Van" userId="f7949ac2-728d-41dd-ad7e-3544eb396517" providerId="ADAL" clId="{9A112020-9413-486F-BA5D-75CDAEC9B132}" dt="2024-04-17T14:20:32.404" v="10" actId="47"/>
        <pc:sldMkLst>
          <pc:docMk/>
          <pc:sldMk cId="1674550136" sldId="430"/>
        </pc:sldMkLst>
      </pc:sldChg>
      <pc:sldChg chg="del">
        <pc:chgData name="Mai Cao Van" userId="f7949ac2-728d-41dd-ad7e-3544eb396517" providerId="ADAL" clId="{9A112020-9413-486F-BA5D-75CDAEC9B132}" dt="2024-04-17T14:20:32.404" v="10" actId="47"/>
        <pc:sldMkLst>
          <pc:docMk/>
          <pc:sldMk cId="1578328790" sldId="431"/>
        </pc:sldMkLst>
      </pc:sldChg>
      <pc:sldChg chg="del">
        <pc:chgData name="Mai Cao Van" userId="f7949ac2-728d-41dd-ad7e-3544eb396517" providerId="ADAL" clId="{9A112020-9413-486F-BA5D-75CDAEC9B132}" dt="2024-04-17T14:20:32.404" v="10" actId="47"/>
        <pc:sldMkLst>
          <pc:docMk/>
          <pc:sldMk cId="3077041457" sldId="432"/>
        </pc:sldMkLst>
      </pc:sldChg>
      <pc:sldChg chg="del">
        <pc:chgData name="Mai Cao Van" userId="f7949ac2-728d-41dd-ad7e-3544eb396517" providerId="ADAL" clId="{9A112020-9413-486F-BA5D-75CDAEC9B132}" dt="2024-04-17T14:20:32.404" v="10" actId="47"/>
        <pc:sldMkLst>
          <pc:docMk/>
          <pc:sldMk cId="2721886896" sldId="433"/>
        </pc:sldMkLst>
      </pc:sldChg>
      <pc:sldChg chg="del">
        <pc:chgData name="Mai Cao Van" userId="f7949ac2-728d-41dd-ad7e-3544eb396517" providerId="ADAL" clId="{9A112020-9413-486F-BA5D-75CDAEC9B132}" dt="2024-04-17T14:20:32.404" v="10" actId="47"/>
        <pc:sldMkLst>
          <pc:docMk/>
          <pc:sldMk cId="1000060120" sldId="434"/>
        </pc:sldMkLst>
      </pc:sldChg>
      <pc:sldChg chg="del">
        <pc:chgData name="Mai Cao Van" userId="f7949ac2-728d-41dd-ad7e-3544eb396517" providerId="ADAL" clId="{9A112020-9413-486F-BA5D-75CDAEC9B132}" dt="2024-04-17T14:20:32.404" v="10" actId="47"/>
        <pc:sldMkLst>
          <pc:docMk/>
          <pc:sldMk cId="169364085" sldId="435"/>
        </pc:sldMkLst>
      </pc:sldChg>
      <pc:sldChg chg="del">
        <pc:chgData name="Mai Cao Van" userId="f7949ac2-728d-41dd-ad7e-3544eb396517" providerId="ADAL" clId="{9A112020-9413-486F-BA5D-75CDAEC9B132}" dt="2024-04-17T14:20:32.404" v="10" actId="47"/>
        <pc:sldMkLst>
          <pc:docMk/>
          <pc:sldMk cId="3562749593" sldId="436"/>
        </pc:sldMkLst>
      </pc:sldChg>
      <pc:sldChg chg="del">
        <pc:chgData name="Mai Cao Van" userId="f7949ac2-728d-41dd-ad7e-3544eb396517" providerId="ADAL" clId="{9A112020-9413-486F-BA5D-75CDAEC9B132}" dt="2024-04-17T14:20:32.404" v="10" actId="47"/>
        <pc:sldMkLst>
          <pc:docMk/>
          <pc:sldMk cId="3893443945" sldId="437"/>
        </pc:sldMkLst>
      </pc:sldChg>
      <pc:sldChg chg="del">
        <pc:chgData name="Mai Cao Van" userId="f7949ac2-728d-41dd-ad7e-3544eb396517" providerId="ADAL" clId="{9A112020-9413-486F-BA5D-75CDAEC9B132}" dt="2024-04-17T14:20:32.404" v="10" actId="47"/>
        <pc:sldMkLst>
          <pc:docMk/>
          <pc:sldMk cId="3935142140" sldId="438"/>
        </pc:sldMkLst>
      </pc:sldChg>
      <pc:sldChg chg="del">
        <pc:chgData name="Mai Cao Van" userId="f7949ac2-728d-41dd-ad7e-3544eb396517" providerId="ADAL" clId="{9A112020-9413-486F-BA5D-75CDAEC9B132}" dt="2024-04-17T14:20:32.404" v="10" actId="47"/>
        <pc:sldMkLst>
          <pc:docMk/>
          <pc:sldMk cId="1746830420" sldId="439"/>
        </pc:sldMkLst>
      </pc:sldChg>
      <pc:sldChg chg="del">
        <pc:chgData name="Mai Cao Van" userId="f7949ac2-728d-41dd-ad7e-3544eb396517" providerId="ADAL" clId="{9A112020-9413-486F-BA5D-75CDAEC9B132}" dt="2024-04-17T14:20:32.404" v="10" actId="47"/>
        <pc:sldMkLst>
          <pc:docMk/>
          <pc:sldMk cId="2158526831" sldId="440"/>
        </pc:sldMkLst>
      </pc:sldChg>
      <pc:sldChg chg="del">
        <pc:chgData name="Mai Cao Van" userId="f7949ac2-728d-41dd-ad7e-3544eb396517" providerId="ADAL" clId="{9A112020-9413-486F-BA5D-75CDAEC9B132}" dt="2024-04-17T14:20:32.404" v="10" actId="47"/>
        <pc:sldMkLst>
          <pc:docMk/>
          <pc:sldMk cId="86389077" sldId="441"/>
        </pc:sldMkLst>
      </pc:sldChg>
      <pc:sldChg chg="del">
        <pc:chgData name="Mai Cao Van" userId="f7949ac2-728d-41dd-ad7e-3544eb396517" providerId="ADAL" clId="{9A112020-9413-486F-BA5D-75CDAEC9B132}" dt="2024-04-17T14:20:32.404" v="10" actId="47"/>
        <pc:sldMkLst>
          <pc:docMk/>
          <pc:sldMk cId="3628909499" sldId="442"/>
        </pc:sldMkLst>
      </pc:sldChg>
      <pc:sldChg chg="del">
        <pc:chgData name="Mai Cao Van" userId="f7949ac2-728d-41dd-ad7e-3544eb396517" providerId="ADAL" clId="{9A112020-9413-486F-BA5D-75CDAEC9B132}" dt="2024-04-17T14:20:32.404" v="10" actId="47"/>
        <pc:sldMkLst>
          <pc:docMk/>
          <pc:sldMk cId="4255187822" sldId="443"/>
        </pc:sldMkLst>
      </pc:sldChg>
      <pc:sldChg chg="del">
        <pc:chgData name="Mai Cao Van" userId="f7949ac2-728d-41dd-ad7e-3544eb396517" providerId="ADAL" clId="{9A112020-9413-486F-BA5D-75CDAEC9B132}" dt="2024-04-17T14:20:32.404" v="10" actId="47"/>
        <pc:sldMkLst>
          <pc:docMk/>
          <pc:sldMk cId="1896909249" sldId="444"/>
        </pc:sldMkLst>
      </pc:sldChg>
      <pc:sldChg chg="del">
        <pc:chgData name="Mai Cao Van" userId="f7949ac2-728d-41dd-ad7e-3544eb396517" providerId="ADAL" clId="{9A112020-9413-486F-BA5D-75CDAEC9B132}" dt="2024-04-17T14:20:32.404" v="10" actId="47"/>
        <pc:sldMkLst>
          <pc:docMk/>
          <pc:sldMk cId="1057333704" sldId="445"/>
        </pc:sldMkLst>
      </pc:sldChg>
      <pc:sldChg chg="del">
        <pc:chgData name="Mai Cao Van" userId="f7949ac2-728d-41dd-ad7e-3544eb396517" providerId="ADAL" clId="{9A112020-9413-486F-BA5D-75CDAEC9B132}" dt="2024-04-17T14:20:32.404" v="10" actId="47"/>
        <pc:sldMkLst>
          <pc:docMk/>
          <pc:sldMk cId="3404045078" sldId="44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EAD9A4-3449-456F-BCB1-B37D2B162820}" type="datetimeFigureOut">
              <a:rPr lang="vi-VN" smtClean="0"/>
              <a:t>27/08/2025</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54DB88-6E80-499D-ABB8-38FBF3AE1A25}" type="slidenum">
              <a:rPr lang="vi-VN" smtClean="0"/>
              <a:t>‹#›</a:t>
            </a:fld>
            <a:endParaRPr lang="vi-VN"/>
          </a:p>
        </p:txBody>
      </p:sp>
    </p:spTree>
    <p:extLst>
      <p:ext uri="{BB962C8B-B14F-4D97-AF65-F5344CB8AC3E}">
        <p14:creationId xmlns:p14="http://schemas.microsoft.com/office/powerpoint/2010/main" val="3884432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1871CC-0A5A-4983-867F-F63CAC6B553F}" type="datetime1">
              <a:rPr lang="vi-VN" smtClean="0"/>
              <a:t>27/08/2025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44A9409-5B7A-4A68-9AEC-D10994391474}" type="slidenum">
              <a:rPr lang="vi-VN" smtClean="0"/>
              <a:t>‹#›</a:t>
            </a:fld>
            <a:endParaRPr lang="vi-VN"/>
          </a:p>
        </p:txBody>
      </p:sp>
      <p:pic>
        <p:nvPicPr>
          <p:cNvPr id="9" name="Picture 8">
            <a:extLst>
              <a:ext uri="{FF2B5EF4-FFF2-40B4-BE49-F238E27FC236}">
                <a16:creationId xmlns:a16="http://schemas.microsoft.com/office/drawing/2014/main" id="{61B0B5C0-74F0-4EC6-A51D-11457A899FE7}"/>
              </a:ext>
            </a:extLst>
          </p:cNvPr>
          <p:cNvPicPr>
            <a:picLocks noChangeAspect="1"/>
          </p:cNvPicPr>
          <p:nvPr userDrawn="1"/>
        </p:nvPicPr>
        <p:blipFill>
          <a:blip r:embed="rId2"/>
          <a:stretch>
            <a:fillRect/>
          </a:stretch>
        </p:blipFill>
        <p:spPr>
          <a:xfrm>
            <a:off x="0" y="-11093"/>
            <a:ext cx="12192000" cy="6907648"/>
          </a:xfrm>
          <a:prstGeom prst="rect">
            <a:avLst/>
          </a:prstGeom>
        </p:spPr>
      </p:pic>
      <p:sp>
        <p:nvSpPr>
          <p:cNvPr id="10" name="Title 1">
            <a:extLst>
              <a:ext uri="{FF2B5EF4-FFF2-40B4-BE49-F238E27FC236}">
                <a16:creationId xmlns:a16="http://schemas.microsoft.com/office/drawing/2014/main" id="{91E02220-0385-4125-BDB5-59B8FEFF7654}"/>
              </a:ext>
            </a:extLst>
          </p:cNvPr>
          <p:cNvSpPr>
            <a:spLocks noGrp="1"/>
          </p:cNvSpPr>
          <p:nvPr>
            <p:ph type="title" hasCustomPrompt="1"/>
          </p:nvPr>
        </p:nvSpPr>
        <p:spPr>
          <a:xfrm>
            <a:off x="158932" y="3278144"/>
            <a:ext cx="10515600" cy="549274"/>
          </a:xfrm>
        </p:spPr>
        <p:txBody>
          <a:bodyPr/>
          <a:lstStyle>
            <a:lvl1pPr>
              <a:defRPr>
                <a:solidFill>
                  <a:schemeClr val="bg1"/>
                </a:solidFill>
              </a:defRPr>
            </a:lvl1pPr>
          </a:lstStyle>
          <a:p>
            <a:r>
              <a:rPr lang="en-US" dirty="0"/>
              <a:t>Chapter 1: </a:t>
            </a:r>
          </a:p>
        </p:txBody>
      </p:sp>
    </p:spTree>
    <p:extLst>
      <p:ext uri="{BB962C8B-B14F-4D97-AF65-F5344CB8AC3E}">
        <p14:creationId xmlns:p14="http://schemas.microsoft.com/office/powerpoint/2010/main" val="1343306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217305"/>
            <a:ext cx="10515600" cy="549274"/>
          </a:xfrm>
        </p:spPr>
        <p:txBody>
          <a:bodyPr>
            <a:noAutofit/>
          </a:bodyPr>
          <a:lstStyle>
            <a:lvl1pPr>
              <a:defRPr sz="2800" b="1"/>
            </a:lvl1pPr>
          </a:lstStyle>
          <a:p>
            <a:r>
              <a:rPr lang="en-US" dirty="0"/>
              <a:t>Click to edit Master title style</a:t>
            </a:r>
          </a:p>
        </p:txBody>
      </p:sp>
      <p:sp>
        <p:nvSpPr>
          <p:cNvPr id="3" name="Content Placeholder 2"/>
          <p:cNvSpPr>
            <a:spLocks noGrp="1"/>
          </p:cNvSpPr>
          <p:nvPr>
            <p:ph idx="1"/>
          </p:nvPr>
        </p:nvSpPr>
        <p:spPr>
          <a:xfrm>
            <a:off x="838200" y="864303"/>
            <a:ext cx="10515600" cy="5312661"/>
          </a:xfrm>
        </p:spPr>
        <p:txBody>
          <a:bodyPr/>
          <a:lstStyle>
            <a:lvl1pPr>
              <a:defRPr sz="2200"/>
            </a:lvl1pPr>
            <a:lvl2pPr>
              <a:defRPr sz="22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389A99EF-8D3C-452B-935C-C3A0B15262A2}" type="datetime1">
              <a:rPr lang="vi-VN" smtClean="0"/>
              <a:t>27/08/2025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44A9409-5B7A-4A68-9AEC-D10994391474}" type="slidenum">
              <a:rPr lang="vi-VN" smtClean="0"/>
              <a:t>‹#›</a:t>
            </a:fld>
            <a:endParaRPr lang="vi-VN"/>
          </a:p>
        </p:txBody>
      </p:sp>
      <p:pic>
        <p:nvPicPr>
          <p:cNvPr id="9" name="Picture 8" descr="A black background with text&#10;&#10;Description automatically generated">
            <a:extLst>
              <a:ext uri="{FF2B5EF4-FFF2-40B4-BE49-F238E27FC236}">
                <a16:creationId xmlns:a16="http://schemas.microsoft.com/office/drawing/2014/main" id="{6BF17E32-750A-6C62-EA62-509EF6C9FA3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10601" y="177123"/>
            <a:ext cx="2387692" cy="556277"/>
          </a:xfrm>
          <a:prstGeom prst="rect">
            <a:avLst/>
          </a:prstGeom>
        </p:spPr>
      </p:pic>
      <p:grpSp>
        <p:nvGrpSpPr>
          <p:cNvPr id="7" name="Group 6">
            <a:extLst>
              <a:ext uri="{FF2B5EF4-FFF2-40B4-BE49-F238E27FC236}">
                <a16:creationId xmlns:a16="http://schemas.microsoft.com/office/drawing/2014/main" id="{7E78CCE1-A7DE-F222-F3C0-FAB53CC3E40F}"/>
              </a:ext>
            </a:extLst>
          </p:cNvPr>
          <p:cNvGrpSpPr/>
          <p:nvPr userDrawn="1"/>
        </p:nvGrpSpPr>
        <p:grpSpPr>
          <a:xfrm>
            <a:off x="10566400" y="-5737"/>
            <a:ext cx="1625600" cy="1213792"/>
            <a:chOff x="7924800" y="-5737"/>
            <a:chExt cx="1219200" cy="1213792"/>
          </a:xfrm>
        </p:grpSpPr>
        <p:grpSp>
          <p:nvGrpSpPr>
            <p:cNvPr id="8" name="Group 7">
              <a:extLst>
                <a:ext uri="{FF2B5EF4-FFF2-40B4-BE49-F238E27FC236}">
                  <a16:creationId xmlns:a16="http://schemas.microsoft.com/office/drawing/2014/main" id="{EF9A6EB5-51CE-4781-B164-2A67653CBBD5}"/>
                </a:ext>
              </a:extLst>
            </p:cNvPr>
            <p:cNvGrpSpPr/>
            <p:nvPr userDrawn="1"/>
          </p:nvGrpSpPr>
          <p:grpSpPr>
            <a:xfrm rot="10800000">
              <a:off x="8737600" y="-5737"/>
              <a:ext cx="406400" cy="406400"/>
              <a:chOff x="4388744" y="4805680"/>
              <a:chExt cx="406400" cy="406400"/>
            </a:xfrm>
          </p:grpSpPr>
          <p:sp>
            <p:nvSpPr>
              <p:cNvPr id="27" name="Right Triangle 26">
                <a:extLst>
                  <a:ext uri="{FF2B5EF4-FFF2-40B4-BE49-F238E27FC236}">
                    <a16:creationId xmlns:a16="http://schemas.microsoft.com/office/drawing/2014/main" id="{104E3744-FC6E-D772-CB2C-94156FE16F5E}"/>
                  </a:ext>
                </a:extLst>
              </p:cNvPr>
              <p:cNvSpPr/>
              <p:nvPr userDrawn="1"/>
            </p:nvSpPr>
            <p:spPr>
              <a:xfrm>
                <a:off x="4388744" y="4805680"/>
                <a:ext cx="406400" cy="406400"/>
              </a:xfrm>
              <a:prstGeom prst="rtTriangle">
                <a:avLst/>
              </a:prstGeom>
              <a:solidFill>
                <a:srgbClr val="0DB0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8" name="Right Triangle 27">
                <a:extLst>
                  <a:ext uri="{FF2B5EF4-FFF2-40B4-BE49-F238E27FC236}">
                    <a16:creationId xmlns:a16="http://schemas.microsoft.com/office/drawing/2014/main" id="{8E526613-AFFA-0BE7-1031-5FE07BE21465}"/>
                  </a:ext>
                </a:extLst>
              </p:cNvPr>
              <p:cNvSpPr/>
              <p:nvPr userDrawn="1"/>
            </p:nvSpPr>
            <p:spPr>
              <a:xfrm rot="10800000">
                <a:off x="4388744" y="4805680"/>
                <a:ext cx="406400" cy="406400"/>
              </a:xfrm>
              <a:prstGeom prst="rtTriangle">
                <a:avLst/>
              </a:prstGeom>
              <a:solidFill>
                <a:srgbClr val="0DB04B">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0" name="Group 9">
              <a:extLst>
                <a:ext uri="{FF2B5EF4-FFF2-40B4-BE49-F238E27FC236}">
                  <a16:creationId xmlns:a16="http://schemas.microsoft.com/office/drawing/2014/main" id="{AFEF925B-CCED-3ED6-A724-D231382E7FAE}"/>
                </a:ext>
              </a:extLst>
            </p:cNvPr>
            <p:cNvGrpSpPr/>
            <p:nvPr userDrawn="1"/>
          </p:nvGrpSpPr>
          <p:grpSpPr>
            <a:xfrm rot="10800000">
              <a:off x="8737600" y="395255"/>
              <a:ext cx="406400" cy="406400"/>
              <a:chOff x="4388744" y="4805680"/>
              <a:chExt cx="406400" cy="406400"/>
            </a:xfrm>
          </p:grpSpPr>
          <p:sp>
            <p:nvSpPr>
              <p:cNvPr id="25" name="Right Triangle 24">
                <a:extLst>
                  <a:ext uri="{FF2B5EF4-FFF2-40B4-BE49-F238E27FC236}">
                    <a16:creationId xmlns:a16="http://schemas.microsoft.com/office/drawing/2014/main" id="{85BC3172-424A-A4E4-CB48-10AEBF5908B8}"/>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6" name="Right Triangle 25">
                <a:extLst>
                  <a:ext uri="{FF2B5EF4-FFF2-40B4-BE49-F238E27FC236}">
                    <a16:creationId xmlns:a16="http://schemas.microsoft.com/office/drawing/2014/main" id="{314298E0-6DBD-FD83-9BE9-9C0888F45A6F}"/>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3" name="Group 12">
              <a:extLst>
                <a:ext uri="{FF2B5EF4-FFF2-40B4-BE49-F238E27FC236}">
                  <a16:creationId xmlns:a16="http://schemas.microsoft.com/office/drawing/2014/main" id="{B246E5D2-3503-0CA5-5F0A-EB3B0DF62742}"/>
                </a:ext>
              </a:extLst>
            </p:cNvPr>
            <p:cNvGrpSpPr/>
            <p:nvPr userDrawn="1"/>
          </p:nvGrpSpPr>
          <p:grpSpPr>
            <a:xfrm rot="10800000">
              <a:off x="8737600" y="801655"/>
              <a:ext cx="406400" cy="406400"/>
              <a:chOff x="4388744" y="4805680"/>
              <a:chExt cx="406400" cy="406400"/>
            </a:xfrm>
          </p:grpSpPr>
          <p:sp>
            <p:nvSpPr>
              <p:cNvPr id="23" name="Right Triangle 22">
                <a:extLst>
                  <a:ext uri="{FF2B5EF4-FFF2-40B4-BE49-F238E27FC236}">
                    <a16:creationId xmlns:a16="http://schemas.microsoft.com/office/drawing/2014/main" id="{91C97430-586C-1852-7B7E-CC8BD43C1F34}"/>
                  </a:ext>
                </a:extLst>
              </p:cNvPr>
              <p:cNvSpPr/>
              <p:nvPr userDrawn="1"/>
            </p:nvSpPr>
            <p:spPr>
              <a:xfrm>
                <a:off x="4388744" y="4805680"/>
                <a:ext cx="406400" cy="406400"/>
              </a:xfrm>
              <a:prstGeom prst="rtTriangle">
                <a:avLst/>
              </a:prstGeom>
              <a:solidFill>
                <a:srgbClr val="0066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4" name="Right Triangle 23">
                <a:extLst>
                  <a:ext uri="{FF2B5EF4-FFF2-40B4-BE49-F238E27FC236}">
                    <a16:creationId xmlns:a16="http://schemas.microsoft.com/office/drawing/2014/main" id="{DE6DCA86-3931-B1AC-3F66-88107D63265F}"/>
                  </a:ext>
                </a:extLst>
              </p:cNvPr>
              <p:cNvSpPr/>
              <p:nvPr userDrawn="1"/>
            </p:nvSpPr>
            <p:spPr>
              <a:xfrm rot="10800000">
                <a:off x="4388744" y="4805680"/>
                <a:ext cx="406400" cy="406400"/>
              </a:xfrm>
              <a:prstGeom prst="rtTriangle">
                <a:avLst/>
              </a:prstGeom>
              <a:solidFill>
                <a:srgbClr val="0066B2">
                  <a:alpha val="6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4" name="Group 13">
              <a:extLst>
                <a:ext uri="{FF2B5EF4-FFF2-40B4-BE49-F238E27FC236}">
                  <a16:creationId xmlns:a16="http://schemas.microsoft.com/office/drawing/2014/main" id="{820317D3-6B3D-2DF1-0986-9A0970332111}"/>
                </a:ext>
              </a:extLst>
            </p:cNvPr>
            <p:cNvGrpSpPr/>
            <p:nvPr userDrawn="1"/>
          </p:nvGrpSpPr>
          <p:grpSpPr>
            <a:xfrm rot="10800000">
              <a:off x="8331200" y="399790"/>
              <a:ext cx="406400" cy="406400"/>
              <a:chOff x="4388744" y="4805680"/>
              <a:chExt cx="406400" cy="406400"/>
            </a:xfrm>
          </p:grpSpPr>
          <p:sp>
            <p:nvSpPr>
              <p:cNvPr id="21" name="Right Triangle 20">
                <a:extLst>
                  <a:ext uri="{FF2B5EF4-FFF2-40B4-BE49-F238E27FC236}">
                    <a16:creationId xmlns:a16="http://schemas.microsoft.com/office/drawing/2014/main" id="{D7B18993-7C91-F71E-F1EB-8E1AD63B2C42}"/>
                  </a:ext>
                </a:extLst>
              </p:cNvPr>
              <p:cNvSpPr/>
              <p:nvPr userDrawn="1"/>
            </p:nvSpPr>
            <p:spPr>
              <a:xfrm>
                <a:off x="4388744" y="4805680"/>
                <a:ext cx="406400" cy="406400"/>
              </a:xfrm>
              <a:prstGeom prst="rtTriangle">
                <a:avLst/>
              </a:prstGeom>
              <a:solidFill>
                <a:srgbClr val="0DB0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ight Triangle 21">
                <a:extLst>
                  <a:ext uri="{FF2B5EF4-FFF2-40B4-BE49-F238E27FC236}">
                    <a16:creationId xmlns:a16="http://schemas.microsoft.com/office/drawing/2014/main" id="{A1832769-9077-3069-4A71-C6696C21BC5F}"/>
                  </a:ext>
                </a:extLst>
              </p:cNvPr>
              <p:cNvSpPr/>
              <p:nvPr userDrawn="1"/>
            </p:nvSpPr>
            <p:spPr>
              <a:xfrm rot="10800000">
                <a:off x="4388744" y="4805680"/>
                <a:ext cx="406400" cy="406400"/>
              </a:xfrm>
              <a:prstGeom prst="rtTriangle">
                <a:avLst/>
              </a:prstGeom>
              <a:solidFill>
                <a:srgbClr val="0DB04B">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5" name="Group 14">
              <a:extLst>
                <a:ext uri="{FF2B5EF4-FFF2-40B4-BE49-F238E27FC236}">
                  <a16:creationId xmlns:a16="http://schemas.microsoft.com/office/drawing/2014/main" id="{BFDE1C15-F987-A9D6-90C9-FCC16E16565E}"/>
                </a:ext>
              </a:extLst>
            </p:cNvPr>
            <p:cNvGrpSpPr/>
            <p:nvPr userDrawn="1"/>
          </p:nvGrpSpPr>
          <p:grpSpPr>
            <a:xfrm rot="10800000">
              <a:off x="8331200" y="-5737"/>
              <a:ext cx="406400" cy="406400"/>
              <a:chOff x="4388744" y="4805680"/>
              <a:chExt cx="406400" cy="406400"/>
            </a:xfrm>
          </p:grpSpPr>
          <p:sp>
            <p:nvSpPr>
              <p:cNvPr id="19" name="Right Triangle 18">
                <a:extLst>
                  <a:ext uri="{FF2B5EF4-FFF2-40B4-BE49-F238E27FC236}">
                    <a16:creationId xmlns:a16="http://schemas.microsoft.com/office/drawing/2014/main" id="{B3697819-6C2D-176B-5402-026EE5B6ADE0}"/>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ight Triangle 19">
                <a:extLst>
                  <a:ext uri="{FF2B5EF4-FFF2-40B4-BE49-F238E27FC236}">
                    <a16:creationId xmlns:a16="http://schemas.microsoft.com/office/drawing/2014/main" id="{04B90D12-2C70-58C5-9D99-5E46BABC09A5}"/>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6" name="Group 15">
              <a:extLst>
                <a:ext uri="{FF2B5EF4-FFF2-40B4-BE49-F238E27FC236}">
                  <a16:creationId xmlns:a16="http://schemas.microsoft.com/office/drawing/2014/main" id="{46205393-F4AA-F4B4-AD11-0C74DE379B3D}"/>
                </a:ext>
              </a:extLst>
            </p:cNvPr>
            <p:cNvGrpSpPr/>
            <p:nvPr userDrawn="1"/>
          </p:nvGrpSpPr>
          <p:grpSpPr>
            <a:xfrm rot="10800000">
              <a:off x="7924800" y="0"/>
              <a:ext cx="406400" cy="406400"/>
              <a:chOff x="4388744" y="4805680"/>
              <a:chExt cx="406400" cy="406400"/>
            </a:xfrm>
          </p:grpSpPr>
          <p:sp>
            <p:nvSpPr>
              <p:cNvPr id="17" name="Right Triangle 16">
                <a:extLst>
                  <a:ext uri="{FF2B5EF4-FFF2-40B4-BE49-F238E27FC236}">
                    <a16:creationId xmlns:a16="http://schemas.microsoft.com/office/drawing/2014/main" id="{54406F37-F68C-A4C0-E0EF-7C3C6F4796B1}"/>
                  </a:ext>
                </a:extLst>
              </p:cNvPr>
              <p:cNvSpPr/>
              <p:nvPr userDrawn="1"/>
            </p:nvSpPr>
            <p:spPr>
              <a:xfrm>
                <a:off x="4388744" y="4805680"/>
                <a:ext cx="406400" cy="406400"/>
              </a:xfrm>
              <a:prstGeom prst="rtTriangle">
                <a:avLst/>
              </a:prstGeom>
              <a:solidFill>
                <a:srgbClr val="0066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ight Triangle 17">
                <a:extLst>
                  <a:ext uri="{FF2B5EF4-FFF2-40B4-BE49-F238E27FC236}">
                    <a16:creationId xmlns:a16="http://schemas.microsoft.com/office/drawing/2014/main" id="{52350476-19B7-4C57-8D0B-4F30375646DF}"/>
                  </a:ext>
                </a:extLst>
              </p:cNvPr>
              <p:cNvSpPr/>
              <p:nvPr userDrawn="1"/>
            </p:nvSpPr>
            <p:spPr>
              <a:xfrm rot="10800000">
                <a:off x="4388744" y="4805680"/>
                <a:ext cx="406400" cy="406400"/>
              </a:xfrm>
              <a:prstGeom prst="rtTriangle">
                <a:avLst/>
              </a:prstGeom>
              <a:solidFill>
                <a:srgbClr val="0066B2">
                  <a:alpha val="6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grpSp>
        <p:nvGrpSpPr>
          <p:cNvPr id="29" name="Group 28">
            <a:extLst>
              <a:ext uri="{FF2B5EF4-FFF2-40B4-BE49-F238E27FC236}">
                <a16:creationId xmlns:a16="http://schemas.microsoft.com/office/drawing/2014/main" id="{DA4D367E-E1F8-341D-D917-08BD1F010572}"/>
              </a:ext>
            </a:extLst>
          </p:cNvPr>
          <p:cNvGrpSpPr/>
          <p:nvPr userDrawn="1"/>
        </p:nvGrpSpPr>
        <p:grpSpPr>
          <a:xfrm>
            <a:off x="0" y="5223817"/>
            <a:ext cx="2167467" cy="1627220"/>
            <a:chOff x="0" y="5223817"/>
            <a:chExt cx="1625600" cy="1627220"/>
          </a:xfrm>
        </p:grpSpPr>
        <p:grpSp>
          <p:nvGrpSpPr>
            <p:cNvPr id="30" name="Group 29">
              <a:extLst>
                <a:ext uri="{FF2B5EF4-FFF2-40B4-BE49-F238E27FC236}">
                  <a16:creationId xmlns:a16="http://schemas.microsoft.com/office/drawing/2014/main" id="{6C158FEA-DEF2-99FD-0979-F462D61695E2}"/>
                </a:ext>
              </a:extLst>
            </p:cNvPr>
            <p:cNvGrpSpPr/>
            <p:nvPr userDrawn="1"/>
          </p:nvGrpSpPr>
          <p:grpSpPr>
            <a:xfrm>
              <a:off x="0" y="6444637"/>
              <a:ext cx="406400" cy="406400"/>
              <a:chOff x="4388744" y="4805680"/>
              <a:chExt cx="406400" cy="406400"/>
            </a:xfrm>
          </p:grpSpPr>
          <p:sp>
            <p:nvSpPr>
              <p:cNvPr id="58" name="Right Triangle 57">
                <a:extLst>
                  <a:ext uri="{FF2B5EF4-FFF2-40B4-BE49-F238E27FC236}">
                    <a16:creationId xmlns:a16="http://schemas.microsoft.com/office/drawing/2014/main" id="{7C6D5D3D-3662-A526-17C5-BFD0909E8140}"/>
                  </a:ext>
                </a:extLst>
              </p:cNvPr>
              <p:cNvSpPr/>
              <p:nvPr userDrawn="1"/>
            </p:nvSpPr>
            <p:spPr>
              <a:xfrm>
                <a:off x="4388744" y="4805680"/>
                <a:ext cx="406400" cy="406400"/>
              </a:xfrm>
              <a:prstGeom prst="rtTriangle">
                <a:avLst/>
              </a:prstGeom>
              <a:solidFill>
                <a:srgbClr val="0DB0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9" name="Right Triangle 58">
                <a:extLst>
                  <a:ext uri="{FF2B5EF4-FFF2-40B4-BE49-F238E27FC236}">
                    <a16:creationId xmlns:a16="http://schemas.microsoft.com/office/drawing/2014/main" id="{4B987422-BE46-3E2F-0AC8-24EBCC0299B0}"/>
                  </a:ext>
                </a:extLst>
              </p:cNvPr>
              <p:cNvSpPr/>
              <p:nvPr userDrawn="1"/>
            </p:nvSpPr>
            <p:spPr>
              <a:xfrm rot="10800000">
                <a:off x="4388744" y="4805680"/>
                <a:ext cx="406400" cy="406400"/>
              </a:xfrm>
              <a:prstGeom prst="rtTriangle">
                <a:avLst/>
              </a:prstGeom>
              <a:solidFill>
                <a:srgbClr val="0DB04B">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1" name="Group 30">
              <a:extLst>
                <a:ext uri="{FF2B5EF4-FFF2-40B4-BE49-F238E27FC236}">
                  <a16:creationId xmlns:a16="http://schemas.microsoft.com/office/drawing/2014/main" id="{06989AF4-E961-10A8-F915-9DFEC26E085C}"/>
                </a:ext>
              </a:extLst>
            </p:cNvPr>
            <p:cNvGrpSpPr/>
            <p:nvPr userDrawn="1"/>
          </p:nvGrpSpPr>
          <p:grpSpPr>
            <a:xfrm>
              <a:off x="0" y="6036687"/>
              <a:ext cx="406400" cy="406400"/>
              <a:chOff x="4388744" y="4805680"/>
              <a:chExt cx="406400" cy="406400"/>
            </a:xfrm>
          </p:grpSpPr>
          <p:sp>
            <p:nvSpPr>
              <p:cNvPr id="56" name="Right Triangle 55">
                <a:extLst>
                  <a:ext uri="{FF2B5EF4-FFF2-40B4-BE49-F238E27FC236}">
                    <a16:creationId xmlns:a16="http://schemas.microsoft.com/office/drawing/2014/main" id="{C7394C07-0ADF-EEDA-30DD-D0A5219FD07E}"/>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7" name="Right Triangle 56">
                <a:extLst>
                  <a:ext uri="{FF2B5EF4-FFF2-40B4-BE49-F238E27FC236}">
                    <a16:creationId xmlns:a16="http://schemas.microsoft.com/office/drawing/2014/main" id="{4D6B85FB-6BC6-0DA1-393E-DDC30EFB0268}"/>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2" name="Group 31">
              <a:extLst>
                <a:ext uri="{FF2B5EF4-FFF2-40B4-BE49-F238E27FC236}">
                  <a16:creationId xmlns:a16="http://schemas.microsoft.com/office/drawing/2014/main" id="{3246BD03-559E-886D-81AC-DBFB87CADBF9}"/>
                </a:ext>
              </a:extLst>
            </p:cNvPr>
            <p:cNvGrpSpPr/>
            <p:nvPr userDrawn="1"/>
          </p:nvGrpSpPr>
          <p:grpSpPr>
            <a:xfrm>
              <a:off x="0" y="5627513"/>
              <a:ext cx="406400" cy="406400"/>
              <a:chOff x="4388744" y="4805680"/>
              <a:chExt cx="406400" cy="406400"/>
            </a:xfrm>
          </p:grpSpPr>
          <p:sp>
            <p:nvSpPr>
              <p:cNvPr id="54" name="Right Triangle 53">
                <a:extLst>
                  <a:ext uri="{FF2B5EF4-FFF2-40B4-BE49-F238E27FC236}">
                    <a16:creationId xmlns:a16="http://schemas.microsoft.com/office/drawing/2014/main" id="{64AB5756-BD28-6111-AFC2-C064394697AA}"/>
                  </a:ext>
                </a:extLst>
              </p:cNvPr>
              <p:cNvSpPr/>
              <p:nvPr userDrawn="1"/>
            </p:nvSpPr>
            <p:spPr>
              <a:xfrm>
                <a:off x="4388744" y="4805680"/>
                <a:ext cx="406400" cy="406400"/>
              </a:xfrm>
              <a:prstGeom prst="rtTriangle">
                <a:avLst/>
              </a:prstGeom>
              <a:solidFill>
                <a:srgbClr val="0066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5" name="Right Triangle 54">
                <a:extLst>
                  <a:ext uri="{FF2B5EF4-FFF2-40B4-BE49-F238E27FC236}">
                    <a16:creationId xmlns:a16="http://schemas.microsoft.com/office/drawing/2014/main" id="{CCF3BB32-E016-3C59-3296-4EA5666D2CA8}"/>
                  </a:ext>
                </a:extLst>
              </p:cNvPr>
              <p:cNvSpPr/>
              <p:nvPr userDrawn="1"/>
            </p:nvSpPr>
            <p:spPr>
              <a:xfrm rot="10800000">
                <a:off x="4388744" y="4805680"/>
                <a:ext cx="406400" cy="406400"/>
              </a:xfrm>
              <a:prstGeom prst="rtTriangle">
                <a:avLst/>
              </a:prstGeom>
              <a:solidFill>
                <a:srgbClr val="0066B2">
                  <a:alpha val="6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3" name="Group 32">
              <a:extLst>
                <a:ext uri="{FF2B5EF4-FFF2-40B4-BE49-F238E27FC236}">
                  <a16:creationId xmlns:a16="http://schemas.microsoft.com/office/drawing/2014/main" id="{128B65E6-9A0C-F7BE-BC2D-BDD3DD7B8218}"/>
                </a:ext>
              </a:extLst>
            </p:cNvPr>
            <p:cNvGrpSpPr/>
            <p:nvPr userDrawn="1"/>
          </p:nvGrpSpPr>
          <p:grpSpPr>
            <a:xfrm>
              <a:off x="406400" y="6039110"/>
              <a:ext cx="406400" cy="406400"/>
              <a:chOff x="4388744" y="4805680"/>
              <a:chExt cx="406400" cy="406400"/>
            </a:xfrm>
          </p:grpSpPr>
          <p:sp>
            <p:nvSpPr>
              <p:cNvPr id="52" name="Right Triangle 51">
                <a:extLst>
                  <a:ext uri="{FF2B5EF4-FFF2-40B4-BE49-F238E27FC236}">
                    <a16:creationId xmlns:a16="http://schemas.microsoft.com/office/drawing/2014/main" id="{8C6B3CA5-8D03-6992-787E-9636C5AE54D9}"/>
                  </a:ext>
                </a:extLst>
              </p:cNvPr>
              <p:cNvSpPr/>
              <p:nvPr userDrawn="1"/>
            </p:nvSpPr>
            <p:spPr>
              <a:xfrm>
                <a:off x="4388744" y="4805680"/>
                <a:ext cx="406400" cy="406400"/>
              </a:xfrm>
              <a:prstGeom prst="rtTriangle">
                <a:avLst/>
              </a:prstGeom>
              <a:solidFill>
                <a:srgbClr val="0DB0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Right Triangle 52">
                <a:extLst>
                  <a:ext uri="{FF2B5EF4-FFF2-40B4-BE49-F238E27FC236}">
                    <a16:creationId xmlns:a16="http://schemas.microsoft.com/office/drawing/2014/main" id="{01491534-CB37-A450-3A13-CF46EEAB6A5F}"/>
                  </a:ext>
                </a:extLst>
              </p:cNvPr>
              <p:cNvSpPr/>
              <p:nvPr userDrawn="1"/>
            </p:nvSpPr>
            <p:spPr>
              <a:xfrm rot="10800000">
                <a:off x="4388744" y="4805680"/>
                <a:ext cx="406400" cy="406400"/>
              </a:xfrm>
              <a:prstGeom prst="rtTriangle">
                <a:avLst/>
              </a:prstGeom>
              <a:solidFill>
                <a:srgbClr val="0DB04B">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4" name="Group 33">
              <a:extLst>
                <a:ext uri="{FF2B5EF4-FFF2-40B4-BE49-F238E27FC236}">
                  <a16:creationId xmlns:a16="http://schemas.microsoft.com/office/drawing/2014/main" id="{6116C4A8-5AE4-E1A8-6E48-4A1C5234432D}"/>
                </a:ext>
              </a:extLst>
            </p:cNvPr>
            <p:cNvGrpSpPr/>
            <p:nvPr userDrawn="1"/>
          </p:nvGrpSpPr>
          <p:grpSpPr>
            <a:xfrm>
              <a:off x="406400" y="6444637"/>
              <a:ext cx="406400" cy="406400"/>
              <a:chOff x="4388744" y="4805680"/>
              <a:chExt cx="406400" cy="406400"/>
            </a:xfrm>
          </p:grpSpPr>
          <p:sp>
            <p:nvSpPr>
              <p:cNvPr id="50" name="Right Triangle 49">
                <a:extLst>
                  <a:ext uri="{FF2B5EF4-FFF2-40B4-BE49-F238E27FC236}">
                    <a16:creationId xmlns:a16="http://schemas.microsoft.com/office/drawing/2014/main" id="{032EDF53-67B9-900C-C2F0-BBC97BA72643}"/>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1" name="Right Triangle 50">
                <a:extLst>
                  <a:ext uri="{FF2B5EF4-FFF2-40B4-BE49-F238E27FC236}">
                    <a16:creationId xmlns:a16="http://schemas.microsoft.com/office/drawing/2014/main" id="{4860B01E-AAAF-1DB6-003C-7E22ADC21D9A}"/>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5" name="Group 34">
              <a:extLst>
                <a:ext uri="{FF2B5EF4-FFF2-40B4-BE49-F238E27FC236}">
                  <a16:creationId xmlns:a16="http://schemas.microsoft.com/office/drawing/2014/main" id="{E337ABB6-45A0-FED1-0AAC-59A550733ECA}"/>
                </a:ext>
              </a:extLst>
            </p:cNvPr>
            <p:cNvGrpSpPr/>
            <p:nvPr userDrawn="1"/>
          </p:nvGrpSpPr>
          <p:grpSpPr>
            <a:xfrm>
              <a:off x="812800" y="6438900"/>
              <a:ext cx="406400" cy="406400"/>
              <a:chOff x="4388744" y="4805680"/>
              <a:chExt cx="406400" cy="406400"/>
            </a:xfrm>
          </p:grpSpPr>
          <p:sp>
            <p:nvSpPr>
              <p:cNvPr id="48" name="Right Triangle 47">
                <a:extLst>
                  <a:ext uri="{FF2B5EF4-FFF2-40B4-BE49-F238E27FC236}">
                    <a16:creationId xmlns:a16="http://schemas.microsoft.com/office/drawing/2014/main" id="{51E62297-F581-4EDA-971E-CF6196E49344}"/>
                  </a:ext>
                </a:extLst>
              </p:cNvPr>
              <p:cNvSpPr/>
              <p:nvPr userDrawn="1"/>
            </p:nvSpPr>
            <p:spPr>
              <a:xfrm>
                <a:off x="4388744" y="4805680"/>
                <a:ext cx="406400" cy="406400"/>
              </a:xfrm>
              <a:prstGeom prst="rtTriangle">
                <a:avLst/>
              </a:prstGeom>
              <a:solidFill>
                <a:srgbClr val="0066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9" name="Right Triangle 48">
                <a:extLst>
                  <a:ext uri="{FF2B5EF4-FFF2-40B4-BE49-F238E27FC236}">
                    <a16:creationId xmlns:a16="http://schemas.microsoft.com/office/drawing/2014/main" id="{037A4B95-4C76-3379-FE66-7604FC49E7DB}"/>
                  </a:ext>
                </a:extLst>
              </p:cNvPr>
              <p:cNvSpPr/>
              <p:nvPr userDrawn="1"/>
            </p:nvSpPr>
            <p:spPr>
              <a:xfrm rot="10800000">
                <a:off x="4388744" y="4805680"/>
                <a:ext cx="406400" cy="406400"/>
              </a:xfrm>
              <a:prstGeom prst="rtTriangle">
                <a:avLst/>
              </a:prstGeom>
              <a:solidFill>
                <a:srgbClr val="0066B2">
                  <a:alpha val="6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6" name="Group 35">
              <a:extLst>
                <a:ext uri="{FF2B5EF4-FFF2-40B4-BE49-F238E27FC236}">
                  <a16:creationId xmlns:a16="http://schemas.microsoft.com/office/drawing/2014/main" id="{EB20C747-7466-D5D7-568D-2A3BFAFCDBFB}"/>
                </a:ext>
              </a:extLst>
            </p:cNvPr>
            <p:cNvGrpSpPr/>
            <p:nvPr userDrawn="1"/>
          </p:nvGrpSpPr>
          <p:grpSpPr>
            <a:xfrm>
              <a:off x="0" y="5223817"/>
              <a:ext cx="406400" cy="406400"/>
              <a:chOff x="4388744" y="4805680"/>
              <a:chExt cx="406400" cy="406400"/>
            </a:xfrm>
          </p:grpSpPr>
          <p:sp>
            <p:nvSpPr>
              <p:cNvPr id="46" name="Right Triangle 45">
                <a:extLst>
                  <a:ext uri="{FF2B5EF4-FFF2-40B4-BE49-F238E27FC236}">
                    <a16:creationId xmlns:a16="http://schemas.microsoft.com/office/drawing/2014/main" id="{DB35D46E-FCF1-09E4-645B-AE13B4E0622F}"/>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7" name="Right Triangle 46">
                <a:extLst>
                  <a:ext uri="{FF2B5EF4-FFF2-40B4-BE49-F238E27FC236}">
                    <a16:creationId xmlns:a16="http://schemas.microsoft.com/office/drawing/2014/main" id="{B49A6AD1-D826-C7CB-D1D8-20588CC9E0D1}"/>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7" name="Group 36">
              <a:extLst>
                <a:ext uri="{FF2B5EF4-FFF2-40B4-BE49-F238E27FC236}">
                  <a16:creationId xmlns:a16="http://schemas.microsoft.com/office/drawing/2014/main" id="{5D65BDAA-B74A-ED26-EBA5-74251871D610}"/>
                </a:ext>
              </a:extLst>
            </p:cNvPr>
            <p:cNvGrpSpPr/>
            <p:nvPr userDrawn="1"/>
          </p:nvGrpSpPr>
          <p:grpSpPr>
            <a:xfrm>
              <a:off x="406400" y="5634752"/>
              <a:ext cx="406400" cy="406400"/>
              <a:chOff x="4388744" y="4805680"/>
              <a:chExt cx="406400" cy="406400"/>
            </a:xfrm>
          </p:grpSpPr>
          <p:sp>
            <p:nvSpPr>
              <p:cNvPr id="44" name="Right Triangle 43">
                <a:extLst>
                  <a:ext uri="{FF2B5EF4-FFF2-40B4-BE49-F238E27FC236}">
                    <a16:creationId xmlns:a16="http://schemas.microsoft.com/office/drawing/2014/main" id="{DFBD8121-710E-1D40-00C8-2B5565B6AD50}"/>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5" name="Right Triangle 44">
                <a:extLst>
                  <a:ext uri="{FF2B5EF4-FFF2-40B4-BE49-F238E27FC236}">
                    <a16:creationId xmlns:a16="http://schemas.microsoft.com/office/drawing/2014/main" id="{1A9F5181-C41C-5F10-DD79-042329A130E6}"/>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8" name="Group 37">
              <a:extLst>
                <a:ext uri="{FF2B5EF4-FFF2-40B4-BE49-F238E27FC236}">
                  <a16:creationId xmlns:a16="http://schemas.microsoft.com/office/drawing/2014/main" id="{DB5BA187-B815-DCCA-A175-F6AB12C44120}"/>
                </a:ext>
              </a:extLst>
            </p:cNvPr>
            <p:cNvGrpSpPr/>
            <p:nvPr userDrawn="1"/>
          </p:nvGrpSpPr>
          <p:grpSpPr>
            <a:xfrm>
              <a:off x="795664" y="6038237"/>
              <a:ext cx="406400" cy="406400"/>
              <a:chOff x="4388744" y="4805680"/>
              <a:chExt cx="406400" cy="406400"/>
            </a:xfrm>
          </p:grpSpPr>
          <p:sp>
            <p:nvSpPr>
              <p:cNvPr id="42" name="Right Triangle 41">
                <a:extLst>
                  <a:ext uri="{FF2B5EF4-FFF2-40B4-BE49-F238E27FC236}">
                    <a16:creationId xmlns:a16="http://schemas.microsoft.com/office/drawing/2014/main" id="{6BE3AD03-0CF2-35C6-CC4D-76C769359E09}"/>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3" name="Right Triangle 42">
                <a:extLst>
                  <a:ext uri="{FF2B5EF4-FFF2-40B4-BE49-F238E27FC236}">
                    <a16:creationId xmlns:a16="http://schemas.microsoft.com/office/drawing/2014/main" id="{E5C70DCE-2D30-1D7B-37FF-8E01E3974699}"/>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9" name="Group 38">
              <a:extLst>
                <a:ext uri="{FF2B5EF4-FFF2-40B4-BE49-F238E27FC236}">
                  <a16:creationId xmlns:a16="http://schemas.microsoft.com/office/drawing/2014/main" id="{89EC07A9-39B6-2A62-45F8-D31E81902E36}"/>
                </a:ext>
              </a:extLst>
            </p:cNvPr>
            <p:cNvGrpSpPr/>
            <p:nvPr userDrawn="1"/>
          </p:nvGrpSpPr>
          <p:grpSpPr>
            <a:xfrm>
              <a:off x="1219200" y="6433833"/>
              <a:ext cx="406400" cy="406400"/>
              <a:chOff x="4388744" y="4805680"/>
              <a:chExt cx="406400" cy="406400"/>
            </a:xfrm>
          </p:grpSpPr>
          <p:sp>
            <p:nvSpPr>
              <p:cNvPr id="40" name="Right Triangle 39">
                <a:extLst>
                  <a:ext uri="{FF2B5EF4-FFF2-40B4-BE49-F238E27FC236}">
                    <a16:creationId xmlns:a16="http://schemas.microsoft.com/office/drawing/2014/main" id="{13D4CC00-97A2-F50D-DF0C-7CCE44AE3948}"/>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1" name="Right Triangle 40">
                <a:extLst>
                  <a:ext uri="{FF2B5EF4-FFF2-40B4-BE49-F238E27FC236}">
                    <a16:creationId xmlns:a16="http://schemas.microsoft.com/office/drawing/2014/main" id="{B251A9F0-2DBC-52AA-438D-2222805A9A96}"/>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
        <p:nvSpPr>
          <p:cNvPr id="60" name="Rectangle 59">
            <a:extLst>
              <a:ext uri="{FF2B5EF4-FFF2-40B4-BE49-F238E27FC236}">
                <a16:creationId xmlns:a16="http://schemas.microsoft.com/office/drawing/2014/main" id="{F96A4DE9-D7F0-3ED7-4C5A-62CC32974557}"/>
              </a:ext>
            </a:extLst>
          </p:cNvPr>
          <p:cNvSpPr/>
          <p:nvPr userDrawn="1"/>
        </p:nvSpPr>
        <p:spPr>
          <a:xfrm>
            <a:off x="838200" y="773819"/>
            <a:ext cx="10244667" cy="76054"/>
          </a:xfrm>
          <a:prstGeom prst="rect">
            <a:avLst/>
          </a:prstGeom>
          <a:gradFill flip="none" rotWithShape="1">
            <a:gsLst>
              <a:gs pos="0">
                <a:schemeClr val="accent3">
                  <a:lumMod val="40000"/>
                  <a:lumOff val="60000"/>
                </a:schemeClr>
              </a:gs>
              <a:gs pos="100000">
                <a:schemeClr val="accent3">
                  <a:lumMod val="60000"/>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61" name="Picture 60">
            <a:extLst>
              <a:ext uri="{FF2B5EF4-FFF2-40B4-BE49-F238E27FC236}">
                <a16:creationId xmlns:a16="http://schemas.microsoft.com/office/drawing/2014/main" id="{1D40F12B-C8B7-47FD-9A66-8C604B484DC3}"/>
              </a:ext>
            </a:extLst>
          </p:cNvPr>
          <p:cNvPicPr>
            <a:picLocks noChangeAspect="1"/>
          </p:cNvPicPr>
          <p:nvPr userDrawn="1"/>
        </p:nvPicPr>
        <p:blipFill>
          <a:blip r:embed="rId3"/>
          <a:stretch>
            <a:fillRect/>
          </a:stretch>
        </p:blipFill>
        <p:spPr>
          <a:xfrm rot="16200000">
            <a:off x="-2349455" y="2334255"/>
            <a:ext cx="5240782" cy="541869"/>
          </a:xfrm>
          <a:prstGeom prst="rect">
            <a:avLst/>
          </a:prstGeom>
        </p:spPr>
      </p:pic>
    </p:spTree>
    <p:extLst>
      <p:ext uri="{BB962C8B-B14F-4D97-AF65-F5344CB8AC3E}">
        <p14:creationId xmlns:p14="http://schemas.microsoft.com/office/powerpoint/2010/main" val="3183705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361F7E-FD57-456B-9E1D-D84D10372E3A}" type="datetime1">
              <a:rPr lang="vi-VN" smtClean="0"/>
              <a:t>27/08/2025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1280117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AE75618-61FB-4D94-96B8-BAD5A8A7457A}" type="datetime1">
              <a:rPr lang="vi-VN" smtClean="0"/>
              <a:t>27/08/2025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1799743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CF10F2-F3BF-4562-89DD-2B10CBD3EE05}" type="datetime1">
              <a:rPr lang="vi-VN" smtClean="0"/>
              <a:t>27/08/2025</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3320883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FFDAE0-EA4F-42A1-B148-AD9AC22A56DF}" type="datetime1">
              <a:rPr lang="vi-VN" smtClean="0"/>
              <a:t>27/08/2025</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3692377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67A0B-B56F-4F52-BBCA-98B3D074167B}" type="datetime1">
              <a:rPr lang="vi-VN" smtClean="0"/>
              <a:t>27/08/2025</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10986131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2B3DE86-437B-42AF-8A10-BA5649300010}" type="datetime1">
              <a:rPr lang="vi-VN" smtClean="0"/>
              <a:t>27/08/2025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1097486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7BCE396-3CB5-4BA0-A842-49E646427416}" type="datetime1">
              <a:rPr lang="vi-VN" smtClean="0"/>
              <a:t>27/08/2025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2247578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B99CBF-0E0B-4833-8FCB-2A6D36E2DE7D}" type="datetime1">
              <a:rPr lang="vi-VN" smtClean="0"/>
              <a:t>27/08/2025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3726444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B81296-5D61-485A-8F80-0E9D6FAC6189}" type="datetime1">
              <a:rPr lang="vi-VN" smtClean="0"/>
              <a:t>27/08/2025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2346623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54927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985421"/>
            <a:ext cx="10515600" cy="51915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52245E8-9FF8-49CD-8CA9-21B3335B7E4A}" type="datetime1">
              <a:rPr lang="vi-VN" smtClean="0"/>
              <a:t>27/08/2025</a:t>
            </a:fld>
            <a:endParaRPr lang="vi-VN"/>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vi-VN"/>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44A9409-5B7A-4A68-9AEC-D10994391474}" type="slidenum">
              <a:rPr lang="vi-VN" smtClean="0"/>
              <a:t>‹#›</a:t>
            </a:fld>
            <a:endParaRPr lang="vi-VN"/>
          </a:p>
        </p:txBody>
      </p:sp>
    </p:spTree>
    <p:extLst>
      <p:ext uri="{BB962C8B-B14F-4D97-AF65-F5344CB8AC3E}">
        <p14:creationId xmlns:p14="http://schemas.microsoft.com/office/powerpoint/2010/main" val="16507586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F3735-88FE-51EE-7EA1-A930D1D9D4F9}"/>
              </a:ext>
            </a:extLst>
          </p:cNvPr>
          <p:cNvSpPr>
            <a:spLocks noGrp="1"/>
          </p:cNvSpPr>
          <p:nvPr>
            <p:ph type="ctrTitle"/>
          </p:nvPr>
        </p:nvSpPr>
        <p:spPr>
          <a:xfrm>
            <a:off x="1139687" y="0"/>
            <a:ext cx="5102087" cy="5274365"/>
          </a:xfrm>
        </p:spPr>
        <p:txBody>
          <a:bodyPr>
            <a:normAutofit/>
          </a:bodyPr>
          <a:lstStyle/>
          <a:p>
            <a:r>
              <a:rPr lang="en-US" b="1" dirty="0"/>
              <a:t>Chapter 8: Shift Registers </a:t>
            </a:r>
            <a:br>
              <a:rPr lang="en-US" b="1" dirty="0"/>
            </a:br>
            <a:br>
              <a:rPr lang="en-US" b="1" dirty="0"/>
            </a:br>
            <a:br>
              <a:rPr lang="en-US" b="1" dirty="0"/>
            </a:br>
            <a:endParaRPr lang="vi-VN" b="1" dirty="0"/>
          </a:p>
        </p:txBody>
      </p:sp>
      <p:sp>
        <p:nvSpPr>
          <p:cNvPr id="3" name="Slide Number Placeholder 2">
            <a:extLst>
              <a:ext uri="{FF2B5EF4-FFF2-40B4-BE49-F238E27FC236}">
                <a16:creationId xmlns:a16="http://schemas.microsoft.com/office/drawing/2014/main" id="{FD31127D-97D4-0200-8E17-A46606337B08}"/>
              </a:ext>
            </a:extLst>
          </p:cNvPr>
          <p:cNvSpPr>
            <a:spLocks noGrp="1"/>
          </p:cNvSpPr>
          <p:nvPr>
            <p:ph type="sldNum" sz="quarter" idx="12"/>
          </p:nvPr>
        </p:nvSpPr>
        <p:spPr/>
        <p:txBody>
          <a:bodyPr/>
          <a:lstStyle/>
          <a:p>
            <a:fld id="{644A9409-5B7A-4A68-9AEC-D10994391474}" type="slidenum">
              <a:rPr lang="vi-VN" smtClean="0"/>
              <a:t>1</a:t>
            </a:fld>
            <a:endParaRPr lang="vi-VN"/>
          </a:p>
        </p:txBody>
      </p:sp>
    </p:spTree>
    <p:extLst>
      <p:ext uri="{BB962C8B-B14F-4D97-AF65-F5344CB8AC3E}">
        <p14:creationId xmlns:p14="http://schemas.microsoft.com/office/powerpoint/2010/main" val="3190321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30AE8-0EBE-B0C5-28F2-79A2A6992611}"/>
              </a:ext>
            </a:extLst>
          </p:cNvPr>
          <p:cNvSpPr>
            <a:spLocks noGrp="1"/>
          </p:cNvSpPr>
          <p:nvPr>
            <p:ph type="title"/>
          </p:nvPr>
        </p:nvSpPr>
        <p:spPr>
          <a:xfrm>
            <a:off x="838200" y="217305"/>
            <a:ext cx="9201150" cy="549274"/>
          </a:xfrm>
        </p:spPr>
        <p:txBody>
          <a:bodyPr/>
          <a:lstStyle/>
          <a:p>
            <a:pPr lvl="0"/>
            <a:r>
              <a:rPr lang="en-US" dirty="0">
                <a:solidFill>
                  <a:srgbClr val="FF0000"/>
                </a:solidFill>
              </a:rPr>
              <a:t>Chapter Objectives</a:t>
            </a:r>
            <a:endParaRPr lang="vi-VN" dirty="0">
              <a:solidFill>
                <a:srgbClr val="FF0000"/>
              </a:solidFill>
            </a:endParaRPr>
          </a:p>
        </p:txBody>
      </p:sp>
      <p:sp>
        <p:nvSpPr>
          <p:cNvPr id="5" name="Content Placeholder 4">
            <a:extLst>
              <a:ext uri="{FF2B5EF4-FFF2-40B4-BE49-F238E27FC236}">
                <a16:creationId xmlns:a16="http://schemas.microsoft.com/office/drawing/2014/main" id="{4E559ED8-6E89-4441-A9DB-262BE34597F6}"/>
              </a:ext>
            </a:extLst>
          </p:cNvPr>
          <p:cNvSpPr>
            <a:spLocks noGrp="1"/>
          </p:cNvSpPr>
          <p:nvPr>
            <p:ph idx="1"/>
          </p:nvPr>
        </p:nvSpPr>
        <p:spPr>
          <a:xfrm>
            <a:off x="838200" y="1037230"/>
            <a:ext cx="11181522" cy="5501684"/>
          </a:xfrm>
        </p:spPr>
        <p:txBody>
          <a:bodyPr>
            <a:noAutofit/>
          </a:bodyPr>
          <a:lstStyle/>
          <a:p>
            <a:pPr marL="0" indent="0" algn="just">
              <a:spcBef>
                <a:spcPts val="0"/>
              </a:spcBef>
              <a:spcAft>
                <a:spcPts val="1800"/>
              </a:spcAft>
              <a:buNone/>
            </a:pPr>
            <a:r>
              <a:rPr lang="en-US" sz="2400" b="1" i="1" dirty="0">
                <a:solidFill>
                  <a:schemeClr val="tx2">
                    <a:lumMod val="50000"/>
                    <a:lumOff val="50000"/>
                  </a:schemeClr>
                </a:solidFill>
                <a:latin typeface="Aptos (Body)"/>
              </a:rPr>
              <a:t>After studying this chapter, students should be able to:</a:t>
            </a:r>
          </a:p>
          <a:p>
            <a:pPr marL="0" marR="0"/>
            <a:r>
              <a:rPr lang="en-US" dirty="0">
                <a:effectLst/>
                <a:latin typeface="Aptos (Body)"/>
                <a:ea typeface="Times New Roman" panose="02020603050405020304" pitchFamily="18" charset="0"/>
              </a:rPr>
              <a:t>Identify the basic forms of data movement in shift registers.</a:t>
            </a:r>
          </a:p>
          <a:p>
            <a:pPr marL="0" marR="0"/>
            <a:r>
              <a:rPr lang="en-US" dirty="0">
                <a:effectLst/>
                <a:latin typeface="Aptos (Body)"/>
                <a:ea typeface="Times New Roman" panose="02020603050405020304" pitchFamily="18" charset="0"/>
              </a:rPr>
              <a:t>Explain the operation of serial-in/serial-out, serial-in/parallel-out, parallel-in/serial-out, and parallel-in/parallel-out shift registers.</a:t>
            </a:r>
          </a:p>
          <a:p>
            <a:pPr marL="0" marR="0"/>
            <a:r>
              <a:rPr lang="en-US" dirty="0">
                <a:effectLst/>
                <a:latin typeface="Aptos (Body)"/>
                <a:ea typeface="Times New Roman" panose="02020603050405020304" pitchFamily="18" charset="0"/>
              </a:rPr>
              <a:t>Describe how a bidirectional shift register works and set up a Johnson counter or a ring counter from a shift register.</a:t>
            </a:r>
          </a:p>
          <a:p>
            <a:pPr marL="0" marR="0"/>
            <a:r>
              <a:rPr lang="en-US" dirty="0">
                <a:effectLst/>
                <a:latin typeface="Aptos (Body)"/>
                <a:ea typeface="Times New Roman" panose="02020603050405020304" pitchFamily="18" charset="0"/>
              </a:rPr>
              <a:t>Use a shift register as a time-delay device or a shift-register-controlled keyboard encoder.</a:t>
            </a:r>
          </a:p>
          <a:p>
            <a:pPr marL="0" marR="0"/>
            <a:r>
              <a:rPr lang="en-US" dirty="0">
                <a:effectLst/>
                <a:latin typeface="Aptos (Body)"/>
                <a:ea typeface="Times New Roman" panose="02020603050405020304" pitchFamily="18" charset="0"/>
              </a:rPr>
              <a:t>Apply shift registers to implement serial-to-parallel data conversion.</a:t>
            </a:r>
          </a:p>
          <a:p>
            <a:pPr marL="0" marR="0"/>
            <a:r>
              <a:rPr lang="en-US" dirty="0">
                <a:effectLst/>
                <a:latin typeface="Aptos (Body)"/>
                <a:ea typeface="Times New Roman" panose="02020603050405020304" pitchFamily="18" charset="0"/>
              </a:rPr>
              <a:t>Interpret ANSI/IEEE Standard 91-1984 shift register symbols and use shift registers in system applications.</a:t>
            </a:r>
          </a:p>
          <a:p>
            <a:pPr marL="0" marR="0" indent="0">
              <a:lnSpc>
                <a:spcPct val="107000"/>
              </a:lnSpc>
              <a:spcBef>
                <a:spcPts val="0"/>
              </a:spcBef>
              <a:spcAft>
                <a:spcPts val="800"/>
              </a:spcAft>
              <a:buNone/>
            </a:pPr>
            <a:endParaRPr lang="en-US" sz="2100" dirty="0">
              <a:effectLst/>
              <a:latin typeface="Aptos (Body)"/>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2100" dirty="0">
              <a:effectLst/>
              <a:latin typeface="Aptos (Body)"/>
              <a:ea typeface="Calibri" panose="020F0502020204030204" pitchFamily="34" charset="0"/>
              <a:cs typeface="Times New Roman" panose="02020603050405020304" pitchFamily="18" charset="0"/>
            </a:endParaRPr>
          </a:p>
          <a:p>
            <a:pPr marL="0" indent="0">
              <a:lnSpc>
                <a:spcPct val="107000"/>
              </a:lnSpc>
              <a:spcBef>
                <a:spcPts val="0"/>
              </a:spcBef>
              <a:buNone/>
            </a:pPr>
            <a:endParaRPr lang="en-US" sz="2100" dirty="0">
              <a:solidFill>
                <a:srgbClr val="0D0D0D"/>
              </a:solidFill>
              <a:latin typeface="Aptos (Body)"/>
            </a:endParaRPr>
          </a:p>
        </p:txBody>
      </p:sp>
      <p:sp>
        <p:nvSpPr>
          <p:cNvPr id="8" name="Content Placeholder 8">
            <a:extLst>
              <a:ext uri="{FF2B5EF4-FFF2-40B4-BE49-F238E27FC236}">
                <a16:creationId xmlns:a16="http://schemas.microsoft.com/office/drawing/2014/main" id="{7B9C3314-EA8F-4264-A427-B52B4ED40BA8}"/>
              </a:ext>
            </a:extLst>
          </p:cNvPr>
          <p:cNvSpPr txBox="1">
            <a:spLocks/>
          </p:cNvSpPr>
          <p:nvPr/>
        </p:nvSpPr>
        <p:spPr>
          <a:xfrm>
            <a:off x="2152650" y="3941529"/>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3" name="Slide Number Placeholder 2">
            <a:extLst>
              <a:ext uri="{FF2B5EF4-FFF2-40B4-BE49-F238E27FC236}">
                <a16:creationId xmlns:a16="http://schemas.microsoft.com/office/drawing/2014/main" id="{4BBDAF8E-AF0A-A556-8FFA-586CA276C873}"/>
              </a:ext>
            </a:extLst>
          </p:cNvPr>
          <p:cNvSpPr>
            <a:spLocks noGrp="1"/>
          </p:cNvSpPr>
          <p:nvPr>
            <p:ph type="sldNum" sz="quarter" idx="12"/>
          </p:nvPr>
        </p:nvSpPr>
        <p:spPr/>
        <p:txBody>
          <a:bodyPr/>
          <a:lstStyle/>
          <a:p>
            <a:fld id="{644A9409-5B7A-4A68-9AEC-D10994391474}" type="slidenum">
              <a:rPr lang="vi-VN" smtClean="0"/>
              <a:t>2</a:t>
            </a:fld>
            <a:endParaRPr lang="vi-VN"/>
          </a:p>
        </p:txBody>
      </p:sp>
    </p:spTree>
    <p:extLst>
      <p:ext uri="{BB962C8B-B14F-4D97-AF65-F5344CB8AC3E}">
        <p14:creationId xmlns:p14="http://schemas.microsoft.com/office/powerpoint/2010/main" val="20424247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30AE8-0EBE-B0C5-28F2-79A2A6992611}"/>
              </a:ext>
            </a:extLst>
          </p:cNvPr>
          <p:cNvSpPr>
            <a:spLocks noGrp="1"/>
          </p:cNvSpPr>
          <p:nvPr>
            <p:ph type="title"/>
          </p:nvPr>
        </p:nvSpPr>
        <p:spPr>
          <a:xfrm>
            <a:off x="781878" y="217305"/>
            <a:ext cx="9257472" cy="549274"/>
          </a:xfrm>
        </p:spPr>
        <p:txBody>
          <a:bodyPr/>
          <a:lstStyle/>
          <a:p>
            <a:pPr lvl="0"/>
            <a:r>
              <a:rPr lang="en-US" dirty="0">
                <a:solidFill>
                  <a:srgbClr val="FF0000"/>
                </a:solidFill>
              </a:rPr>
              <a:t>Chapter Outline</a:t>
            </a:r>
            <a:endParaRPr lang="vi-VN" dirty="0">
              <a:solidFill>
                <a:srgbClr val="FF0000"/>
              </a:solidFill>
            </a:endParaRPr>
          </a:p>
        </p:txBody>
      </p:sp>
      <p:sp>
        <p:nvSpPr>
          <p:cNvPr id="5" name="Content Placeholder 4">
            <a:extLst>
              <a:ext uri="{FF2B5EF4-FFF2-40B4-BE49-F238E27FC236}">
                <a16:creationId xmlns:a16="http://schemas.microsoft.com/office/drawing/2014/main" id="{4E559ED8-6E89-4441-A9DB-262BE34597F6}"/>
              </a:ext>
            </a:extLst>
          </p:cNvPr>
          <p:cNvSpPr>
            <a:spLocks noGrp="1"/>
          </p:cNvSpPr>
          <p:nvPr>
            <p:ph idx="1"/>
          </p:nvPr>
        </p:nvSpPr>
        <p:spPr>
          <a:xfrm>
            <a:off x="1179443" y="1179442"/>
            <a:ext cx="10349948" cy="4969567"/>
          </a:xfrm>
        </p:spPr>
        <p:txBody>
          <a:bodyPr>
            <a:noAutofit/>
          </a:bodyPr>
          <a:lstStyle/>
          <a:p>
            <a:pPr marL="0" marR="0" indent="0">
              <a:lnSpc>
                <a:spcPct val="150000"/>
              </a:lnSpc>
              <a:buNone/>
            </a:pPr>
            <a:r>
              <a:rPr lang="en-US" dirty="0">
                <a:latin typeface="Aptos (Body)"/>
              </a:rPr>
              <a:t>8.1: Shift Register Operations</a:t>
            </a:r>
            <a:br>
              <a:rPr lang="en-US" dirty="0">
                <a:latin typeface="Aptos (Body)"/>
              </a:rPr>
            </a:br>
            <a:r>
              <a:rPr lang="en-US" dirty="0">
                <a:latin typeface="Aptos (Body)"/>
              </a:rPr>
              <a:t>8.2: Types of Shift Register Data I/</a:t>
            </a:r>
            <a:r>
              <a:rPr lang="en-US" dirty="0" err="1">
                <a:latin typeface="Aptos (Body)"/>
              </a:rPr>
              <a:t>Os</a:t>
            </a:r>
            <a:br>
              <a:rPr lang="en-US" dirty="0">
                <a:latin typeface="Aptos (Body)"/>
              </a:rPr>
            </a:br>
            <a:r>
              <a:rPr lang="en-US" dirty="0">
                <a:latin typeface="Aptos (Body)"/>
              </a:rPr>
              <a:t>8.3: Bidirectional Shift Registers</a:t>
            </a:r>
            <a:br>
              <a:rPr lang="en-US" dirty="0">
                <a:latin typeface="Aptos (Body)"/>
              </a:rPr>
            </a:br>
            <a:r>
              <a:rPr lang="en-US" dirty="0">
                <a:latin typeface="Aptos (Body)"/>
              </a:rPr>
              <a:t>8.4: Shift Register Counters</a:t>
            </a:r>
            <a:br>
              <a:rPr lang="en-US" dirty="0">
                <a:latin typeface="Aptos (Body)"/>
              </a:rPr>
            </a:br>
            <a:r>
              <a:rPr lang="en-US" dirty="0">
                <a:latin typeface="Aptos (Body)"/>
              </a:rPr>
              <a:t>8.5: Shift Register Applications</a:t>
            </a:r>
            <a:br>
              <a:rPr lang="en-US" dirty="0">
                <a:latin typeface="Aptos (Body)"/>
              </a:rPr>
            </a:br>
            <a:r>
              <a:rPr lang="en-US" dirty="0">
                <a:latin typeface="Aptos (Body)"/>
              </a:rPr>
              <a:t>8.6: Logic Symbols with Dependency Notation</a:t>
            </a:r>
          </a:p>
          <a:p>
            <a:pPr marL="0" indent="0">
              <a:lnSpc>
                <a:spcPct val="150000"/>
              </a:lnSpc>
              <a:spcBef>
                <a:spcPts val="0"/>
              </a:spcBef>
              <a:spcAft>
                <a:spcPts val="1200"/>
              </a:spcAft>
              <a:buNone/>
            </a:pPr>
            <a:r>
              <a:rPr lang="en-US" dirty="0">
                <a:solidFill>
                  <a:schemeClr val="tx2">
                    <a:lumMod val="75000"/>
                    <a:lumOff val="25000"/>
                  </a:schemeClr>
                </a:solidFill>
                <a:latin typeface="Aptos (Body)"/>
              </a:rPr>
              <a:t>Multiple-choice test and Problems</a:t>
            </a:r>
          </a:p>
        </p:txBody>
      </p:sp>
      <p:sp>
        <p:nvSpPr>
          <p:cNvPr id="3" name="Slide Number Placeholder 2">
            <a:extLst>
              <a:ext uri="{FF2B5EF4-FFF2-40B4-BE49-F238E27FC236}">
                <a16:creationId xmlns:a16="http://schemas.microsoft.com/office/drawing/2014/main" id="{C895D3F3-2FA5-0262-798E-21155E410D60}"/>
              </a:ext>
            </a:extLst>
          </p:cNvPr>
          <p:cNvSpPr>
            <a:spLocks noGrp="1"/>
          </p:cNvSpPr>
          <p:nvPr>
            <p:ph type="sldNum" sz="quarter" idx="12"/>
          </p:nvPr>
        </p:nvSpPr>
        <p:spPr/>
        <p:txBody>
          <a:bodyPr/>
          <a:lstStyle/>
          <a:p>
            <a:fld id="{644A9409-5B7A-4A68-9AEC-D10994391474}" type="slidenum">
              <a:rPr lang="vi-VN" smtClean="0"/>
              <a:t>3</a:t>
            </a:fld>
            <a:endParaRPr lang="vi-VN"/>
          </a:p>
        </p:txBody>
      </p:sp>
    </p:spTree>
    <p:extLst>
      <p:ext uri="{BB962C8B-B14F-4D97-AF65-F5344CB8AC3E}">
        <p14:creationId xmlns:p14="http://schemas.microsoft.com/office/powerpoint/2010/main" val="1501905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8.1: Shift Register Operations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205948"/>
            <a:ext cx="11065564" cy="5129540"/>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Shift registers </a:t>
            </a:r>
            <a:r>
              <a:rPr lang="en-US" dirty="0">
                <a:solidFill>
                  <a:srgbClr val="242021"/>
                </a:solidFill>
                <a:latin typeface="Aptos (Body)"/>
              </a:rPr>
              <a:t>consist of arrangements of flip-flops and are important in applications involving the storage and transfer of data in a digital system. </a:t>
            </a:r>
            <a:endParaRPr lang="en-US"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4</a:t>
            </a:fld>
            <a:endParaRPr lang="vi-VN" dirty="0"/>
          </a:p>
        </p:txBody>
      </p:sp>
      <p:pic>
        <p:nvPicPr>
          <p:cNvPr id="5" name="Picture 4">
            <a:extLst>
              <a:ext uri="{FF2B5EF4-FFF2-40B4-BE49-F238E27FC236}">
                <a16:creationId xmlns:a16="http://schemas.microsoft.com/office/drawing/2014/main" id="{43C43C2B-F127-4F80-923E-1FD0797D0849}"/>
              </a:ext>
            </a:extLst>
          </p:cNvPr>
          <p:cNvPicPr>
            <a:picLocks noChangeAspect="1"/>
          </p:cNvPicPr>
          <p:nvPr/>
        </p:nvPicPr>
        <p:blipFill>
          <a:blip r:embed="rId2"/>
          <a:stretch>
            <a:fillRect/>
          </a:stretch>
        </p:blipFill>
        <p:spPr>
          <a:xfrm>
            <a:off x="596346" y="2552157"/>
            <a:ext cx="11438887" cy="3007130"/>
          </a:xfrm>
          <a:prstGeom prst="rect">
            <a:avLst/>
          </a:prstGeom>
        </p:spPr>
      </p:pic>
    </p:spTree>
    <p:extLst>
      <p:ext uri="{BB962C8B-B14F-4D97-AF65-F5344CB8AC3E}">
        <p14:creationId xmlns:p14="http://schemas.microsoft.com/office/powerpoint/2010/main" val="4016505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8.1: Shift Register Operations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The shift capability </a:t>
            </a:r>
            <a:r>
              <a:rPr lang="en-US" dirty="0">
                <a:solidFill>
                  <a:srgbClr val="242021"/>
                </a:solidFill>
                <a:latin typeface="Aptos (Body)"/>
              </a:rPr>
              <a:t>of a register permits the movement of data from stage to stage within the register or into or out of the register upon application of clock pulses. </a:t>
            </a:r>
            <a:br>
              <a:rPr lang="en-US" sz="1600" dirty="0"/>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5</a:t>
            </a:fld>
            <a:endParaRPr lang="vi-VN" dirty="0"/>
          </a:p>
        </p:txBody>
      </p:sp>
      <p:pic>
        <p:nvPicPr>
          <p:cNvPr id="3" name="Picture 2">
            <a:extLst>
              <a:ext uri="{FF2B5EF4-FFF2-40B4-BE49-F238E27FC236}">
                <a16:creationId xmlns:a16="http://schemas.microsoft.com/office/drawing/2014/main" id="{2660EADB-8997-4EB7-8FF6-8B5B48802A9D}"/>
              </a:ext>
            </a:extLst>
          </p:cNvPr>
          <p:cNvPicPr>
            <a:picLocks noChangeAspect="1"/>
          </p:cNvPicPr>
          <p:nvPr/>
        </p:nvPicPr>
        <p:blipFill>
          <a:blip r:embed="rId2"/>
          <a:stretch>
            <a:fillRect/>
          </a:stretch>
        </p:blipFill>
        <p:spPr>
          <a:xfrm>
            <a:off x="543338" y="1839061"/>
            <a:ext cx="11012558" cy="5030006"/>
          </a:xfrm>
          <a:prstGeom prst="rect">
            <a:avLst/>
          </a:prstGeom>
        </p:spPr>
      </p:pic>
    </p:spTree>
    <p:extLst>
      <p:ext uri="{BB962C8B-B14F-4D97-AF65-F5344CB8AC3E}">
        <p14:creationId xmlns:p14="http://schemas.microsoft.com/office/powerpoint/2010/main" val="1229134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8.2: Types of Shift Register Data I/</a:t>
            </a:r>
            <a:r>
              <a:rPr lang="en-US" sz="2800" b="1" dirty="0" err="1">
                <a:solidFill>
                  <a:srgbClr val="FF0000"/>
                </a:solidFill>
                <a:latin typeface="+mj-lt"/>
                <a:ea typeface="+mj-ea"/>
                <a:cs typeface="+mj-cs"/>
              </a:rPr>
              <a:t>Os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54157"/>
            <a:ext cx="10774018" cy="5381331"/>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Serial In/Serial Out Shift Registers</a:t>
            </a:r>
            <a:br>
              <a:rPr lang="en-US" sz="1800" b="0" i="0" dirty="0">
                <a:solidFill>
                  <a:srgbClr val="00803E"/>
                </a:solidFill>
                <a:effectLst/>
                <a:latin typeface="Helvetica" panose="020B0604020202020204" pitchFamily="34" charset="0"/>
              </a:rPr>
            </a:br>
            <a:r>
              <a:rPr lang="en-US" dirty="0">
                <a:solidFill>
                  <a:srgbClr val="242021"/>
                </a:solidFill>
                <a:latin typeface="Aptos (Body)"/>
              </a:rPr>
              <a:t>The serial in/serial out shift register accepts data serially—that is, one bit at a time on a single line. It produces the stored information on its output also in serial form. Let’s first look at the serial entry of data into a typical shift register. </a:t>
            </a:r>
            <a:br>
              <a:rPr lang="en-US" sz="2100" dirty="0">
                <a:solidFill>
                  <a:srgbClr val="242021"/>
                </a:solidFill>
                <a:latin typeface="Aptos (Body)"/>
              </a:rPr>
            </a:br>
            <a:br>
              <a:rPr lang="en-US" sz="1600" dirty="0"/>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6</a:t>
            </a:fld>
            <a:endParaRPr lang="vi-VN" dirty="0"/>
          </a:p>
        </p:txBody>
      </p:sp>
      <p:pic>
        <p:nvPicPr>
          <p:cNvPr id="5" name="Picture 4">
            <a:extLst>
              <a:ext uri="{FF2B5EF4-FFF2-40B4-BE49-F238E27FC236}">
                <a16:creationId xmlns:a16="http://schemas.microsoft.com/office/drawing/2014/main" id="{4797E139-F243-4E7E-880A-A15E94B0CB04}"/>
              </a:ext>
            </a:extLst>
          </p:cNvPr>
          <p:cNvPicPr>
            <a:picLocks noChangeAspect="1"/>
          </p:cNvPicPr>
          <p:nvPr/>
        </p:nvPicPr>
        <p:blipFill>
          <a:blip r:embed="rId2"/>
          <a:stretch>
            <a:fillRect/>
          </a:stretch>
        </p:blipFill>
        <p:spPr>
          <a:xfrm>
            <a:off x="513935" y="2401220"/>
            <a:ext cx="7353449" cy="2703474"/>
          </a:xfrm>
          <a:prstGeom prst="rect">
            <a:avLst/>
          </a:prstGeom>
        </p:spPr>
      </p:pic>
      <p:pic>
        <p:nvPicPr>
          <p:cNvPr id="7" name="Picture 6">
            <a:extLst>
              <a:ext uri="{FF2B5EF4-FFF2-40B4-BE49-F238E27FC236}">
                <a16:creationId xmlns:a16="http://schemas.microsoft.com/office/drawing/2014/main" id="{257C47D6-B2F6-456E-9E17-669C9A71A08C}"/>
              </a:ext>
            </a:extLst>
          </p:cNvPr>
          <p:cNvPicPr>
            <a:picLocks noChangeAspect="1"/>
          </p:cNvPicPr>
          <p:nvPr/>
        </p:nvPicPr>
        <p:blipFill>
          <a:blip r:embed="rId3"/>
          <a:stretch>
            <a:fillRect/>
          </a:stretch>
        </p:blipFill>
        <p:spPr>
          <a:xfrm>
            <a:off x="7925767" y="2306163"/>
            <a:ext cx="4227165" cy="2021687"/>
          </a:xfrm>
          <a:prstGeom prst="rect">
            <a:avLst/>
          </a:prstGeom>
        </p:spPr>
      </p:pic>
      <p:pic>
        <p:nvPicPr>
          <p:cNvPr id="8" name="Picture 7">
            <a:extLst>
              <a:ext uri="{FF2B5EF4-FFF2-40B4-BE49-F238E27FC236}">
                <a16:creationId xmlns:a16="http://schemas.microsoft.com/office/drawing/2014/main" id="{2FDDBF68-5CAD-4C1E-82D4-E2573E55A271}"/>
              </a:ext>
            </a:extLst>
          </p:cNvPr>
          <p:cNvPicPr>
            <a:picLocks noChangeAspect="1"/>
          </p:cNvPicPr>
          <p:nvPr/>
        </p:nvPicPr>
        <p:blipFill>
          <a:blip r:embed="rId4"/>
          <a:stretch>
            <a:fillRect/>
          </a:stretch>
        </p:blipFill>
        <p:spPr>
          <a:xfrm>
            <a:off x="7869408" y="4425976"/>
            <a:ext cx="4339882" cy="2169941"/>
          </a:xfrm>
          <a:prstGeom prst="rect">
            <a:avLst/>
          </a:prstGeom>
        </p:spPr>
      </p:pic>
      <p:pic>
        <p:nvPicPr>
          <p:cNvPr id="9" name="Picture 8">
            <a:extLst>
              <a:ext uri="{FF2B5EF4-FFF2-40B4-BE49-F238E27FC236}">
                <a16:creationId xmlns:a16="http://schemas.microsoft.com/office/drawing/2014/main" id="{0D16AD13-B790-4DA3-9C1B-B0392AB5A255}"/>
              </a:ext>
            </a:extLst>
          </p:cNvPr>
          <p:cNvPicPr>
            <a:picLocks noChangeAspect="1"/>
          </p:cNvPicPr>
          <p:nvPr/>
        </p:nvPicPr>
        <p:blipFill>
          <a:blip r:embed="rId5"/>
          <a:stretch>
            <a:fillRect/>
          </a:stretch>
        </p:blipFill>
        <p:spPr>
          <a:xfrm>
            <a:off x="1051919" y="5250146"/>
            <a:ext cx="6873848" cy="1606201"/>
          </a:xfrm>
          <a:prstGeom prst="rect">
            <a:avLst/>
          </a:prstGeom>
        </p:spPr>
      </p:pic>
    </p:spTree>
    <p:extLst>
      <p:ext uri="{BB962C8B-B14F-4D97-AF65-F5344CB8AC3E}">
        <p14:creationId xmlns:p14="http://schemas.microsoft.com/office/powerpoint/2010/main" val="1254328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8.2: Types of Shift Register Data I/</a:t>
            </a:r>
            <a:r>
              <a:rPr lang="en-US" sz="2800" b="1" dirty="0" err="1">
                <a:solidFill>
                  <a:srgbClr val="FF0000"/>
                </a:solidFill>
                <a:latin typeface="+mj-lt"/>
                <a:ea typeface="+mj-ea"/>
                <a:cs typeface="+mj-cs"/>
              </a:rPr>
              <a:t>Os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54157"/>
            <a:ext cx="10774018" cy="5381331"/>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Serial In/Parallel Out Shift Registers</a:t>
            </a:r>
            <a:br>
              <a:rPr lang="en-US" b="1" i="1" dirty="0">
                <a:solidFill>
                  <a:schemeClr val="tx2">
                    <a:lumMod val="50000"/>
                    <a:lumOff val="50000"/>
                  </a:schemeClr>
                </a:solidFill>
                <a:latin typeface="Aptos (Body)"/>
              </a:rPr>
            </a:br>
            <a:r>
              <a:rPr lang="en-US" dirty="0">
                <a:solidFill>
                  <a:srgbClr val="242021"/>
                </a:solidFill>
                <a:latin typeface="Aptos (Body)"/>
              </a:rPr>
              <a:t>Data bits are entered serially (least-significant bit first) into a serial in/parallel out shift register in the same manner as in serial in/serial out registers. The difference is the way in which the data bits are taken out of the register; in the parallel output register, the output of each stage is available. </a:t>
            </a:r>
            <a:br>
              <a:rPr lang="en-US" sz="2100" dirty="0">
                <a:solidFill>
                  <a:srgbClr val="242021"/>
                </a:solidFill>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7</a:t>
            </a:fld>
            <a:endParaRPr lang="vi-VN" dirty="0"/>
          </a:p>
        </p:txBody>
      </p:sp>
      <p:pic>
        <p:nvPicPr>
          <p:cNvPr id="3" name="Picture 2">
            <a:extLst>
              <a:ext uri="{FF2B5EF4-FFF2-40B4-BE49-F238E27FC236}">
                <a16:creationId xmlns:a16="http://schemas.microsoft.com/office/drawing/2014/main" id="{37EB351A-8C25-4EF1-A095-E3363605DD5D}"/>
              </a:ext>
            </a:extLst>
          </p:cNvPr>
          <p:cNvPicPr>
            <a:picLocks noChangeAspect="1"/>
          </p:cNvPicPr>
          <p:nvPr/>
        </p:nvPicPr>
        <p:blipFill>
          <a:blip r:embed="rId2"/>
          <a:stretch>
            <a:fillRect/>
          </a:stretch>
        </p:blipFill>
        <p:spPr>
          <a:xfrm>
            <a:off x="1663980" y="3170830"/>
            <a:ext cx="8864040" cy="3164658"/>
          </a:xfrm>
          <a:prstGeom prst="rect">
            <a:avLst/>
          </a:prstGeom>
        </p:spPr>
      </p:pic>
    </p:spTree>
    <p:extLst>
      <p:ext uri="{BB962C8B-B14F-4D97-AF65-F5344CB8AC3E}">
        <p14:creationId xmlns:p14="http://schemas.microsoft.com/office/powerpoint/2010/main" val="2152870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8.2: Types of Shift Register Data I/</a:t>
            </a:r>
            <a:r>
              <a:rPr lang="en-US" sz="2800" b="1" dirty="0" err="1">
                <a:solidFill>
                  <a:srgbClr val="FF0000"/>
                </a:solidFill>
                <a:latin typeface="+mj-lt"/>
                <a:ea typeface="+mj-ea"/>
                <a:cs typeface="+mj-cs"/>
              </a:rPr>
              <a:t>Os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81195"/>
            <a:ext cx="10774018" cy="5354293"/>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Parallel In/Serial Out Shift Registers</a:t>
            </a:r>
            <a:br>
              <a:rPr lang="en-US" b="0" i="0" dirty="0">
                <a:solidFill>
                  <a:srgbClr val="00803E"/>
                </a:solidFill>
                <a:effectLst/>
                <a:latin typeface="Helvetica" panose="020B0604020202020204" pitchFamily="34" charset="0"/>
              </a:rPr>
            </a:br>
            <a:r>
              <a:rPr lang="en-US" dirty="0">
                <a:solidFill>
                  <a:srgbClr val="242021"/>
                </a:solidFill>
                <a:latin typeface="Aptos (Body)"/>
              </a:rPr>
              <a:t>For a register with parallel data inputs, the bits are entered simultaneously into their respective stages on parallel lines rather than on a bit-by-bit basis on one line as with serial data inputs. The serial output is the same as in serial in/serial out shift registers, once the data are completely stored in the register. </a:t>
            </a:r>
            <a:br>
              <a:rPr lang="en-US" sz="1600" dirty="0"/>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8</a:t>
            </a:fld>
            <a:endParaRPr lang="vi-VN" dirty="0"/>
          </a:p>
        </p:txBody>
      </p:sp>
      <p:pic>
        <p:nvPicPr>
          <p:cNvPr id="3" name="Picture 2">
            <a:extLst>
              <a:ext uri="{FF2B5EF4-FFF2-40B4-BE49-F238E27FC236}">
                <a16:creationId xmlns:a16="http://schemas.microsoft.com/office/drawing/2014/main" id="{91FCC311-F611-45D7-97EE-3518A550CF5A}"/>
              </a:ext>
            </a:extLst>
          </p:cNvPr>
          <p:cNvPicPr>
            <a:picLocks noChangeAspect="1"/>
          </p:cNvPicPr>
          <p:nvPr/>
        </p:nvPicPr>
        <p:blipFill>
          <a:blip r:embed="rId2"/>
          <a:stretch>
            <a:fillRect/>
          </a:stretch>
        </p:blipFill>
        <p:spPr>
          <a:xfrm>
            <a:off x="534466" y="2910213"/>
            <a:ext cx="6455018" cy="3513081"/>
          </a:xfrm>
          <a:prstGeom prst="rect">
            <a:avLst/>
          </a:prstGeom>
        </p:spPr>
      </p:pic>
      <p:pic>
        <p:nvPicPr>
          <p:cNvPr id="5" name="Picture 4">
            <a:extLst>
              <a:ext uri="{FF2B5EF4-FFF2-40B4-BE49-F238E27FC236}">
                <a16:creationId xmlns:a16="http://schemas.microsoft.com/office/drawing/2014/main" id="{6013B1AB-A7C8-4F1E-BD95-22D667E323C4}"/>
              </a:ext>
            </a:extLst>
          </p:cNvPr>
          <p:cNvPicPr>
            <a:picLocks noChangeAspect="1"/>
          </p:cNvPicPr>
          <p:nvPr/>
        </p:nvPicPr>
        <p:blipFill>
          <a:blip r:embed="rId3"/>
          <a:stretch>
            <a:fillRect/>
          </a:stretch>
        </p:blipFill>
        <p:spPr>
          <a:xfrm>
            <a:off x="7329662" y="3658341"/>
            <a:ext cx="4314331" cy="1938130"/>
          </a:xfrm>
          <a:prstGeom prst="rect">
            <a:avLst/>
          </a:prstGeom>
        </p:spPr>
      </p:pic>
      <p:pic>
        <p:nvPicPr>
          <p:cNvPr id="7" name="Picture 6">
            <a:extLst>
              <a:ext uri="{FF2B5EF4-FFF2-40B4-BE49-F238E27FC236}">
                <a16:creationId xmlns:a16="http://schemas.microsoft.com/office/drawing/2014/main" id="{324AE20A-4915-4D9E-B961-51298E431CE2}"/>
              </a:ext>
            </a:extLst>
          </p:cNvPr>
          <p:cNvPicPr>
            <a:picLocks noChangeAspect="1"/>
          </p:cNvPicPr>
          <p:nvPr/>
        </p:nvPicPr>
        <p:blipFill>
          <a:blip r:embed="rId4"/>
          <a:stretch>
            <a:fillRect/>
          </a:stretch>
        </p:blipFill>
        <p:spPr>
          <a:xfrm>
            <a:off x="4271580" y="6296485"/>
            <a:ext cx="6461984" cy="579741"/>
          </a:xfrm>
          <a:prstGeom prst="rect">
            <a:avLst/>
          </a:prstGeom>
        </p:spPr>
      </p:pic>
    </p:spTree>
    <p:extLst>
      <p:ext uri="{BB962C8B-B14F-4D97-AF65-F5344CB8AC3E}">
        <p14:creationId xmlns:p14="http://schemas.microsoft.com/office/powerpoint/2010/main" val="943174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8.2: Types of Shift Register Data I/</a:t>
            </a:r>
            <a:r>
              <a:rPr lang="en-US" sz="2800" b="1" dirty="0" err="1">
                <a:solidFill>
                  <a:srgbClr val="FF0000"/>
                </a:solidFill>
                <a:latin typeface="+mj-lt"/>
                <a:ea typeface="+mj-ea"/>
                <a:cs typeface="+mj-cs"/>
              </a:rPr>
              <a:t>Os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Parallel In/Parallel Out Shift Registers</a:t>
            </a:r>
            <a:br>
              <a:rPr lang="en-US" b="0" i="0" dirty="0">
                <a:solidFill>
                  <a:srgbClr val="00803E"/>
                </a:solidFill>
                <a:effectLst/>
                <a:latin typeface="Helvetica" panose="020B0604020202020204" pitchFamily="34" charset="0"/>
              </a:rPr>
            </a:br>
            <a:r>
              <a:rPr lang="en-US" dirty="0">
                <a:solidFill>
                  <a:srgbClr val="242021"/>
                </a:solidFill>
                <a:latin typeface="Aptos (Body)"/>
              </a:rPr>
              <a:t>Parallel entry and parallel output of data have been discussed. The parallel in/parallel out register employs both methods. Immediately following the simultaneous entry of all data bits, the bits appear on the parallel outputs. </a:t>
            </a:r>
            <a:br>
              <a:rPr lang="en-US" dirty="0">
                <a:solidFill>
                  <a:srgbClr val="242021"/>
                </a:solidFill>
                <a:latin typeface="Aptos (Body)"/>
              </a:rPr>
            </a:br>
            <a:endParaRPr lang="en-US"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9</a:t>
            </a:fld>
            <a:endParaRPr lang="vi-VN" dirty="0"/>
          </a:p>
        </p:txBody>
      </p:sp>
      <p:pic>
        <p:nvPicPr>
          <p:cNvPr id="8" name="Picture 7">
            <a:extLst>
              <a:ext uri="{FF2B5EF4-FFF2-40B4-BE49-F238E27FC236}">
                <a16:creationId xmlns:a16="http://schemas.microsoft.com/office/drawing/2014/main" id="{ED1EF1D8-AE02-4F4D-8F83-6848471D1812}"/>
              </a:ext>
            </a:extLst>
          </p:cNvPr>
          <p:cNvPicPr>
            <a:picLocks noChangeAspect="1"/>
          </p:cNvPicPr>
          <p:nvPr/>
        </p:nvPicPr>
        <p:blipFill>
          <a:blip r:embed="rId2"/>
          <a:stretch>
            <a:fillRect/>
          </a:stretch>
        </p:blipFill>
        <p:spPr>
          <a:xfrm>
            <a:off x="2904765" y="2602193"/>
            <a:ext cx="6382470" cy="4152786"/>
          </a:xfrm>
          <a:prstGeom prst="rect">
            <a:avLst/>
          </a:prstGeom>
        </p:spPr>
      </p:pic>
    </p:spTree>
    <p:extLst>
      <p:ext uri="{BB962C8B-B14F-4D97-AF65-F5344CB8AC3E}">
        <p14:creationId xmlns:p14="http://schemas.microsoft.com/office/powerpoint/2010/main" val="2663961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8.3: Bidirectional Shift Registers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46922"/>
            <a:ext cx="10774018" cy="5288566"/>
          </a:xfrm>
        </p:spPr>
        <p:txBody>
          <a:bodyPr>
            <a:normAutofit/>
          </a:bodyPr>
          <a:lstStyle/>
          <a:p>
            <a:pPr marL="0" indent="0">
              <a:lnSpc>
                <a:spcPct val="100000"/>
              </a:lnSpc>
              <a:buNone/>
            </a:pPr>
            <a:r>
              <a:rPr lang="en-US" b="1" i="1" dirty="0">
                <a:solidFill>
                  <a:schemeClr val="tx2">
                    <a:lumMod val="50000"/>
                    <a:lumOff val="50000"/>
                  </a:schemeClr>
                </a:solidFill>
                <a:latin typeface="Aptos (Body)"/>
              </a:rPr>
              <a:t>A bidirectional </a:t>
            </a:r>
            <a:r>
              <a:rPr lang="en-US" dirty="0">
                <a:solidFill>
                  <a:srgbClr val="242021"/>
                </a:solidFill>
                <a:latin typeface="Aptos (Body)"/>
              </a:rPr>
              <a:t>shift register is one in which the data can be shifted either left or right. It can be implemented by using gating logic that enables the transfer of a data bit from one stage to the next stage to the right or to the left, depending on the level of a control line. </a:t>
            </a:r>
            <a:br>
              <a:rPr lang="en-US" sz="2100" dirty="0">
                <a:solidFill>
                  <a:srgbClr val="242021"/>
                </a:solidFill>
                <a:latin typeface="Aptos (Body)"/>
              </a:rPr>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10</a:t>
            </a:fld>
            <a:endParaRPr lang="vi-VN" dirty="0"/>
          </a:p>
        </p:txBody>
      </p:sp>
      <p:pic>
        <p:nvPicPr>
          <p:cNvPr id="3" name="Picture 2">
            <a:extLst>
              <a:ext uri="{FF2B5EF4-FFF2-40B4-BE49-F238E27FC236}">
                <a16:creationId xmlns:a16="http://schemas.microsoft.com/office/drawing/2014/main" id="{CE932A59-85CE-468D-815F-CBAE854CEDD5}"/>
              </a:ext>
            </a:extLst>
          </p:cNvPr>
          <p:cNvPicPr>
            <a:picLocks noChangeAspect="1"/>
          </p:cNvPicPr>
          <p:nvPr/>
        </p:nvPicPr>
        <p:blipFill>
          <a:blip r:embed="rId2"/>
          <a:stretch>
            <a:fillRect/>
          </a:stretch>
        </p:blipFill>
        <p:spPr>
          <a:xfrm>
            <a:off x="2242917" y="2215662"/>
            <a:ext cx="8504595" cy="4119826"/>
          </a:xfrm>
          <a:prstGeom prst="rect">
            <a:avLst/>
          </a:prstGeom>
        </p:spPr>
      </p:pic>
      <p:pic>
        <p:nvPicPr>
          <p:cNvPr id="5" name="Picture 4">
            <a:extLst>
              <a:ext uri="{FF2B5EF4-FFF2-40B4-BE49-F238E27FC236}">
                <a16:creationId xmlns:a16="http://schemas.microsoft.com/office/drawing/2014/main" id="{D497B47C-6013-47D1-858A-AA173ADC730C}"/>
              </a:ext>
            </a:extLst>
          </p:cNvPr>
          <p:cNvPicPr>
            <a:picLocks noChangeAspect="1"/>
          </p:cNvPicPr>
          <p:nvPr/>
        </p:nvPicPr>
        <p:blipFill>
          <a:blip r:embed="rId3"/>
          <a:stretch>
            <a:fillRect/>
          </a:stretch>
        </p:blipFill>
        <p:spPr>
          <a:xfrm>
            <a:off x="3898952" y="6335488"/>
            <a:ext cx="6050131" cy="522512"/>
          </a:xfrm>
          <a:prstGeom prst="rect">
            <a:avLst/>
          </a:prstGeom>
        </p:spPr>
      </p:pic>
    </p:spTree>
    <p:extLst>
      <p:ext uri="{BB962C8B-B14F-4D97-AF65-F5344CB8AC3E}">
        <p14:creationId xmlns:p14="http://schemas.microsoft.com/office/powerpoint/2010/main" val="5802626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8.4: Shift Register Counters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12902"/>
            <a:ext cx="10774018" cy="5422586"/>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The Johnson Counter</a:t>
            </a:r>
            <a:br>
              <a:rPr lang="en-US" sz="1800" b="0" i="0" dirty="0">
                <a:solidFill>
                  <a:srgbClr val="00803E"/>
                </a:solidFill>
                <a:effectLst/>
                <a:latin typeface="Helvetica" panose="020B0604020202020204" pitchFamily="34" charset="0"/>
              </a:rPr>
            </a:br>
            <a:r>
              <a:rPr lang="en-US" dirty="0">
                <a:solidFill>
                  <a:srgbClr val="242021"/>
                </a:solidFill>
                <a:latin typeface="Aptos (Body)"/>
              </a:rPr>
              <a:t>In a </a:t>
            </a:r>
            <a:r>
              <a:rPr lang="en-US" b="1" dirty="0">
                <a:solidFill>
                  <a:schemeClr val="tx2">
                    <a:lumMod val="50000"/>
                    <a:lumOff val="50000"/>
                  </a:schemeClr>
                </a:solidFill>
                <a:latin typeface="Aptos (Body)"/>
              </a:rPr>
              <a:t>Johnson counter, </a:t>
            </a:r>
            <a:r>
              <a:rPr lang="en-US" dirty="0">
                <a:solidFill>
                  <a:srgbClr val="242021"/>
                </a:solidFill>
                <a:latin typeface="Aptos (Body)"/>
              </a:rPr>
              <a:t>the complement of the output of the last flip-flop is connected back to the D input of the first flip-flop (it can be implemented with other types of flip-flops as well). </a:t>
            </a:r>
            <a:br>
              <a:rPr lang="en-US" sz="1600" dirty="0"/>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11</a:t>
            </a:fld>
            <a:endParaRPr lang="vi-VN" dirty="0"/>
          </a:p>
        </p:txBody>
      </p:sp>
      <p:pic>
        <p:nvPicPr>
          <p:cNvPr id="5" name="Picture 4">
            <a:extLst>
              <a:ext uri="{FF2B5EF4-FFF2-40B4-BE49-F238E27FC236}">
                <a16:creationId xmlns:a16="http://schemas.microsoft.com/office/drawing/2014/main" id="{C91E1F11-C40B-4E7F-AEFF-58D68E3D09F6}"/>
              </a:ext>
            </a:extLst>
          </p:cNvPr>
          <p:cNvPicPr>
            <a:picLocks noChangeAspect="1"/>
          </p:cNvPicPr>
          <p:nvPr/>
        </p:nvPicPr>
        <p:blipFill>
          <a:blip r:embed="rId2"/>
          <a:stretch>
            <a:fillRect/>
          </a:stretch>
        </p:blipFill>
        <p:spPr>
          <a:xfrm>
            <a:off x="1550227" y="4586264"/>
            <a:ext cx="3581073" cy="2286000"/>
          </a:xfrm>
          <a:prstGeom prst="rect">
            <a:avLst/>
          </a:prstGeom>
        </p:spPr>
      </p:pic>
      <p:pic>
        <p:nvPicPr>
          <p:cNvPr id="7" name="Picture 6">
            <a:extLst>
              <a:ext uri="{FF2B5EF4-FFF2-40B4-BE49-F238E27FC236}">
                <a16:creationId xmlns:a16="http://schemas.microsoft.com/office/drawing/2014/main" id="{C461336D-178E-4ADC-935E-B20B66CD99D3}"/>
              </a:ext>
            </a:extLst>
          </p:cNvPr>
          <p:cNvPicPr>
            <a:picLocks noChangeAspect="1"/>
          </p:cNvPicPr>
          <p:nvPr/>
        </p:nvPicPr>
        <p:blipFill>
          <a:blip r:embed="rId3"/>
          <a:stretch>
            <a:fillRect/>
          </a:stretch>
        </p:blipFill>
        <p:spPr>
          <a:xfrm>
            <a:off x="1493580" y="2200873"/>
            <a:ext cx="3637720" cy="2385391"/>
          </a:xfrm>
          <a:prstGeom prst="rect">
            <a:avLst/>
          </a:prstGeom>
        </p:spPr>
      </p:pic>
      <p:pic>
        <p:nvPicPr>
          <p:cNvPr id="8" name="Picture 7">
            <a:extLst>
              <a:ext uri="{FF2B5EF4-FFF2-40B4-BE49-F238E27FC236}">
                <a16:creationId xmlns:a16="http://schemas.microsoft.com/office/drawing/2014/main" id="{91ED78F2-F3E4-4F01-8CF7-F58AC8504D79}"/>
              </a:ext>
            </a:extLst>
          </p:cNvPr>
          <p:cNvPicPr>
            <a:picLocks noChangeAspect="1"/>
          </p:cNvPicPr>
          <p:nvPr/>
        </p:nvPicPr>
        <p:blipFill>
          <a:blip r:embed="rId4"/>
          <a:stretch>
            <a:fillRect/>
          </a:stretch>
        </p:blipFill>
        <p:spPr>
          <a:xfrm>
            <a:off x="5456997" y="2165531"/>
            <a:ext cx="4326649" cy="2138022"/>
          </a:xfrm>
          <a:prstGeom prst="rect">
            <a:avLst/>
          </a:prstGeom>
        </p:spPr>
      </p:pic>
      <p:pic>
        <p:nvPicPr>
          <p:cNvPr id="9" name="Picture 8">
            <a:extLst>
              <a:ext uri="{FF2B5EF4-FFF2-40B4-BE49-F238E27FC236}">
                <a16:creationId xmlns:a16="http://schemas.microsoft.com/office/drawing/2014/main" id="{7D1AAB69-C32A-48BE-B5F8-18488C548A97}"/>
              </a:ext>
            </a:extLst>
          </p:cNvPr>
          <p:cNvPicPr>
            <a:picLocks noChangeAspect="1"/>
          </p:cNvPicPr>
          <p:nvPr/>
        </p:nvPicPr>
        <p:blipFill>
          <a:blip r:embed="rId5"/>
          <a:stretch>
            <a:fillRect/>
          </a:stretch>
        </p:blipFill>
        <p:spPr>
          <a:xfrm>
            <a:off x="5750235" y="4303553"/>
            <a:ext cx="4670521" cy="2061225"/>
          </a:xfrm>
          <a:prstGeom prst="rect">
            <a:avLst/>
          </a:prstGeom>
        </p:spPr>
      </p:pic>
      <p:pic>
        <p:nvPicPr>
          <p:cNvPr id="10" name="Picture 9">
            <a:extLst>
              <a:ext uri="{FF2B5EF4-FFF2-40B4-BE49-F238E27FC236}">
                <a16:creationId xmlns:a16="http://schemas.microsoft.com/office/drawing/2014/main" id="{1DCE6FFB-C3D9-425B-AFEB-2FDE8DEE7812}"/>
              </a:ext>
            </a:extLst>
          </p:cNvPr>
          <p:cNvPicPr>
            <a:picLocks noChangeAspect="1"/>
          </p:cNvPicPr>
          <p:nvPr/>
        </p:nvPicPr>
        <p:blipFill>
          <a:blip r:embed="rId6"/>
          <a:stretch>
            <a:fillRect/>
          </a:stretch>
        </p:blipFill>
        <p:spPr>
          <a:xfrm>
            <a:off x="6096000" y="6449164"/>
            <a:ext cx="4272600" cy="383061"/>
          </a:xfrm>
          <a:prstGeom prst="rect">
            <a:avLst/>
          </a:prstGeom>
        </p:spPr>
      </p:pic>
    </p:spTree>
    <p:extLst>
      <p:ext uri="{BB962C8B-B14F-4D97-AF65-F5344CB8AC3E}">
        <p14:creationId xmlns:p14="http://schemas.microsoft.com/office/powerpoint/2010/main" val="2919322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8.4: Shift Register Counters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27652"/>
            <a:ext cx="10774018" cy="5407836"/>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The Johnson Counter</a:t>
            </a:r>
            <a:br>
              <a:rPr lang="en-US" b="0" i="0" dirty="0">
                <a:solidFill>
                  <a:srgbClr val="00803E"/>
                </a:solidFill>
                <a:effectLst/>
                <a:latin typeface="Helvetica" panose="020B0604020202020204" pitchFamily="34" charset="0"/>
              </a:rPr>
            </a:br>
            <a:r>
              <a:rPr lang="en-US" dirty="0">
                <a:solidFill>
                  <a:srgbClr val="242021"/>
                </a:solidFill>
                <a:latin typeface="Aptos (Body)"/>
              </a:rPr>
              <a:t>In a </a:t>
            </a:r>
            <a:r>
              <a:rPr lang="en-US" b="1" dirty="0">
                <a:solidFill>
                  <a:schemeClr val="tx2">
                    <a:lumMod val="50000"/>
                    <a:lumOff val="50000"/>
                  </a:schemeClr>
                </a:solidFill>
                <a:latin typeface="Aptos (Body)"/>
              </a:rPr>
              <a:t>Johnson counter, </a:t>
            </a:r>
            <a:r>
              <a:rPr lang="en-US" dirty="0">
                <a:solidFill>
                  <a:srgbClr val="242021"/>
                </a:solidFill>
                <a:latin typeface="Aptos (Body)"/>
              </a:rPr>
              <a:t>the complement of the output of the last flip-flop is connected back to the D input of the first flip-flop (it can be implemented with other types of flip-flops as well). </a:t>
            </a:r>
            <a:br>
              <a:rPr lang="en-US" dirty="0"/>
            </a:br>
            <a:endParaRPr lang="en-US"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12</a:t>
            </a:fld>
            <a:endParaRPr lang="vi-VN" dirty="0"/>
          </a:p>
        </p:txBody>
      </p:sp>
      <p:pic>
        <p:nvPicPr>
          <p:cNvPr id="3" name="Picture 2">
            <a:extLst>
              <a:ext uri="{FF2B5EF4-FFF2-40B4-BE49-F238E27FC236}">
                <a16:creationId xmlns:a16="http://schemas.microsoft.com/office/drawing/2014/main" id="{5172A45E-2412-4346-84C1-3077DA0B5563}"/>
              </a:ext>
            </a:extLst>
          </p:cNvPr>
          <p:cNvPicPr>
            <a:picLocks noChangeAspect="1"/>
          </p:cNvPicPr>
          <p:nvPr/>
        </p:nvPicPr>
        <p:blipFill>
          <a:blip r:embed="rId2"/>
          <a:stretch>
            <a:fillRect/>
          </a:stretch>
        </p:blipFill>
        <p:spPr>
          <a:xfrm>
            <a:off x="708991" y="2145460"/>
            <a:ext cx="5472142" cy="2347027"/>
          </a:xfrm>
          <a:prstGeom prst="rect">
            <a:avLst/>
          </a:prstGeom>
        </p:spPr>
      </p:pic>
      <p:pic>
        <p:nvPicPr>
          <p:cNvPr id="11" name="Picture 10">
            <a:extLst>
              <a:ext uri="{FF2B5EF4-FFF2-40B4-BE49-F238E27FC236}">
                <a16:creationId xmlns:a16="http://schemas.microsoft.com/office/drawing/2014/main" id="{61D049C2-3A3A-42DB-AF66-59693003F42C}"/>
              </a:ext>
            </a:extLst>
          </p:cNvPr>
          <p:cNvPicPr>
            <a:picLocks noChangeAspect="1"/>
          </p:cNvPicPr>
          <p:nvPr/>
        </p:nvPicPr>
        <p:blipFill>
          <a:blip r:embed="rId3"/>
          <a:stretch>
            <a:fillRect/>
          </a:stretch>
        </p:blipFill>
        <p:spPr>
          <a:xfrm>
            <a:off x="6096000" y="3615367"/>
            <a:ext cx="5995572" cy="2895734"/>
          </a:xfrm>
          <a:prstGeom prst="rect">
            <a:avLst/>
          </a:prstGeom>
        </p:spPr>
      </p:pic>
    </p:spTree>
    <p:extLst>
      <p:ext uri="{BB962C8B-B14F-4D97-AF65-F5344CB8AC3E}">
        <p14:creationId xmlns:p14="http://schemas.microsoft.com/office/powerpoint/2010/main" val="3129981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8.4: Shift Register Counters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The Ring Counter</a:t>
            </a:r>
            <a:br>
              <a:rPr lang="en-US" b="0" i="0" dirty="0">
                <a:solidFill>
                  <a:srgbClr val="00803E"/>
                </a:solidFill>
                <a:effectLst/>
                <a:latin typeface="Helvetica" panose="020B0604020202020204" pitchFamily="34" charset="0"/>
              </a:rPr>
            </a:br>
            <a:r>
              <a:rPr lang="en-US" dirty="0">
                <a:solidFill>
                  <a:srgbClr val="242021"/>
                </a:solidFill>
                <a:latin typeface="Aptos (Body)"/>
              </a:rPr>
              <a:t>A </a:t>
            </a:r>
            <a:r>
              <a:rPr lang="en-US" b="1" dirty="0">
                <a:solidFill>
                  <a:schemeClr val="tx2">
                    <a:lumMod val="50000"/>
                    <a:lumOff val="50000"/>
                  </a:schemeClr>
                </a:solidFill>
                <a:latin typeface="Aptos (Body)"/>
              </a:rPr>
              <a:t>ring counter </a:t>
            </a:r>
            <a:r>
              <a:rPr lang="en-US" dirty="0">
                <a:solidFill>
                  <a:srgbClr val="242021"/>
                </a:solidFill>
                <a:latin typeface="Aptos (Body)"/>
              </a:rPr>
              <a:t>utilizes one flip-flop for each state in its sequence. It has the advantage that decoding gates are not required. In the case of a 10-bit ring counter, there is a unique output for each decimal digit. </a:t>
            </a:r>
            <a:br>
              <a:rPr lang="en-US" sz="2100" dirty="0">
                <a:solidFill>
                  <a:srgbClr val="242021"/>
                </a:solidFill>
                <a:latin typeface="Aptos (Body)"/>
              </a:rPr>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13</a:t>
            </a:fld>
            <a:endParaRPr lang="vi-VN" dirty="0"/>
          </a:p>
        </p:txBody>
      </p:sp>
      <p:pic>
        <p:nvPicPr>
          <p:cNvPr id="5" name="Picture 4">
            <a:extLst>
              <a:ext uri="{FF2B5EF4-FFF2-40B4-BE49-F238E27FC236}">
                <a16:creationId xmlns:a16="http://schemas.microsoft.com/office/drawing/2014/main" id="{C7CDFA46-A725-4B9A-B4E6-A42A88E9ED01}"/>
              </a:ext>
            </a:extLst>
          </p:cNvPr>
          <p:cNvPicPr>
            <a:picLocks noChangeAspect="1"/>
          </p:cNvPicPr>
          <p:nvPr/>
        </p:nvPicPr>
        <p:blipFill>
          <a:blip r:embed="rId2"/>
          <a:stretch>
            <a:fillRect/>
          </a:stretch>
        </p:blipFill>
        <p:spPr>
          <a:xfrm>
            <a:off x="543339" y="2810882"/>
            <a:ext cx="6238674" cy="1903265"/>
          </a:xfrm>
          <a:prstGeom prst="rect">
            <a:avLst/>
          </a:prstGeom>
        </p:spPr>
      </p:pic>
      <p:pic>
        <p:nvPicPr>
          <p:cNvPr id="7" name="Picture 6">
            <a:extLst>
              <a:ext uri="{FF2B5EF4-FFF2-40B4-BE49-F238E27FC236}">
                <a16:creationId xmlns:a16="http://schemas.microsoft.com/office/drawing/2014/main" id="{8CE4822D-65B1-4D21-A312-0C3FED92BF93}"/>
              </a:ext>
            </a:extLst>
          </p:cNvPr>
          <p:cNvPicPr>
            <a:picLocks noChangeAspect="1"/>
          </p:cNvPicPr>
          <p:nvPr/>
        </p:nvPicPr>
        <p:blipFill>
          <a:blip r:embed="rId3"/>
          <a:stretch>
            <a:fillRect/>
          </a:stretch>
        </p:blipFill>
        <p:spPr>
          <a:xfrm>
            <a:off x="6821769" y="2450245"/>
            <a:ext cx="5197955" cy="2648700"/>
          </a:xfrm>
          <a:prstGeom prst="rect">
            <a:avLst/>
          </a:prstGeom>
        </p:spPr>
      </p:pic>
      <p:pic>
        <p:nvPicPr>
          <p:cNvPr id="8" name="Picture 7">
            <a:extLst>
              <a:ext uri="{FF2B5EF4-FFF2-40B4-BE49-F238E27FC236}">
                <a16:creationId xmlns:a16="http://schemas.microsoft.com/office/drawing/2014/main" id="{B3216118-0C99-415E-9A8C-8FE49963E3BE}"/>
              </a:ext>
            </a:extLst>
          </p:cNvPr>
          <p:cNvPicPr>
            <a:picLocks noChangeAspect="1"/>
          </p:cNvPicPr>
          <p:nvPr/>
        </p:nvPicPr>
        <p:blipFill>
          <a:blip r:embed="rId4"/>
          <a:stretch>
            <a:fillRect/>
          </a:stretch>
        </p:blipFill>
        <p:spPr>
          <a:xfrm>
            <a:off x="3532889" y="5373443"/>
            <a:ext cx="6252176" cy="517098"/>
          </a:xfrm>
          <a:prstGeom prst="rect">
            <a:avLst/>
          </a:prstGeom>
        </p:spPr>
      </p:pic>
    </p:spTree>
    <p:extLst>
      <p:ext uri="{BB962C8B-B14F-4D97-AF65-F5344CB8AC3E}">
        <p14:creationId xmlns:p14="http://schemas.microsoft.com/office/powerpoint/2010/main" val="1163968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8.5: Shift Register Applications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Time Delay</a:t>
            </a:r>
            <a:br>
              <a:rPr lang="en-US" b="0" i="0" dirty="0">
                <a:solidFill>
                  <a:srgbClr val="00803E"/>
                </a:solidFill>
                <a:effectLst/>
                <a:latin typeface="Helvetica" panose="020B0604020202020204" pitchFamily="34" charset="0"/>
              </a:rPr>
            </a:br>
            <a:r>
              <a:rPr lang="en-US" dirty="0">
                <a:solidFill>
                  <a:srgbClr val="242021"/>
                </a:solidFill>
                <a:latin typeface="Aptos (Body)"/>
              </a:rPr>
              <a:t>A serial in/serial out shift register can be used to provide a time delay from input to output that is a function of both the number of stages (n) in the register and the clock frequency. </a:t>
            </a: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14</a:t>
            </a:fld>
            <a:endParaRPr lang="vi-VN" dirty="0"/>
          </a:p>
        </p:txBody>
      </p:sp>
      <p:pic>
        <p:nvPicPr>
          <p:cNvPr id="7" name="Picture 6">
            <a:extLst>
              <a:ext uri="{FF2B5EF4-FFF2-40B4-BE49-F238E27FC236}">
                <a16:creationId xmlns:a16="http://schemas.microsoft.com/office/drawing/2014/main" id="{27BC943A-3008-451F-90F7-770551D27972}"/>
              </a:ext>
            </a:extLst>
          </p:cNvPr>
          <p:cNvPicPr>
            <a:picLocks noChangeAspect="1"/>
          </p:cNvPicPr>
          <p:nvPr/>
        </p:nvPicPr>
        <p:blipFill>
          <a:blip r:embed="rId2"/>
          <a:stretch>
            <a:fillRect/>
          </a:stretch>
        </p:blipFill>
        <p:spPr>
          <a:xfrm>
            <a:off x="2634214" y="2803429"/>
            <a:ext cx="7254878" cy="3619866"/>
          </a:xfrm>
          <a:prstGeom prst="rect">
            <a:avLst/>
          </a:prstGeom>
        </p:spPr>
      </p:pic>
    </p:spTree>
    <p:extLst>
      <p:ext uri="{BB962C8B-B14F-4D97-AF65-F5344CB8AC3E}">
        <p14:creationId xmlns:p14="http://schemas.microsoft.com/office/powerpoint/2010/main" val="3029853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8.5: Shift Register Applications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54157"/>
            <a:ext cx="10774018" cy="5381331"/>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Serial-to-Parallel Data Converter</a:t>
            </a:r>
            <a:br>
              <a:rPr lang="en-US" b="0" i="0" dirty="0">
                <a:solidFill>
                  <a:srgbClr val="00803E"/>
                </a:solidFill>
                <a:effectLst/>
                <a:latin typeface="Helvetica" panose="020B0604020202020204" pitchFamily="34" charset="0"/>
              </a:rPr>
            </a:br>
            <a:r>
              <a:rPr lang="en-US" dirty="0">
                <a:solidFill>
                  <a:srgbClr val="242021"/>
                </a:solidFill>
                <a:latin typeface="Aptos (Body)"/>
              </a:rPr>
              <a:t>Serial data transmission from one digital system to another is commonly used to reduce the number of wires in the transmission line. </a:t>
            </a:r>
            <a:br>
              <a:rPr lang="en-US" sz="2100" dirty="0">
                <a:solidFill>
                  <a:srgbClr val="242021"/>
                </a:solidFill>
                <a:latin typeface="Aptos (Body)"/>
              </a:rPr>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15</a:t>
            </a:fld>
            <a:endParaRPr lang="vi-VN" dirty="0"/>
          </a:p>
        </p:txBody>
      </p:sp>
      <p:pic>
        <p:nvPicPr>
          <p:cNvPr id="3" name="Picture 2">
            <a:extLst>
              <a:ext uri="{FF2B5EF4-FFF2-40B4-BE49-F238E27FC236}">
                <a16:creationId xmlns:a16="http://schemas.microsoft.com/office/drawing/2014/main" id="{8B192B76-4299-4254-9422-FCC77E480E9F}"/>
              </a:ext>
            </a:extLst>
          </p:cNvPr>
          <p:cNvPicPr>
            <a:picLocks noChangeAspect="1"/>
          </p:cNvPicPr>
          <p:nvPr/>
        </p:nvPicPr>
        <p:blipFill>
          <a:blip r:embed="rId2"/>
          <a:stretch>
            <a:fillRect/>
          </a:stretch>
        </p:blipFill>
        <p:spPr>
          <a:xfrm>
            <a:off x="2981167" y="2113925"/>
            <a:ext cx="7058183" cy="4554914"/>
          </a:xfrm>
          <a:prstGeom prst="rect">
            <a:avLst/>
          </a:prstGeom>
        </p:spPr>
      </p:pic>
    </p:spTree>
    <p:extLst>
      <p:ext uri="{BB962C8B-B14F-4D97-AF65-F5344CB8AC3E}">
        <p14:creationId xmlns:p14="http://schemas.microsoft.com/office/powerpoint/2010/main" val="1512968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8.5: Shift Register Applications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4797286"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Serial-to-Parallel Data Converter</a:t>
            </a:r>
            <a:br>
              <a:rPr lang="en-US" b="0" i="0" dirty="0">
                <a:solidFill>
                  <a:srgbClr val="00803E"/>
                </a:solidFill>
                <a:effectLst/>
                <a:latin typeface="Helvetica" panose="020B0604020202020204" pitchFamily="34" charset="0"/>
              </a:rPr>
            </a:br>
            <a:r>
              <a:rPr lang="en-US" dirty="0">
                <a:solidFill>
                  <a:srgbClr val="242021"/>
                </a:solidFill>
                <a:latin typeface="Aptos (Body)"/>
              </a:rPr>
              <a:t>Serial data transmission from one digital system to another is commonly used to reduce the number of wires in the transmission line. </a:t>
            </a:r>
            <a:br>
              <a:rPr lang="en-US" sz="2100" dirty="0">
                <a:solidFill>
                  <a:srgbClr val="242021"/>
                </a:solidFill>
                <a:latin typeface="Aptos (Body)"/>
              </a:rPr>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16</a:t>
            </a:fld>
            <a:endParaRPr lang="vi-VN" dirty="0"/>
          </a:p>
        </p:txBody>
      </p:sp>
      <p:pic>
        <p:nvPicPr>
          <p:cNvPr id="5" name="Picture 4">
            <a:extLst>
              <a:ext uri="{FF2B5EF4-FFF2-40B4-BE49-F238E27FC236}">
                <a16:creationId xmlns:a16="http://schemas.microsoft.com/office/drawing/2014/main" id="{D02424C3-C07D-42C6-8D54-585BEBD133B6}"/>
              </a:ext>
            </a:extLst>
          </p:cNvPr>
          <p:cNvPicPr>
            <a:picLocks noChangeAspect="1"/>
          </p:cNvPicPr>
          <p:nvPr/>
        </p:nvPicPr>
        <p:blipFill>
          <a:blip r:embed="rId2"/>
          <a:stretch>
            <a:fillRect/>
          </a:stretch>
        </p:blipFill>
        <p:spPr>
          <a:xfrm>
            <a:off x="5698434" y="856980"/>
            <a:ext cx="5009322" cy="5836683"/>
          </a:xfrm>
          <a:prstGeom prst="rect">
            <a:avLst/>
          </a:prstGeom>
        </p:spPr>
      </p:pic>
    </p:spTree>
    <p:extLst>
      <p:ext uri="{BB962C8B-B14F-4D97-AF65-F5344CB8AC3E}">
        <p14:creationId xmlns:p14="http://schemas.microsoft.com/office/powerpoint/2010/main" val="5273654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8.5: Shift Register Applications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67409"/>
            <a:ext cx="10774018" cy="5368079"/>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Universal Asynchronous Receiver Transmitter (UART)</a:t>
            </a:r>
            <a:br>
              <a:rPr lang="en-US" b="1" i="1" dirty="0">
                <a:solidFill>
                  <a:schemeClr val="tx2">
                    <a:lumMod val="50000"/>
                    <a:lumOff val="50000"/>
                  </a:schemeClr>
                </a:solidFill>
                <a:latin typeface="Aptos (Body)"/>
              </a:rPr>
            </a:br>
            <a:r>
              <a:rPr lang="en-US" dirty="0">
                <a:solidFill>
                  <a:srgbClr val="242021"/>
                </a:solidFill>
                <a:latin typeface="Aptos (Body)"/>
              </a:rPr>
              <a:t>As mentioned, computers and microprocessor-based systems often send and receive data in a parallel format. </a:t>
            </a:r>
            <a:br>
              <a:rPr lang="en-US" sz="2100" dirty="0">
                <a:solidFill>
                  <a:srgbClr val="242021"/>
                </a:solidFill>
                <a:latin typeface="Aptos (Body)"/>
              </a:rPr>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17</a:t>
            </a:fld>
            <a:endParaRPr lang="vi-VN" dirty="0"/>
          </a:p>
        </p:txBody>
      </p:sp>
      <p:pic>
        <p:nvPicPr>
          <p:cNvPr id="5" name="Picture 4">
            <a:extLst>
              <a:ext uri="{FF2B5EF4-FFF2-40B4-BE49-F238E27FC236}">
                <a16:creationId xmlns:a16="http://schemas.microsoft.com/office/drawing/2014/main" id="{7C29F353-5AB8-4029-A442-4BB623704183}"/>
              </a:ext>
            </a:extLst>
          </p:cNvPr>
          <p:cNvPicPr>
            <a:picLocks noChangeAspect="1"/>
          </p:cNvPicPr>
          <p:nvPr/>
        </p:nvPicPr>
        <p:blipFill>
          <a:blip r:embed="rId2"/>
          <a:stretch>
            <a:fillRect/>
          </a:stretch>
        </p:blipFill>
        <p:spPr>
          <a:xfrm>
            <a:off x="2312143" y="2279425"/>
            <a:ext cx="8431219" cy="3611166"/>
          </a:xfrm>
          <a:prstGeom prst="rect">
            <a:avLst/>
          </a:prstGeom>
        </p:spPr>
      </p:pic>
    </p:spTree>
    <p:extLst>
      <p:ext uri="{BB962C8B-B14F-4D97-AF65-F5344CB8AC3E}">
        <p14:creationId xmlns:p14="http://schemas.microsoft.com/office/powerpoint/2010/main" val="31455042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8.5: Shift Register Applications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A UART </a:t>
            </a:r>
            <a:r>
              <a:rPr lang="en-US" dirty="0">
                <a:solidFill>
                  <a:srgbClr val="242021"/>
                </a:solidFill>
                <a:latin typeface="Aptos (Body)"/>
              </a:rPr>
              <a:t>includes both serial-to-parallel and parallel-to-serial conversion, as shown in</a:t>
            </a:r>
            <a:br>
              <a:rPr lang="en-US" dirty="0">
                <a:solidFill>
                  <a:srgbClr val="242021"/>
                </a:solidFill>
                <a:latin typeface="Aptos (Body)"/>
              </a:rPr>
            </a:br>
            <a:r>
              <a:rPr lang="en-US" dirty="0">
                <a:solidFill>
                  <a:srgbClr val="242021"/>
                </a:solidFill>
                <a:latin typeface="Aptos (Body)"/>
              </a:rPr>
              <a:t>the block diagram in Figure 8–35. </a:t>
            </a:r>
            <a:br>
              <a:rPr lang="en-US" sz="1600" dirty="0"/>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18</a:t>
            </a:fld>
            <a:endParaRPr lang="vi-VN" dirty="0"/>
          </a:p>
        </p:txBody>
      </p:sp>
      <p:pic>
        <p:nvPicPr>
          <p:cNvPr id="3" name="Picture 2">
            <a:extLst>
              <a:ext uri="{FF2B5EF4-FFF2-40B4-BE49-F238E27FC236}">
                <a16:creationId xmlns:a16="http://schemas.microsoft.com/office/drawing/2014/main" id="{70C8E95B-193E-472E-8456-EB9920D2952A}"/>
              </a:ext>
            </a:extLst>
          </p:cNvPr>
          <p:cNvPicPr>
            <a:picLocks noChangeAspect="1"/>
          </p:cNvPicPr>
          <p:nvPr/>
        </p:nvPicPr>
        <p:blipFill>
          <a:blip r:embed="rId2"/>
          <a:stretch>
            <a:fillRect/>
          </a:stretch>
        </p:blipFill>
        <p:spPr>
          <a:xfrm>
            <a:off x="6096000" y="1560062"/>
            <a:ext cx="4954919" cy="4803238"/>
          </a:xfrm>
          <a:prstGeom prst="rect">
            <a:avLst/>
          </a:prstGeom>
        </p:spPr>
      </p:pic>
      <p:pic>
        <p:nvPicPr>
          <p:cNvPr id="7" name="Picture 6">
            <a:extLst>
              <a:ext uri="{FF2B5EF4-FFF2-40B4-BE49-F238E27FC236}">
                <a16:creationId xmlns:a16="http://schemas.microsoft.com/office/drawing/2014/main" id="{ACDD4286-5551-464E-BE09-558BF63035A2}"/>
              </a:ext>
            </a:extLst>
          </p:cNvPr>
          <p:cNvPicPr>
            <a:picLocks noChangeAspect="1"/>
          </p:cNvPicPr>
          <p:nvPr/>
        </p:nvPicPr>
        <p:blipFill>
          <a:blip r:embed="rId3"/>
          <a:stretch>
            <a:fillRect/>
          </a:stretch>
        </p:blipFill>
        <p:spPr>
          <a:xfrm>
            <a:off x="6535387" y="6430495"/>
            <a:ext cx="4381505" cy="365125"/>
          </a:xfrm>
          <a:prstGeom prst="rect">
            <a:avLst/>
          </a:prstGeom>
        </p:spPr>
      </p:pic>
      <p:sp>
        <p:nvSpPr>
          <p:cNvPr id="9" name="TextBox 8">
            <a:extLst>
              <a:ext uri="{FF2B5EF4-FFF2-40B4-BE49-F238E27FC236}">
                <a16:creationId xmlns:a16="http://schemas.microsoft.com/office/drawing/2014/main" id="{DC41E24B-47CF-471D-81C5-3011C6532154}"/>
              </a:ext>
            </a:extLst>
          </p:cNvPr>
          <p:cNvSpPr txBox="1"/>
          <p:nvPr/>
        </p:nvSpPr>
        <p:spPr>
          <a:xfrm>
            <a:off x="874644" y="1884671"/>
            <a:ext cx="5221356" cy="2462213"/>
          </a:xfrm>
          <a:prstGeom prst="rect">
            <a:avLst/>
          </a:prstGeom>
          <a:noFill/>
        </p:spPr>
        <p:txBody>
          <a:bodyPr wrap="square">
            <a:spAutoFit/>
          </a:bodyPr>
          <a:lstStyle/>
          <a:p>
            <a:pPr algn="just"/>
            <a:r>
              <a:rPr lang="en-US" sz="2200" dirty="0">
                <a:solidFill>
                  <a:srgbClr val="242021"/>
                </a:solidFill>
                <a:latin typeface="Aptos (Body)"/>
              </a:rPr>
              <a:t>The UART receives data in serial format, converts the data to parallel format, and places them on the data bus. The UART also accepts parallel data from the data bus, converts the data to serial format, and transmits them to an external device. </a:t>
            </a:r>
            <a:br>
              <a:rPr lang="en-US" sz="2200" dirty="0"/>
            </a:br>
            <a:endParaRPr lang="en-US" sz="2200" dirty="0"/>
          </a:p>
        </p:txBody>
      </p:sp>
    </p:spTree>
    <p:extLst>
      <p:ext uri="{BB962C8B-B14F-4D97-AF65-F5344CB8AC3E}">
        <p14:creationId xmlns:p14="http://schemas.microsoft.com/office/powerpoint/2010/main" val="10694023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8.5: Shift Register Applications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4283033"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Keyboard Encoder</a:t>
            </a:r>
            <a:br>
              <a:rPr lang="en-US" b="0" i="0" dirty="0">
                <a:solidFill>
                  <a:srgbClr val="00803E"/>
                </a:solidFill>
                <a:effectLst/>
                <a:latin typeface="Helvetica" panose="020B0604020202020204" pitchFamily="34" charset="0"/>
              </a:rPr>
            </a:br>
            <a:r>
              <a:rPr lang="en-US" dirty="0">
                <a:solidFill>
                  <a:srgbClr val="242021"/>
                </a:solidFill>
                <a:latin typeface="Aptos (Body)"/>
              </a:rPr>
              <a:t>The keyboard encoder is a good example of the application of a shift register used as a ring counter in conjunction with other devices </a:t>
            </a:r>
            <a:br>
              <a:rPr lang="en-US" sz="2100" dirty="0">
                <a:solidFill>
                  <a:srgbClr val="242021"/>
                </a:solidFill>
                <a:latin typeface="Aptos (Body)"/>
              </a:rPr>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19</a:t>
            </a:fld>
            <a:endParaRPr lang="vi-VN" dirty="0"/>
          </a:p>
        </p:txBody>
      </p:sp>
      <p:pic>
        <p:nvPicPr>
          <p:cNvPr id="3" name="Picture 2">
            <a:extLst>
              <a:ext uri="{FF2B5EF4-FFF2-40B4-BE49-F238E27FC236}">
                <a16:creationId xmlns:a16="http://schemas.microsoft.com/office/drawing/2014/main" id="{CAB708B1-28EB-49C6-8175-A3E95D7EABE9}"/>
              </a:ext>
            </a:extLst>
          </p:cNvPr>
          <p:cNvPicPr>
            <a:picLocks noChangeAspect="1"/>
          </p:cNvPicPr>
          <p:nvPr/>
        </p:nvPicPr>
        <p:blipFill>
          <a:blip r:embed="rId2"/>
          <a:stretch>
            <a:fillRect/>
          </a:stretch>
        </p:blipFill>
        <p:spPr>
          <a:xfrm>
            <a:off x="5157677" y="881197"/>
            <a:ext cx="5523575" cy="5812466"/>
          </a:xfrm>
          <a:prstGeom prst="rect">
            <a:avLst/>
          </a:prstGeom>
        </p:spPr>
      </p:pic>
      <p:pic>
        <p:nvPicPr>
          <p:cNvPr id="7" name="Picture 6">
            <a:extLst>
              <a:ext uri="{FF2B5EF4-FFF2-40B4-BE49-F238E27FC236}">
                <a16:creationId xmlns:a16="http://schemas.microsoft.com/office/drawing/2014/main" id="{95973D26-7095-4ABB-A22A-D79881BE6AA2}"/>
              </a:ext>
            </a:extLst>
          </p:cNvPr>
          <p:cNvPicPr>
            <a:picLocks noChangeAspect="1"/>
          </p:cNvPicPr>
          <p:nvPr/>
        </p:nvPicPr>
        <p:blipFill>
          <a:blip r:embed="rId3"/>
          <a:stretch>
            <a:fillRect/>
          </a:stretch>
        </p:blipFill>
        <p:spPr>
          <a:xfrm>
            <a:off x="1510748" y="6434539"/>
            <a:ext cx="4201111" cy="438211"/>
          </a:xfrm>
          <a:prstGeom prst="rect">
            <a:avLst/>
          </a:prstGeom>
        </p:spPr>
      </p:pic>
    </p:spTree>
    <p:extLst>
      <p:ext uri="{BB962C8B-B14F-4D97-AF65-F5344CB8AC3E}">
        <p14:creationId xmlns:p14="http://schemas.microsoft.com/office/powerpoint/2010/main" val="17031551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marL="0" marR="0" indent="0">
              <a:lnSpc>
                <a:spcPct val="150000"/>
              </a:lnSpc>
              <a:buNone/>
            </a:pPr>
            <a:r>
              <a:rPr lang="en-US" sz="2800" b="1" dirty="0">
                <a:solidFill>
                  <a:srgbClr val="FF0000"/>
                </a:solidFill>
                <a:latin typeface="+mj-lt"/>
                <a:ea typeface="+mj-ea"/>
                <a:cs typeface="+mj-cs"/>
              </a:rPr>
              <a:t>8.6: Logic Symbols with Dependency Notation</a:t>
            </a: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27584"/>
            <a:ext cx="10774018" cy="5407904"/>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Two examples </a:t>
            </a:r>
            <a:r>
              <a:rPr lang="en-US" dirty="0">
                <a:solidFill>
                  <a:srgbClr val="242021"/>
                </a:solidFill>
                <a:latin typeface="Aptos (Body)"/>
              </a:rPr>
              <a:t>of ANSI/IEEE Standard 91-1984 symbols with dependency notation for shift registers are presented. Two specific IC shift registers are used as examples. </a:t>
            </a:r>
            <a:br>
              <a:rPr lang="en-US" sz="1600" dirty="0"/>
            </a:br>
            <a:br>
              <a:rPr lang="en-US" sz="1600" dirty="0"/>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20</a:t>
            </a:fld>
            <a:endParaRPr lang="vi-VN" dirty="0"/>
          </a:p>
        </p:txBody>
      </p:sp>
      <p:pic>
        <p:nvPicPr>
          <p:cNvPr id="3" name="Picture 2">
            <a:extLst>
              <a:ext uri="{FF2B5EF4-FFF2-40B4-BE49-F238E27FC236}">
                <a16:creationId xmlns:a16="http://schemas.microsoft.com/office/drawing/2014/main" id="{D9D11D73-8EB3-42E6-917E-E02CF5359B40}"/>
              </a:ext>
            </a:extLst>
          </p:cNvPr>
          <p:cNvPicPr>
            <a:picLocks noChangeAspect="1"/>
          </p:cNvPicPr>
          <p:nvPr/>
        </p:nvPicPr>
        <p:blipFill>
          <a:blip r:embed="rId2"/>
          <a:stretch>
            <a:fillRect/>
          </a:stretch>
        </p:blipFill>
        <p:spPr>
          <a:xfrm>
            <a:off x="543338" y="1911833"/>
            <a:ext cx="4026376" cy="4361907"/>
          </a:xfrm>
          <a:prstGeom prst="rect">
            <a:avLst/>
          </a:prstGeom>
        </p:spPr>
      </p:pic>
      <p:pic>
        <p:nvPicPr>
          <p:cNvPr id="5" name="Picture 4">
            <a:extLst>
              <a:ext uri="{FF2B5EF4-FFF2-40B4-BE49-F238E27FC236}">
                <a16:creationId xmlns:a16="http://schemas.microsoft.com/office/drawing/2014/main" id="{1A88D113-B32A-4AD8-9AA3-E413E483367A}"/>
              </a:ext>
            </a:extLst>
          </p:cNvPr>
          <p:cNvPicPr>
            <a:picLocks noChangeAspect="1"/>
          </p:cNvPicPr>
          <p:nvPr/>
        </p:nvPicPr>
        <p:blipFill>
          <a:blip r:embed="rId3"/>
          <a:stretch>
            <a:fillRect/>
          </a:stretch>
        </p:blipFill>
        <p:spPr>
          <a:xfrm>
            <a:off x="7305844" y="2032753"/>
            <a:ext cx="4808976" cy="4240987"/>
          </a:xfrm>
          <a:prstGeom prst="rect">
            <a:avLst/>
          </a:prstGeom>
        </p:spPr>
      </p:pic>
      <p:pic>
        <p:nvPicPr>
          <p:cNvPr id="7" name="Picture 6">
            <a:extLst>
              <a:ext uri="{FF2B5EF4-FFF2-40B4-BE49-F238E27FC236}">
                <a16:creationId xmlns:a16="http://schemas.microsoft.com/office/drawing/2014/main" id="{CC2E2F54-5DE7-473B-8C65-1A33FD54BCFB}"/>
              </a:ext>
            </a:extLst>
          </p:cNvPr>
          <p:cNvPicPr>
            <a:picLocks noChangeAspect="1"/>
          </p:cNvPicPr>
          <p:nvPr/>
        </p:nvPicPr>
        <p:blipFill>
          <a:blip r:embed="rId4"/>
          <a:stretch>
            <a:fillRect/>
          </a:stretch>
        </p:blipFill>
        <p:spPr>
          <a:xfrm>
            <a:off x="543339" y="6273740"/>
            <a:ext cx="4357681" cy="380109"/>
          </a:xfrm>
          <a:prstGeom prst="rect">
            <a:avLst/>
          </a:prstGeom>
        </p:spPr>
      </p:pic>
      <p:pic>
        <p:nvPicPr>
          <p:cNvPr id="8" name="Picture 7">
            <a:extLst>
              <a:ext uri="{FF2B5EF4-FFF2-40B4-BE49-F238E27FC236}">
                <a16:creationId xmlns:a16="http://schemas.microsoft.com/office/drawing/2014/main" id="{BD245BA1-1AA9-4A9B-BDCC-057979833F07}"/>
              </a:ext>
            </a:extLst>
          </p:cNvPr>
          <p:cNvPicPr>
            <a:picLocks noChangeAspect="1"/>
          </p:cNvPicPr>
          <p:nvPr/>
        </p:nvPicPr>
        <p:blipFill>
          <a:blip r:embed="rId5"/>
          <a:stretch>
            <a:fillRect/>
          </a:stretch>
        </p:blipFill>
        <p:spPr>
          <a:xfrm>
            <a:off x="7172739" y="6350096"/>
            <a:ext cx="4475923" cy="474720"/>
          </a:xfrm>
          <a:prstGeom prst="rect">
            <a:avLst/>
          </a:prstGeom>
        </p:spPr>
      </p:pic>
      <p:pic>
        <p:nvPicPr>
          <p:cNvPr id="9" name="Picture 8">
            <a:extLst>
              <a:ext uri="{FF2B5EF4-FFF2-40B4-BE49-F238E27FC236}">
                <a16:creationId xmlns:a16="http://schemas.microsoft.com/office/drawing/2014/main" id="{0E3EA35E-8E45-429D-A509-4E9F6FE5BC8C}"/>
              </a:ext>
            </a:extLst>
          </p:cNvPr>
          <p:cNvPicPr>
            <a:picLocks noChangeAspect="1"/>
          </p:cNvPicPr>
          <p:nvPr/>
        </p:nvPicPr>
        <p:blipFill>
          <a:blip r:embed="rId6"/>
          <a:stretch>
            <a:fillRect/>
          </a:stretch>
        </p:blipFill>
        <p:spPr>
          <a:xfrm>
            <a:off x="3773651" y="2032753"/>
            <a:ext cx="3757743" cy="1041751"/>
          </a:xfrm>
          <a:prstGeom prst="rect">
            <a:avLst/>
          </a:prstGeom>
        </p:spPr>
      </p:pic>
    </p:spTree>
    <p:extLst>
      <p:ext uri="{BB962C8B-B14F-4D97-AF65-F5344CB8AC3E}">
        <p14:creationId xmlns:p14="http://schemas.microsoft.com/office/powerpoint/2010/main" val="23548737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B787D-A297-DF1F-4825-FC3889EE16E3}"/>
              </a:ext>
            </a:extLst>
          </p:cNvPr>
          <p:cNvSpPr>
            <a:spLocks noGrp="1"/>
          </p:cNvSpPr>
          <p:nvPr>
            <p:ph type="title"/>
          </p:nvPr>
        </p:nvSpPr>
        <p:spPr>
          <a:xfrm>
            <a:off x="834887" y="217305"/>
            <a:ext cx="9204463" cy="549274"/>
          </a:xfrm>
        </p:spPr>
        <p:txBody>
          <a:bodyPr/>
          <a:lstStyle/>
          <a:p>
            <a:r>
              <a:rPr lang="en-US" dirty="0">
                <a:solidFill>
                  <a:srgbClr val="FF0000"/>
                </a:solidFill>
              </a:rPr>
              <a:t>SUMMARY</a:t>
            </a:r>
            <a:endParaRPr lang="vi-VN" dirty="0">
              <a:solidFill>
                <a:srgbClr val="FF0000"/>
              </a:solidFill>
            </a:endParaRPr>
          </a:p>
        </p:txBody>
      </p:sp>
      <p:sp>
        <p:nvSpPr>
          <p:cNvPr id="4" name="Content Placeholder 3">
            <a:extLst>
              <a:ext uri="{FF2B5EF4-FFF2-40B4-BE49-F238E27FC236}">
                <a16:creationId xmlns:a16="http://schemas.microsoft.com/office/drawing/2014/main" id="{C46E0FDF-6605-A786-B6B6-E7920844DBE0}"/>
              </a:ext>
            </a:extLst>
          </p:cNvPr>
          <p:cNvSpPr>
            <a:spLocks noGrp="1"/>
          </p:cNvSpPr>
          <p:nvPr>
            <p:ph idx="1"/>
          </p:nvPr>
        </p:nvSpPr>
        <p:spPr>
          <a:xfrm>
            <a:off x="1258957" y="1567993"/>
            <a:ext cx="10575233" cy="4970921"/>
          </a:xfrm>
        </p:spPr>
        <p:txBody>
          <a:bodyPr>
            <a:noAutofit/>
          </a:bodyPr>
          <a:lstStyle/>
          <a:p>
            <a:pPr marL="0" marR="0">
              <a:lnSpc>
                <a:spcPct val="150000"/>
              </a:lnSpc>
            </a:pPr>
            <a:r>
              <a:rPr lang="en-US" dirty="0">
                <a:effectLst/>
                <a:latin typeface="Aptos (Body)"/>
                <a:ea typeface="Times New Roman" panose="02020603050405020304" pitchFamily="18" charset="0"/>
              </a:rPr>
              <a:t>Latches are bistable devices whose state normally depends on asynchronous inputs.</a:t>
            </a:r>
          </a:p>
          <a:p>
            <a:pPr marL="0" marR="0">
              <a:lnSpc>
                <a:spcPct val="150000"/>
              </a:lnSpc>
            </a:pPr>
            <a:r>
              <a:rPr lang="en-US" dirty="0">
                <a:effectLst/>
                <a:latin typeface="Aptos (Body)"/>
                <a:ea typeface="Times New Roman" panose="02020603050405020304" pitchFamily="18" charset="0"/>
              </a:rPr>
              <a:t>Edge-triggered flip-flops are bistable devices with synchronous inputs whose state depends on the inputs only at the triggering transition of a clock pulse. Changes in the outputs occur at the triggering transition of the clock.</a:t>
            </a:r>
          </a:p>
          <a:p>
            <a:pPr marL="0" marR="0">
              <a:lnSpc>
                <a:spcPct val="150000"/>
              </a:lnSpc>
            </a:pPr>
            <a:r>
              <a:rPr lang="en-US" dirty="0">
                <a:effectLst/>
                <a:latin typeface="Aptos (Body)"/>
                <a:ea typeface="Times New Roman" panose="02020603050405020304" pitchFamily="18" charset="0"/>
              </a:rPr>
              <a:t>Monostable multivibrators (one-shots) have one stable state. When the one-shot is triggered, the output goes to its unstable state for a time determined by an RC circuit.</a:t>
            </a:r>
          </a:p>
          <a:p>
            <a:pPr marL="0" marR="0">
              <a:lnSpc>
                <a:spcPct val="150000"/>
              </a:lnSpc>
            </a:pPr>
            <a:r>
              <a:rPr lang="en-US" dirty="0">
                <a:effectLst/>
                <a:latin typeface="Aptos (Body)"/>
                <a:ea typeface="Times New Roman" panose="02020603050405020304" pitchFamily="18" charset="0"/>
              </a:rPr>
              <a:t>Astable multivibrators have no stable states and are used as oscillators to generate timing waveforms in digital systems</a:t>
            </a:r>
            <a:r>
              <a:rPr lang="en-US" sz="2100" dirty="0">
                <a:effectLst/>
                <a:latin typeface="Aptos (Body)"/>
                <a:ea typeface="Times New Roman" panose="02020603050405020304" pitchFamily="18" charset="0"/>
              </a:rPr>
              <a:t>.</a:t>
            </a:r>
          </a:p>
          <a:p>
            <a:pPr marL="0" marR="0">
              <a:lnSpc>
                <a:spcPct val="150000"/>
              </a:lnSpc>
              <a:spcBef>
                <a:spcPts val="0"/>
              </a:spcBef>
              <a:spcAft>
                <a:spcPts val="800"/>
              </a:spcAft>
            </a:pPr>
            <a:endParaRPr lang="en-US" sz="2100" dirty="0">
              <a:effectLst/>
              <a:latin typeface="Aptos (Body)"/>
              <a:ea typeface="Calibri" panose="020F0502020204030204" pitchFamily="34" charset="0"/>
              <a:cs typeface="Times New Roman" panose="02020603050405020304" pitchFamily="18" charset="0"/>
            </a:endParaRPr>
          </a:p>
          <a:p>
            <a:pPr marL="0" marR="0" indent="0">
              <a:lnSpc>
                <a:spcPct val="150000"/>
              </a:lnSpc>
              <a:spcBef>
                <a:spcPts val="0"/>
              </a:spcBef>
              <a:buNone/>
            </a:pPr>
            <a:endParaRPr lang="en-US" sz="2100" dirty="0">
              <a:latin typeface="Aptos (Body)"/>
              <a:ea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en-US" sz="2100" dirty="0">
              <a:latin typeface="Aptos (Body)"/>
            </a:endParaRPr>
          </a:p>
          <a:p>
            <a:pPr marL="0" indent="0">
              <a:lnSpc>
                <a:spcPct val="150000"/>
              </a:lnSpc>
              <a:spcBef>
                <a:spcPts val="0"/>
              </a:spcBef>
              <a:buNone/>
            </a:pPr>
            <a:endParaRPr lang="en-US" sz="2100" dirty="0">
              <a:latin typeface="Aptos (Body)"/>
            </a:endParaRPr>
          </a:p>
        </p:txBody>
      </p:sp>
      <p:sp>
        <p:nvSpPr>
          <p:cNvPr id="5" name="TextBox 4">
            <a:extLst>
              <a:ext uri="{FF2B5EF4-FFF2-40B4-BE49-F238E27FC236}">
                <a16:creationId xmlns:a16="http://schemas.microsoft.com/office/drawing/2014/main" id="{AA3C51AB-85E1-47DC-B5CD-F6E107480075}"/>
              </a:ext>
            </a:extLst>
          </p:cNvPr>
          <p:cNvSpPr txBox="1"/>
          <p:nvPr/>
        </p:nvSpPr>
        <p:spPr>
          <a:xfrm>
            <a:off x="834887" y="956566"/>
            <a:ext cx="8584884" cy="523220"/>
          </a:xfrm>
          <a:prstGeom prst="rect">
            <a:avLst/>
          </a:prstGeom>
          <a:noFill/>
        </p:spPr>
        <p:txBody>
          <a:bodyPr wrap="square">
            <a:spAutoFit/>
          </a:bodyPr>
          <a:lstStyle/>
          <a:p>
            <a:r>
              <a:rPr lang="en-US" sz="2800" b="1" dirty="0">
                <a:solidFill>
                  <a:srgbClr val="0070C0"/>
                </a:solidFill>
                <a:latin typeface="Aptos (Body)"/>
                <a:cs typeface="Times New Roman" panose="02020603050405020304" pitchFamily="18" charset="0"/>
              </a:rPr>
              <a:t>Chapter 8: Shift Registers </a:t>
            </a:r>
          </a:p>
        </p:txBody>
      </p:sp>
      <p:sp>
        <p:nvSpPr>
          <p:cNvPr id="3" name="Slide Number Placeholder 2">
            <a:extLst>
              <a:ext uri="{FF2B5EF4-FFF2-40B4-BE49-F238E27FC236}">
                <a16:creationId xmlns:a16="http://schemas.microsoft.com/office/drawing/2014/main" id="{B1CF23F5-C312-73D4-727D-A3CBBB3BBED5}"/>
              </a:ext>
            </a:extLst>
          </p:cNvPr>
          <p:cNvSpPr>
            <a:spLocks noGrp="1"/>
          </p:cNvSpPr>
          <p:nvPr>
            <p:ph type="sldNum" sz="quarter" idx="12"/>
          </p:nvPr>
        </p:nvSpPr>
        <p:spPr/>
        <p:txBody>
          <a:bodyPr/>
          <a:lstStyle/>
          <a:p>
            <a:fld id="{644A9409-5B7A-4A68-9AEC-D10994391474}" type="slidenum">
              <a:rPr lang="vi-VN" smtClean="0"/>
              <a:t>21</a:t>
            </a:fld>
            <a:endParaRPr lang="vi-VN"/>
          </a:p>
        </p:txBody>
      </p:sp>
    </p:spTree>
    <p:extLst>
      <p:ext uri="{BB962C8B-B14F-4D97-AF65-F5344CB8AC3E}">
        <p14:creationId xmlns:p14="http://schemas.microsoft.com/office/powerpoint/2010/main" val="18867195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9C23C-E04A-4EDE-A572-3C9C5AF03F80}"/>
              </a:ext>
            </a:extLst>
          </p:cNvPr>
          <p:cNvSpPr>
            <a:spLocks noGrp="1"/>
          </p:cNvSpPr>
          <p:nvPr>
            <p:ph type="title"/>
          </p:nvPr>
        </p:nvSpPr>
        <p:spPr/>
        <p:txBody>
          <a:bodyPr/>
          <a:lstStyle/>
          <a:p>
            <a:r>
              <a:rPr lang="en-US" dirty="0">
                <a:solidFill>
                  <a:srgbClr val="FF0000"/>
                </a:solidFill>
              </a:rPr>
              <a:t>MULTIPLE-CHOICE TEST AND PROBLEMS</a:t>
            </a:r>
          </a:p>
        </p:txBody>
      </p:sp>
      <p:sp>
        <p:nvSpPr>
          <p:cNvPr id="3" name="Content Placeholder 2">
            <a:extLst>
              <a:ext uri="{FF2B5EF4-FFF2-40B4-BE49-F238E27FC236}">
                <a16:creationId xmlns:a16="http://schemas.microsoft.com/office/drawing/2014/main" id="{23951463-7E92-4307-A413-682266047F68}"/>
              </a:ext>
            </a:extLst>
          </p:cNvPr>
          <p:cNvSpPr>
            <a:spLocks noGrp="1"/>
          </p:cNvSpPr>
          <p:nvPr>
            <p:ph idx="1"/>
          </p:nvPr>
        </p:nvSpPr>
        <p:spPr>
          <a:xfrm>
            <a:off x="1036982" y="2621884"/>
            <a:ext cx="10515600" cy="1976621"/>
          </a:xfrm>
        </p:spPr>
        <p:txBody>
          <a:bodyPr>
            <a:normAutofit/>
          </a:bodyPr>
          <a:lstStyle/>
          <a:p>
            <a:pPr marL="0" indent="0" algn="ctr">
              <a:buNone/>
            </a:pPr>
            <a:r>
              <a:rPr lang="en-US" sz="3600" dirty="0">
                <a:solidFill>
                  <a:srgbClr val="0070C0"/>
                </a:solidFill>
              </a:rPr>
              <a:t>Complete the true/false questions, multiple-choice questions, and end-of-chapter exercises in the primary textbook.</a:t>
            </a:r>
          </a:p>
        </p:txBody>
      </p:sp>
      <p:sp>
        <p:nvSpPr>
          <p:cNvPr id="4" name="Slide Number Placeholder 3">
            <a:extLst>
              <a:ext uri="{FF2B5EF4-FFF2-40B4-BE49-F238E27FC236}">
                <a16:creationId xmlns:a16="http://schemas.microsoft.com/office/drawing/2014/main" id="{D8CA8595-C7DB-4A6B-833E-76AEA3A08A6A}"/>
              </a:ext>
            </a:extLst>
          </p:cNvPr>
          <p:cNvSpPr>
            <a:spLocks noGrp="1"/>
          </p:cNvSpPr>
          <p:nvPr>
            <p:ph type="sldNum" sz="quarter" idx="12"/>
          </p:nvPr>
        </p:nvSpPr>
        <p:spPr/>
        <p:txBody>
          <a:bodyPr/>
          <a:lstStyle/>
          <a:p>
            <a:fld id="{644A9409-5B7A-4A68-9AEC-D10994391474}" type="slidenum">
              <a:rPr lang="vi-VN" smtClean="0"/>
              <a:t>22</a:t>
            </a:fld>
            <a:endParaRPr lang="vi-VN"/>
          </a:p>
        </p:txBody>
      </p:sp>
    </p:spTree>
    <p:extLst>
      <p:ext uri="{BB962C8B-B14F-4D97-AF65-F5344CB8AC3E}">
        <p14:creationId xmlns:p14="http://schemas.microsoft.com/office/powerpoint/2010/main" val="360472371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4982</TotalTime>
  <Words>1182</Words>
  <Application>Microsoft Office PowerPoint</Application>
  <PresentationFormat>Widescreen</PresentationFormat>
  <Paragraphs>80</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Aptos</vt:lpstr>
      <vt:lpstr>Aptos (Body)</vt:lpstr>
      <vt:lpstr>Aptos Display</vt:lpstr>
      <vt:lpstr>Arial</vt:lpstr>
      <vt:lpstr>Helvetica</vt:lpstr>
      <vt:lpstr>Times New Roman</vt:lpstr>
      <vt:lpstr>Office Theme</vt:lpstr>
      <vt:lpstr>Chapter 8: Shift Registers    </vt:lpstr>
      <vt:lpstr>Chapter Objectives</vt:lpstr>
      <vt:lpstr>Chapter Outline</vt:lpstr>
      <vt:lpstr>8.1: Shift Register Operations</vt:lpstr>
      <vt:lpstr>8.1: Shift Register Operations</vt:lpstr>
      <vt:lpstr>8.2: Types of Shift Register Data I/Os</vt:lpstr>
      <vt:lpstr>8.2: Types of Shift Register Data I/Os</vt:lpstr>
      <vt:lpstr>8.2: Types of Shift Register Data I/Os</vt:lpstr>
      <vt:lpstr>8.2: Types of Shift Register Data I/Os</vt:lpstr>
      <vt:lpstr>8.3: Bidirectional Shift Registers</vt:lpstr>
      <vt:lpstr>8.4: Shift Register Counters</vt:lpstr>
      <vt:lpstr>8.4: Shift Register Counters</vt:lpstr>
      <vt:lpstr>8.4: Shift Register Counters</vt:lpstr>
      <vt:lpstr>8.5: Shift Register Applications</vt:lpstr>
      <vt:lpstr>8.5: Shift Register Applications</vt:lpstr>
      <vt:lpstr>8.5: Shift Register Applications</vt:lpstr>
      <vt:lpstr>8.5: Shift Register Applications</vt:lpstr>
      <vt:lpstr>8.5: Shift Register Applications</vt:lpstr>
      <vt:lpstr>8.5: Shift Register Applications</vt:lpstr>
      <vt:lpstr>8.6: Logic Symbols with Dependency Notation</vt:lpstr>
      <vt:lpstr>SUMMARY</vt:lpstr>
      <vt:lpstr>MULTIPLE-CHOICE TEST AND PROBLEMS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overview Chapter 1: Electrical fundamentals 1.1. Fundamentals units (SI) 1.2. Conductors, insulators, voltage and resistance 1.3. Ohm’s Law 1.4. Electric fields 1.5. Magnetic fields 1.6. Circuit diagrams 1.7. Practical investigation &amp; Problems</dc:title>
  <dc:creator>MaiCV2</dc:creator>
  <cp:keywords>ICI101</cp:keywords>
  <cp:lastModifiedBy>Đặng Văn Hiếu</cp:lastModifiedBy>
  <cp:revision>157</cp:revision>
  <dcterms:created xsi:type="dcterms:W3CDTF">2024-04-08T01:59:57Z</dcterms:created>
  <dcterms:modified xsi:type="dcterms:W3CDTF">2025-08-27T03:45:37Z</dcterms:modified>
</cp:coreProperties>
</file>