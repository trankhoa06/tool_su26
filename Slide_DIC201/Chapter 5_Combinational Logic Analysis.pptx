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258" r:id="rId2"/>
    <p:sldId id="327" r:id="rId3"/>
    <p:sldId id="296" r:id="rId4"/>
    <p:sldId id="329" r:id="rId5"/>
    <p:sldId id="402" r:id="rId6"/>
    <p:sldId id="403" r:id="rId7"/>
    <p:sldId id="404" r:id="rId8"/>
    <p:sldId id="396" r:id="rId9"/>
    <p:sldId id="406" r:id="rId10"/>
    <p:sldId id="405" r:id="rId11"/>
    <p:sldId id="397" r:id="rId12"/>
    <p:sldId id="407" r:id="rId13"/>
    <p:sldId id="399" r:id="rId14"/>
    <p:sldId id="408" r:id="rId15"/>
    <p:sldId id="409" r:id="rId16"/>
    <p:sldId id="410" r:id="rId17"/>
    <p:sldId id="411" r:id="rId18"/>
    <p:sldId id="412" r:id="rId19"/>
    <p:sldId id="398" r:id="rId20"/>
    <p:sldId id="400" r:id="rId21"/>
    <p:sldId id="413" r:id="rId22"/>
    <p:sldId id="414" r:id="rId23"/>
    <p:sldId id="415" r:id="rId24"/>
    <p:sldId id="416" r:id="rId25"/>
    <p:sldId id="368" r:id="rId26"/>
    <p:sldId id="367"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112020-9413-486F-BA5D-75CDAEC9B132}" v="33" dt="2024-04-17T15:14:20.50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529" autoAdjust="0"/>
    <p:restoredTop sz="94249" autoAdjust="0"/>
  </p:normalViewPr>
  <p:slideViewPr>
    <p:cSldViewPr snapToGrid="0">
      <p:cViewPr varScale="1">
        <p:scale>
          <a:sx n="72" d="100"/>
          <a:sy n="72" d="100"/>
        </p:scale>
        <p:origin x="312" y="66"/>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55" d="100"/>
          <a:sy n="55" d="100"/>
        </p:scale>
        <p:origin x="2880" y="7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i Cao Van" userId="f7949ac2-728d-41dd-ad7e-3544eb396517" providerId="ADAL" clId="{9A112020-9413-486F-BA5D-75CDAEC9B132}"/>
    <pc:docChg chg="undo custSel addSld delSld modSld">
      <pc:chgData name="Mai Cao Van" userId="f7949ac2-728d-41dd-ad7e-3544eb396517" providerId="ADAL" clId="{9A112020-9413-486F-BA5D-75CDAEC9B132}" dt="2024-04-17T15:14:29.613" v="118" actId="14100"/>
      <pc:docMkLst>
        <pc:docMk/>
      </pc:docMkLst>
      <pc:sldChg chg="del">
        <pc:chgData name="Mai Cao Van" userId="f7949ac2-728d-41dd-ad7e-3544eb396517" providerId="ADAL" clId="{9A112020-9413-486F-BA5D-75CDAEC9B132}" dt="2024-04-17T14:19:53.332" v="0" actId="47"/>
        <pc:sldMkLst>
          <pc:docMk/>
          <pc:sldMk cId="2414208525" sldId="256"/>
        </pc:sldMkLst>
      </pc:sldChg>
      <pc:sldChg chg="del">
        <pc:chgData name="Mai Cao Van" userId="f7949ac2-728d-41dd-ad7e-3544eb396517" providerId="ADAL" clId="{9A112020-9413-486F-BA5D-75CDAEC9B132}" dt="2024-04-17T14:19:53.332" v="0" actId="47"/>
        <pc:sldMkLst>
          <pc:docMk/>
          <pc:sldMk cId="3626776459" sldId="257"/>
        </pc:sldMkLst>
      </pc:sldChg>
      <pc:sldChg chg="modSp mod modClrScheme chgLayout">
        <pc:chgData name="Mai Cao Van" userId="f7949ac2-728d-41dd-ad7e-3544eb396517" providerId="ADAL" clId="{9A112020-9413-486F-BA5D-75CDAEC9B132}" dt="2024-04-17T14:20:18.691" v="9" actId="207"/>
        <pc:sldMkLst>
          <pc:docMk/>
          <pc:sldMk cId="3190321118" sldId="258"/>
        </pc:sldMkLst>
        <pc:spChg chg="mod ord">
          <ac:chgData name="Mai Cao Van" userId="f7949ac2-728d-41dd-ad7e-3544eb396517" providerId="ADAL" clId="{9A112020-9413-486F-BA5D-75CDAEC9B132}" dt="2024-04-17T14:20:18.691" v="9" actId="207"/>
          <ac:spMkLst>
            <pc:docMk/>
            <pc:sldMk cId="3190321118" sldId="258"/>
            <ac:spMk id="2" creationId="{07CF3735-88FE-51EE-7EA1-A930D1D9D4F9}"/>
          </ac:spMkLst>
        </pc:spChg>
        <pc:spChg chg="mod ord">
          <ac:chgData name="Mai Cao Van" userId="f7949ac2-728d-41dd-ad7e-3544eb396517" providerId="ADAL" clId="{9A112020-9413-486F-BA5D-75CDAEC9B132}" dt="2024-04-17T14:20:02.053" v="5" actId="120"/>
          <ac:spMkLst>
            <pc:docMk/>
            <pc:sldMk cId="3190321118" sldId="258"/>
            <ac:spMk id="9" creationId="{F0932675-FEE9-806C-4C5C-4E45D1CBCBF5}"/>
          </ac:spMkLst>
        </pc:spChg>
      </pc:sldChg>
      <pc:sldChg chg="del">
        <pc:chgData name="Mai Cao Van" userId="f7949ac2-728d-41dd-ad7e-3544eb396517" providerId="ADAL" clId="{9A112020-9413-486F-BA5D-75CDAEC9B132}" dt="2024-04-17T14:20:32.404" v="10" actId="47"/>
        <pc:sldMkLst>
          <pc:docMk/>
          <pc:sldMk cId="671320278" sldId="259"/>
        </pc:sldMkLst>
      </pc:sldChg>
      <pc:sldChg chg="del">
        <pc:chgData name="Mai Cao Van" userId="f7949ac2-728d-41dd-ad7e-3544eb396517" providerId="ADAL" clId="{9A112020-9413-486F-BA5D-75CDAEC9B132}" dt="2024-04-17T14:20:32.404" v="10" actId="47"/>
        <pc:sldMkLst>
          <pc:docMk/>
          <pc:sldMk cId="997350594" sldId="260"/>
        </pc:sldMkLst>
      </pc:sldChg>
      <pc:sldChg chg="del">
        <pc:chgData name="Mai Cao Van" userId="f7949ac2-728d-41dd-ad7e-3544eb396517" providerId="ADAL" clId="{9A112020-9413-486F-BA5D-75CDAEC9B132}" dt="2024-04-17T14:20:32.404" v="10" actId="47"/>
        <pc:sldMkLst>
          <pc:docMk/>
          <pc:sldMk cId="2206777267" sldId="261"/>
        </pc:sldMkLst>
      </pc:sldChg>
      <pc:sldChg chg="del">
        <pc:chgData name="Mai Cao Van" userId="f7949ac2-728d-41dd-ad7e-3544eb396517" providerId="ADAL" clId="{9A112020-9413-486F-BA5D-75CDAEC9B132}" dt="2024-04-17T14:20:32.404" v="10" actId="47"/>
        <pc:sldMkLst>
          <pc:docMk/>
          <pc:sldMk cId="275489809" sldId="262"/>
        </pc:sldMkLst>
      </pc:sldChg>
      <pc:sldChg chg="del">
        <pc:chgData name="Mai Cao Van" userId="f7949ac2-728d-41dd-ad7e-3544eb396517" providerId="ADAL" clId="{9A112020-9413-486F-BA5D-75CDAEC9B132}" dt="2024-04-17T14:20:32.404" v="10" actId="47"/>
        <pc:sldMkLst>
          <pc:docMk/>
          <pc:sldMk cId="1491464535" sldId="263"/>
        </pc:sldMkLst>
      </pc:sldChg>
      <pc:sldChg chg="del">
        <pc:chgData name="Mai Cao Van" userId="f7949ac2-728d-41dd-ad7e-3544eb396517" providerId="ADAL" clId="{9A112020-9413-486F-BA5D-75CDAEC9B132}" dt="2024-04-17T14:20:32.404" v="10" actId="47"/>
        <pc:sldMkLst>
          <pc:docMk/>
          <pc:sldMk cId="1936108424" sldId="264"/>
        </pc:sldMkLst>
      </pc:sldChg>
      <pc:sldChg chg="del">
        <pc:chgData name="Mai Cao Van" userId="f7949ac2-728d-41dd-ad7e-3544eb396517" providerId="ADAL" clId="{9A112020-9413-486F-BA5D-75CDAEC9B132}" dt="2024-04-17T14:20:32.404" v="10" actId="47"/>
        <pc:sldMkLst>
          <pc:docMk/>
          <pc:sldMk cId="2553395001" sldId="265"/>
        </pc:sldMkLst>
      </pc:sldChg>
      <pc:sldChg chg="del">
        <pc:chgData name="Mai Cao Van" userId="f7949ac2-728d-41dd-ad7e-3544eb396517" providerId="ADAL" clId="{9A112020-9413-486F-BA5D-75CDAEC9B132}" dt="2024-04-17T14:20:32.404" v="10" actId="47"/>
        <pc:sldMkLst>
          <pc:docMk/>
          <pc:sldMk cId="1089765472" sldId="266"/>
        </pc:sldMkLst>
      </pc:sldChg>
      <pc:sldChg chg="del">
        <pc:chgData name="Mai Cao Van" userId="f7949ac2-728d-41dd-ad7e-3544eb396517" providerId="ADAL" clId="{9A112020-9413-486F-BA5D-75CDAEC9B132}" dt="2024-04-17T14:20:32.404" v="10" actId="47"/>
        <pc:sldMkLst>
          <pc:docMk/>
          <pc:sldMk cId="2160731846" sldId="267"/>
        </pc:sldMkLst>
      </pc:sldChg>
      <pc:sldChg chg="del">
        <pc:chgData name="Mai Cao Van" userId="f7949ac2-728d-41dd-ad7e-3544eb396517" providerId="ADAL" clId="{9A112020-9413-486F-BA5D-75CDAEC9B132}" dt="2024-04-17T14:20:32.404" v="10" actId="47"/>
        <pc:sldMkLst>
          <pc:docMk/>
          <pc:sldMk cId="2336286143" sldId="268"/>
        </pc:sldMkLst>
      </pc:sldChg>
      <pc:sldChg chg="del">
        <pc:chgData name="Mai Cao Van" userId="f7949ac2-728d-41dd-ad7e-3544eb396517" providerId="ADAL" clId="{9A112020-9413-486F-BA5D-75CDAEC9B132}" dt="2024-04-17T14:20:32.404" v="10" actId="47"/>
        <pc:sldMkLst>
          <pc:docMk/>
          <pc:sldMk cId="1031732853" sldId="269"/>
        </pc:sldMkLst>
      </pc:sldChg>
      <pc:sldChg chg="del">
        <pc:chgData name="Mai Cao Van" userId="f7949ac2-728d-41dd-ad7e-3544eb396517" providerId="ADAL" clId="{9A112020-9413-486F-BA5D-75CDAEC9B132}" dt="2024-04-17T14:19:53.332" v="0" actId="47"/>
        <pc:sldMkLst>
          <pc:docMk/>
          <pc:sldMk cId="2643067150" sldId="271"/>
        </pc:sldMkLst>
      </pc:sldChg>
      <pc:sldChg chg="del">
        <pc:chgData name="Mai Cao Van" userId="f7949ac2-728d-41dd-ad7e-3544eb396517" providerId="ADAL" clId="{9A112020-9413-486F-BA5D-75CDAEC9B132}" dt="2024-04-17T14:19:53.332" v="0" actId="47"/>
        <pc:sldMkLst>
          <pc:docMk/>
          <pc:sldMk cId="100890814" sldId="272"/>
        </pc:sldMkLst>
      </pc:sldChg>
      <pc:sldChg chg="del">
        <pc:chgData name="Mai Cao Van" userId="f7949ac2-728d-41dd-ad7e-3544eb396517" providerId="ADAL" clId="{9A112020-9413-486F-BA5D-75CDAEC9B132}" dt="2024-04-17T14:19:53.332" v="0" actId="47"/>
        <pc:sldMkLst>
          <pc:docMk/>
          <pc:sldMk cId="3352985877" sldId="273"/>
        </pc:sldMkLst>
      </pc:sldChg>
      <pc:sldChg chg="del">
        <pc:chgData name="Mai Cao Van" userId="f7949ac2-728d-41dd-ad7e-3544eb396517" providerId="ADAL" clId="{9A112020-9413-486F-BA5D-75CDAEC9B132}" dt="2024-04-17T14:19:53.332" v="0" actId="47"/>
        <pc:sldMkLst>
          <pc:docMk/>
          <pc:sldMk cId="3218896443" sldId="274"/>
        </pc:sldMkLst>
      </pc:sldChg>
      <pc:sldChg chg="del">
        <pc:chgData name="Mai Cao Van" userId="f7949ac2-728d-41dd-ad7e-3544eb396517" providerId="ADAL" clId="{9A112020-9413-486F-BA5D-75CDAEC9B132}" dt="2024-04-17T14:19:53.332" v="0" actId="47"/>
        <pc:sldMkLst>
          <pc:docMk/>
          <pc:sldMk cId="531915942" sldId="275"/>
        </pc:sldMkLst>
      </pc:sldChg>
      <pc:sldChg chg="del">
        <pc:chgData name="Mai Cao Van" userId="f7949ac2-728d-41dd-ad7e-3544eb396517" providerId="ADAL" clId="{9A112020-9413-486F-BA5D-75CDAEC9B132}" dt="2024-04-17T14:19:53.332" v="0" actId="47"/>
        <pc:sldMkLst>
          <pc:docMk/>
          <pc:sldMk cId="2952181570" sldId="276"/>
        </pc:sldMkLst>
      </pc:sldChg>
      <pc:sldChg chg="del">
        <pc:chgData name="Mai Cao Van" userId="f7949ac2-728d-41dd-ad7e-3544eb396517" providerId="ADAL" clId="{9A112020-9413-486F-BA5D-75CDAEC9B132}" dt="2024-04-17T14:19:53.332" v="0" actId="47"/>
        <pc:sldMkLst>
          <pc:docMk/>
          <pc:sldMk cId="579499132" sldId="277"/>
        </pc:sldMkLst>
      </pc:sldChg>
      <pc:sldChg chg="del">
        <pc:chgData name="Mai Cao Van" userId="f7949ac2-728d-41dd-ad7e-3544eb396517" providerId="ADAL" clId="{9A112020-9413-486F-BA5D-75CDAEC9B132}" dt="2024-04-17T14:19:53.332" v="0" actId="47"/>
        <pc:sldMkLst>
          <pc:docMk/>
          <pc:sldMk cId="3058281605" sldId="278"/>
        </pc:sldMkLst>
      </pc:sldChg>
      <pc:sldChg chg="del">
        <pc:chgData name="Mai Cao Van" userId="f7949ac2-728d-41dd-ad7e-3544eb396517" providerId="ADAL" clId="{9A112020-9413-486F-BA5D-75CDAEC9B132}" dt="2024-04-17T14:19:53.332" v="0" actId="47"/>
        <pc:sldMkLst>
          <pc:docMk/>
          <pc:sldMk cId="3443217586" sldId="279"/>
        </pc:sldMkLst>
      </pc:sldChg>
      <pc:sldChg chg="del">
        <pc:chgData name="Mai Cao Van" userId="f7949ac2-728d-41dd-ad7e-3544eb396517" providerId="ADAL" clId="{9A112020-9413-486F-BA5D-75CDAEC9B132}" dt="2024-04-17T14:19:53.332" v="0" actId="47"/>
        <pc:sldMkLst>
          <pc:docMk/>
          <pc:sldMk cId="101532945" sldId="280"/>
        </pc:sldMkLst>
      </pc:sldChg>
      <pc:sldChg chg="del">
        <pc:chgData name="Mai Cao Van" userId="f7949ac2-728d-41dd-ad7e-3544eb396517" providerId="ADAL" clId="{9A112020-9413-486F-BA5D-75CDAEC9B132}" dt="2024-04-17T14:19:53.332" v="0" actId="47"/>
        <pc:sldMkLst>
          <pc:docMk/>
          <pc:sldMk cId="1617769310" sldId="281"/>
        </pc:sldMkLst>
      </pc:sldChg>
      <pc:sldChg chg="del">
        <pc:chgData name="Mai Cao Van" userId="f7949ac2-728d-41dd-ad7e-3544eb396517" providerId="ADAL" clId="{9A112020-9413-486F-BA5D-75CDAEC9B132}" dt="2024-04-17T14:19:53.332" v="0" actId="47"/>
        <pc:sldMkLst>
          <pc:docMk/>
          <pc:sldMk cId="880446481" sldId="282"/>
        </pc:sldMkLst>
      </pc:sldChg>
      <pc:sldChg chg="del">
        <pc:chgData name="Mai Cao Van" userId="f7949ac2-728d-41dd-ad7e-3544eb396517" providerId="ADAL" clId="{9A112020-9413-486F-BA5D-75CDAEC9B132}" dt="2024-04-17T14:19:53.332" v="0" actId="47"/>
        <pc:sldMkLst>
          <pc:docMk/>
          <pc:sldMk cId="3670850264" sldId="283"/>
        </pc:sldMkLst>
      </pc:sldChg>
      <pc:sldChg chg="del">
        <pc:chgData name="Mai Cao Van" userId="f7949ac2-728d-41dd-ad7e-3544eb396517" providerId="ADAL" clId="{9A112020-9413-486F-BA5D-75CDAEC9B132}" dt="2024-04-17T14:19:53.332" v="0" actId="47"/>
        <pc:sldMkLst>
          <pc:docMk/>
          <pc:sldMk cId="3727363365" sldId="284"/>
        </pc:sldMkLst>
      </pc:sldChg>
      <pc:sldChg chg="del">
        <pc:chgData name="Mai Cao Van" userId="f7949ac2-728d-41dd-ad7e-3544eb396517" providerId="ADAL" clId="{9A112020-9413-486F-BA5D-75CDAEC9B132}" dt="2024-04-17T14:19:53.332" v="0" actId="47"/>
        <pc:sldMkLst>
          <pc:docMk/>
          <pc:sldMk cId="2346282213" sldId="285"/>
        </pc:sldMkLst>
      </pc:sldChg>
      <pc:sldChg chg="del">
        <pc:chgData name="Mai Cao Van" userId="f7949ac2-728d-41dd-ad7e-3544eb396517" providerId="ADAL" clId="{9A112020-9413-486F-BA5D-75CDAEC9B132}" dt="2024-04-17T14:19:53.332" v="0" actId="47"/>
        <pc:sldMkLst>
          <pc:docMk/>
          <pc:sldMk cId="1909053363" sldId="286"/>
        </pc:sldMkLst>
      </pc:sldChg>
      <pc:sldChg chg="del">
        <pc:chgData name="Mai Cao Van" userId="f7949ac2-728d-41dd-ad7e-3544eb396517" providerId="ADAL" clId="{9A112020-9413-486F-BA5D-75CDAEC9B132}" dt="2024-04-17T14:20:32.404" v="10" actId="47"/>
        <pc:sldMkLst>
          <pc:docMk/>
          <pc:sldMk cId="1194563085" sldId="287"/>
        </pc:sldMkLst>
      </pc:sldChg>
      <pc:sldChg chg="del">
        <pc:chgData name="Mai Cao Van" userId="f7949ac2-728d-41dd-ad7e-3544eb396517" providerId="ADAL" clId="{9A112020-9413-486F-BA5D-75CDAEC9B132}" dt="2024-04-17T14:19:53.332" v="0" actId="47"/>
        <pc:sldMkLst>
          <pc:docMk/>
          <pc:sldMk cId="2926019977" sldId="288"/>
        </pc:sldMkLst>
      </pc:sldChg>
      <pc:sldChg chg="del">
        <pc:chgData name="Mai Cao Van" userId="f7949ac2-728d-41dd-ad7e-3544eb396517" providerId="ADAL" clId="{9A112020-9413-486F-BA5D-75CDAEC9B132}" dt="2024-04-17T14:19:53.332" v="0" actId="47"/>
        <pc:sldMkLst>
          <pc:docMk/>
          <pc:sldMk cId="477283182" sldId="289"/>
        </pc:sldMkLst>
      </pc:sldChg>
      <pc:sldChg chg="del">
        <pc:chgData name="Mai Cao Van" userId="f7949ac2-728d-41dd-ad7e-3544eb396517" providerId="ADAL" clId="{9A112020-9413-486F-BA5D-75CDAEC9B132}" dt="2024-04-17T14:19:53.332" v="0" actId="47"/>
        <pc:sldMkLst>
          <pc:docMk/>
          <pc:sldMk cId="152004715" sldId="290"/>
        </pc:sldMkLst>
      </pc:sldChg>
      <pc:sldChg chg="del">
        <pc:chgData name="Mai Cao Van" userId="f7949ac2-728d-41dd-ad7e-3544eb396517" providerId="ADAL" clId="{9A112020-9413-486F-BA5D-75CDAEC9B132}" dt="2024-04-17T14:19:53.332" v="0" actId="47"/>
        <pc:sldMkLst>
          <pc:docMk/>
          <pc:sldMk cId="1932815543" sldId="291"/>
        </pc:sldMkLst>
      </pc:sldChg>
      <pc:sldChg chg="del">
        <pc:chgData name="Mai Cao Van" userId="f7949ac2-728d-41dd-ad7e-3544eb396517" providerId="ADAL" clId="{9A112020-9413-486F-BA5D-75CDAEC9B132}" dt="2024-04-17T14:19:53.332" v="0" actId="47"/>
        <pc:sldMkLst>
          <pc:docMk/>
          <pc:sldMk cId="1532717068" sldId="292"/>
        </pc:sldMkLst>
      </pc:sldChg>
      <pc:sldChg chg="del">
        <pc:chgData name="Mai Cao Van" userId="f7949ac2-728d-41dd-ad7e-3544eb396517" providerId="ADAL" clId="{9A112020-9413-486F-BA5D-75CDAEC9B132}" dt="2024-04-17T14:19:53.332" v="0" actId="47"/>
        <pc:sldMkLst>
          <pc:docMk/>
          <pc:sldMk cId="2474586941" sldId="293"/>
        </pc:sldMkLst>
      </pc:sldChg>
      <pc:sldChg chg="del">
        <pc:chgData name="Mai Cao Van" userId="f7949ac2-728d-41dd-ad7e-3544eb396517" providerId="ADAL" clId="{9A112020-9413-486F-BA5D-75CDAEC9B132}" dt="2024-04-17T14:19:53.332" v="0" actId="47"/>
        <pc:sldMkLst>
          <pc:docMk/>
          <pc:sldMk cId="986597189" sldId="294"/>
        </pc:sldMkLst>
      </pc:sldChg>
      <pc:sldChg chg="del">
        <pc:chgData name="Mai Cao Van" userId="f7949ac2-728d-41dd-ad7e-3544eb396517" providerId="ADAL" clId="{9A112020-9413-486F-BA5D-75CDAEC9B132}" dt="2024-04-17T14:19:53.332" v="0" actId="47"/>
        <pc:sldMkLst>
          <pc:docMk/>
          <pc:sldMk cId="4170217672" sldId="295"/>
        </pc:sldMkLst>
      </pc:sldChg>
      <pc:sldChg chg="addSp delSp modSp mod chgLayout">
        <pc:chgData name="Mai Cao Van" userId="f7949ac2-728d-41dd-ad7e-3544eb396517" providerId="ADAL" clId="{9A112020-9413-486F-BA5D-75CDAEC9B132}" dt="2024-04-17T15:07:47.436" v="76" actId="113"/>
        <pc:sldMkLst>
          <pc:docMk/>
          <pc:sldMk cId="1501905343" sldId="296"/>
        </pc:sldMkLst>
        <pc:spChg chg="mod ord">
          <ac:chgData name="Mai Cao Van" userId="f7949ac2-728d-41dd-ad7e-3544eb396517" providerId="ADAL" clId="{9A112020-9413-486F-BA5D-75CDAEC9B132}" dt="2024-04-17T15:02:08.447" v="30" actId="6264"/>
          <ac:spMkLst>
            <pc:docMk/>
            <pc:sldMk cId="1501905343" sldId="296"/>
            <ac:spMk id="2" creationId="{8C430AE8-0EBE-B0C5-28F2-79A2A6992611}"/>
          </ac:spMkLst>
        </pc:spChg>
        <pc:spChg chg="mod ord">
          <ac:chgData name="Mai Cao Van" userId="f7949ac2-728d-41dd-ad7e-3544eb396517" providerId="ADAL" clId="{9A112020-9413-486F-BA5D-75CDAEC9B132}" dt="2024-04-17T15:03:37.451" v="47" actId="123"/>
          <ac:spMkLst>
            <pc:docMk/>
            <pc:sldMk cId="1501905343" sldId="296"/>
            <ac:spMk id="4" creationId="{BE7F8D9A-9F36-3F42-5DDB-B214C4EAC8A6}"/>
          </ac:spMkLst>
        </pc:spChg>
        <pc:spChg chg="add del mod">
          <ac:chgData name="Mai Cao Van" userId="f7949ac2-728d-41dd-ad7e-3544eb396517" providerId="ADAL" clId="{9A112020-9413-486F-BA5D-75CDAEC9B132}" dt="2024-04-17T14:58:01.765" v="16" actId="6264"/>
          <ac:spMkLst>
            <pc:docMk/>
            <pc:sldMk cId="1501905343" sldId="296"/>
            <ac:spMk id="6" creationId="{4E16FE9D-6910-3544-261B-84B87D8CEB42}"/>
          </ac:spMkLst>
        </pc:spChg>
        <pc:spChg chg="add del mod">
          <ac:chgData name="Mai Cao Van" userId="f7949ac2-728d-41dd-ad7e-3544eb396517" providerId="ADAL" clId="{9A112020-9413-486F-BA5D-75CDAEC9B132}" dt="2024-04-17T14:58:01.765" v="16" actId="6264"/>
          <ac:spMkLst>
            <pc:docMk/>
            <pc:sldMk cId="1501905343" sldId="296"/>
            <ac:spMk id="7" creationId="{7F0A6817-88FB-7DF1-0253-7A09FF946583}"/>
          </ac:spMkLst>
        </pc:spChg>
        <pc:spChg chg="add del mod">
          <ac:chgData name="Mai Cao Van" userId="f7949ac2-728d-41dd-ad7e-3544eb396517" providerId="ADAL" clId="{9A112020-9413-486F-BA5D-75CDAEC9B132}" dt="2024-04-17T15:02:08.447" v="30" actId="6264"/>
          <ac:spMkLst>
            <pc:docMk/>
            <pc:sldMk cId="1501905343" sldId="296"/>
            <ac:spMk id="8" creationId="{4C016DF6-0FEB-F18C-BF4A-135819304B30}"/>
          </ac:spMkLst>
        </pc:spChg>
        <pc:spChg chg="add del mod">
          <ac:chgData name="Mai Cao Van" userId="f7949ac2-728d-41dd-ad7e-3544eb396517" providerId="ADAL" clId="{9A112020-9413-486F-BA5D-75CDAEC9B132}" dt="2024-04-17T15:02:08.447" v="30" actId="6264"/>
          <ac:spMkLst>
            <pc:docMk/>
            <pc:sldMk cId="1501905343" sldId="296"/>
            <ac:spMk id="9" creationId="{F07948B4-DBBE-2601-1A16-1F3D99DFC0B4}"/>
          </ac:spMkLst>
        </pc:spChg>
        <pc:spChg chg="add mod">
          <ac:chgData name="Mai Cao Van" userId="f7949ac2-728d-41dd-ad7e-3544eb396517" providerId="ADAL" clId="{9A112020-9413-486F-BA5D-75CDAEC9B132}" dt="2024-04-17T15:07:47.436" v="76" actId="113"/>
          <ac:spMkLst>
            <pc:docMk/>
            <pc:sldMk cId="1501905343" sldId="296"/>
            <ac:spMk id="13" creationId="{C0DE56BB-D25E-8028-4B39-613B82E2F666}"/>
          </ac:spMkLst>
        </pc:spChg>
        <pc:picChg chg="add del mod">
          <ac:chgData name="Mai Cao Van" userId="f7949ac2-728d-41dd-ad7e-3544eb396517" providerId="ADAL" clId="{9A112020-9413-486F-BA5D-75CDAEC9B132}" dt="2024-04-17T14:58:25.778" v="17" actId="478"/>
          <ac:picMkLst>
            <pc:docMk/>
            <pc:sldMk cId="1501905343" sldId="296"/>
            <ac:picMk id="5" creationId="{DAFB7174-EBC2-F8A4-63D1-02D5BDF15D48}"/>
          </ac:picMkLst>
        </pc:picChg>
        <pc:picChg chg="add mod">
          <ac:chgData name="Mai Cao Van" userId="f7949ac2-728d-41dd-ad7e-3544eb396517" providerId="ADAL" clId="{9A112020-9413-486F-BA5D-75CDAEC9B132}" dt="2024-04-17T15:03:32.009" v="46" actId="1035"/>
          <ac:picMkLst>
            <pc:docMk/>
            <pc:sldMk cId="1501905343" sldId="296"/>
            <ac:picMk id="11" creationId="{3060298A-DE97-347C-64A7-3756612B109F}"/>
          </ac:picMkLst>
        </pc:picChg>
      </pc:sldChg>
      <pc:sldChg chg="addSp delSp modSp add mod chgLayout">
        <pc:chgData name="Mai Cao Van" userId="f7949ac2-728d-41dd-ad7e-3544eb396517" providerId="ADAL" clId="{9A112020-9413-486F-BA5D-75CDAEC9B132}" dt="2024-04-17T15:07:40.195" v="75" actId="113"/>
        <pc:sldMkLst>
          <pc:docMk/>
          <pc:sldMk cId="2933662193" sldId="301"/>
        </pc:sldMkLst>
        <pc:spChg chg="mod ord">
          <ac:chgData name="Mai Cao Van" userId="f7949ac2-728d-41dd-ad7e-3544eb396517" providerId="ADAL" clId="{9A112020-9413-486F-BA5D-75CDAEC9B132}" dt="2024-04-17T15:05:44.895" v="59" actId="6264"/>
          <ac:spMkLst>
            <pc:docMk/>
            <pc:sldMk cId="2933662193" sldId="301"/>
            <ac:spMk id="2" creationId="{8C430AE8-0EBE-B0C5-28F2-79A2A6992611}"/>
          </ac:spMkLst>
        </pc:spChg>
        <pc:spChg chg="add del mod">
          <ac:chgData name="Mai Cao Van" userId="f7949ac2-728d-41dd-ad7e-3544eb396517" providerId="ADAL" clId="{9A112020-9413-486F-BA5D-75CDAEC9B132}" dt="2024-04-17T15:05:44.895" v="59" actId="6264"/>
          <ac:spMkLst>
            <pc:docMk/>
            <pc:sldMk cId="2933662193" sldId="301"/>
            <ac:spMk id="3" creationId="{70A34787-31ED-7DDC-549A-161AF8900A2B}"/>
          </ac:spMkLst>
        </pc:spChg>
        <pc:spChg chg="mod ord">
          <ac:chgData name="Mai Cao Van" userId="f7949ac2-728d-41dd-ad7e-3544eb396517" providerId="ADAL" clId="{9A112020-9413-486F-BA5D-75CDAEC9B132}" dt="2024-04-17T15:06:11.303" v="68" actId="27636"/>
          <ac:spMkLst>
            <pc:docMk/>
            <pc:sldMk cId="2933662193" sldId="301"/>
            <ac:spMk id="4" creationId="{BE7F8D9A-9F36-3F42-5DDB-B214C4EAC8A6}"/>
          </ac:spMkLst>
        </pc:spChg>
        <pc:spChg chg="add del mod">
          <ac:chgData name="Mai Cao Van" userId="f7949ac2-728d-41dd-ad7e-3544eb396517" providerId="ADAL" clId="{9A112020-9413-486F-BA5D-75CDAEC9B132}" dt="2024-04-17T15:05:44.895" v="59" actId="6264"/>
          <ac:spMkLst>
            <pc:docMk/>
            <pc:sldMk cId="2933662193" sldId="301"/>
            <ac:spMk id="5" creationId="{2AB4403E-1207-5BEB-0BA0-55A57680AB16}"/>
          </ac:spMkLst>
        </pc:spChg>
        <pc:spChg chg="mod">
          <ac:chgData name="Mai Cao Van" userId="f7949ac2-728d-41dd-ad7e-3544eb396517" providerId="ADAL" clId="{9A112020-9413-486F-BA5D-75CDAEC9B132}" dt="2024-04-17T15:07:40.195" v="75" actId="113"/>
          <ac:spMkLst>
            <pc:docMk/>
            <pc:sldMk cId="2933662193" sldId="301"/>
            <ac:spMk id="13" creationId="{C0DE56BB-D25E-8028-4B39-613B82E2F666}"/>
          </ac:spMkLst>
        </pc:spChg>
        <pc:picChg chg="add mod">
          <ac:chgData name="Mai Cao Van" userId="f7949ac2-728d-41dd-ad7e-3544eb396517" providerId="ADAL" clId="{9A112020-9413-486F-BA5D-75CDAEC9B132}" dt="2024-04-17T15:07:11.801" v="72" actId="14100"/>
          <ac:picMkLst>
            <pc:docMk/>
            <pc:sldMk cId="2933662193" sldId="301"/>
            <ac:picMk id="7" creationId="{BACB1871-71F6-5AFF-51A8-84E978A82971}"/>
          </ac:picMkLst>
        </pc:picChg>
        <pc:picChg chg="del">
          <ac:chgData name="Mai Cao Van" userId="f7949ac2-728d-41dd-ad7e-3544eb396517" providerId="ADAL" clId="{9A112020-9413-486F-BA5D-75CDAEC9B132}" dt="2024-04-17T15:05:56.729" v="63" actId="478"/>
          <ac:picMkLst>
            <pc:docMk/>
            <pc:sldMk cId="2933662193" sldId="301"/>
            <ac:picMk id="11" creationId="{3060298A-DE97-347C-64A7-3756612B109F}"/>
          </ac:picMkLst>
        </pc:picChg>
      </pc:sldChg>
      <pc:sldChg chg="del">
        <pc:chgData name="Mai Cao Van" userId="f7949ac2-728d-41dd-ad7e-3544eb396517" providerId="ADAL" clId="{9A112020-9413-486F-BA5D-75CDAEC9B132}" dt="2024-04-17T14:20:32.404" v="10" actId="47"/>
        <pc:sldMkLst>
          <pc:docMk/>
          <pc:sldMk cId="3461348225" sldId="301"/>
        </pc:sldMkLst>
      </pc:sldChg>
      <pc:sldChg chg="del">
        <pc:chgData name="Mai Cao Van" userId="f7949ac2-728d-41dd-ad7e-3544eb396517" providerId="ADAL" clId="{9A112020-9413-486F-BA5D-75CDAEC9B132}" dt="2024-04-17T14:20:32.404" v="10" actId="47"/>
        <pc:sldMkLst>
          <pc:docMk/>
          <pc:sldMk cId="323320354" sldId="302"/>
        </pc:sldMkLst>
      </pc:sldChg>
      <pc:sldChg chg="modSp add mod">
        <pc:chgData name="Mai Cao Van" userId="f7949ac2-728d-41dd-ad7e-3544eb396517" providerId="ADAL" clId="{9A112020-9413-486F-BA5D-75CDAEC9B132}" dt="2024-04-17T15:14:29.613" v="118" actId="14100"/>
        <pc:sldMkLst>
          <pc:docMk/>
          <pc:sldMk cId="2652356429" sldId="302"/>
        </pc:sldMkLst>
        <pc:spChg chg="mod">
          <ac:chgData name="Mai Cao Van" userId="f7949ac2-728d-41dd-ad7e-3544eb396517" providerId="ADAL" clId="{9A112020-9413-486F-BA5D-75CDAEC9B132}" dt="2024-04-17T15:14:29.613" v="118" actId="14100"/>
          <ac:spMkLst>
            <pc:docMk/>
            <pc:sldMk cId="2652356429" sldId="302"/>
            <ac:spMk id="4" creationId="{BE7F8D9A-9F36-3F42-5DDB-B214C4EAC8A6}"/>
          </ac:spMkLst>
        </pc:spChg>
      </pc:sldChg>
      <pc:sldChg chg="del">
        <pc:chgData name="Mai Cao Van" userId="f7949ac2-728d-41dd-ad7e-3544eb396517" providerId="ADAL" clId="{9A112020-9413-486F-BA5D-75CDAEC9B132}" dt="2024-04-17T14:20:32.404" v="10" actId="47"/>
        <pc:sldMkLst>
          <pc:docMk/>
          <pc:sldMk cId="1982246672" sldId="303"/>
        </pc:sldMkLst>
      </pc:sldChg>
      <pc:sldChg chg="del">
        <pc:chgData name="Mai Cao Van" userId="f7949ac2-728d-41dd-ad7e-3544eb396517" providerId="ADAL" clId="{9A112020-9413-486F-BA5D-75CDAEC9B132}" dt="2024-04-17T14:20:32.404" v="10" actId="47"/>
        <pc:sldMkLst>
          <pc:docMk/>
          <pc:sldMk cId="3093158920" sldId="304"/>
        </pc:sldMkLst>
      </pc:sldChg>
      <pc:sldChg chg="del">
        <pc:chgData name="Mai Cao Van" userId="f7949ac2-728d-41dd-ad7e-3544eb396517" providerId="ADAL" clId="{9A112020-9413-486F-BA5D-75CDAEC9B132}" dt="2024-04-17T14:20:32.404" v="10" actId="47"/>
        <pc:sldMkLst>
          <pc:docMk/>
          <pc:sldMk cId="454021612" sldId="305"/>
        </pc:sldMkLst>
      </pc:sldChg>
      <pc:sldChg chg="del">
        <pc:chgData name="Mai Cao Van" userId="f7949ac2-728d-41dd-ad7e-3544eb396517" providerId="ADAL" clId="{9A112020-9413-486F-BA5D-75CDAEC9B132}" dt="2024-04-17T14:20:32.404" v="10" actId="47"/>
        <pc:sldMkLst>
          <pc:docMk/>
          <pc:sldMk cId="3980960752" sldId="306"/>
        </pc:sldMkLst>
      </pc:sldChg>
      <pc:sldChg chg="del">
        <pc:chgData name="Mai Cao Van" userId="f7949ac2-728d-41dd-ad7e-3544eb396517" providerId="ADAL" clId="{9A112020-9413-486F-BA5D-75CDAEC9B132}" dt="2024-04-17T14:20:32.404" v="10" actId="47"/>
        <pc:sldMkLst>
          <pc:docMk/>
          <pc:sldMk cId="1949476003" sldId="307"/>
        </pc:sldMkLst>
      </pc:sldChg>
      <pc:sldChg chg="del">
        <pc:chgData name="Mai Cao Van" userId="f7949ac2-728d-41dd-ad7e-3544eb396517" providerId="ADAL" clId="{9A112020-9413-486F-BA5D-75CDAEC9B132}" dt="2024-04-17T14:20:32.404" v="10" actId="47"/>
        <pc:sldMkLst>
          <pc:docMk/>
          <pc:sldMk cId="2081069589" sldId="308"/>
        </pc:sldMkLst>
      </pc:sldChg>
      <pc:sldChg chg="del">
        <pc:chgData name="Mai Cao Van" userId="f7949ac2-728d-41dd-ad7e-3544eb396517" providerId="ADAL" clId="{9A112020-9413-486F-BA5D-75CDAEC9B132}" dt="2024-04-17T14:20:32.404" v="10" actId="47"/>
        <pc:sldMkLst>
          <pc:docMk/>
          <pc:sldMk cId="4162619783" sldId="309"/>
        </pc:sldMkLst>
      </pc:sldChg>
      <pc:sldChg chg="del">
        <pc:chgData name="Mai Cao Van" userId="f7949ac2-728d-41dd-ad7e-3544eb396517" providerId="ADAL" clId="{9A112020-9413-486F-BA5D-75CDAEC9B132}" dt="2024-04-17T14:20:32.404" v="10" actId="47"/>
        <pc:sldMkLst>
          <pc:docMk/>
          <pc:sldMk cId="3064759149" sldId="310"/>
        </pc:sldMkLst>
      </pc:sldChg>
      <pc:sldChg chg="del">
        <pc:chgData name="Mai Cao Van" userId="f7949ac2-728d-41dd-ad7e-3544eb396517" providerId="ADAL" clId="{9A112020-9413-486F-BA5D-75CDAEC9B132}" dt="2024-04-17T14:20:32.404" v="10" actId="47"/>
        <pc:sldMkLst>
          <pc:docMk/>
          <pc:sldMk cId="2821748694" sldId="311"/>
        </pc:sldMkLst>
      </pc:sldChg>
      <pc:sldChg chg="del">
        <pc:chgData name="Mai Cao Van" userId="f7949ac2-728d-41dd-ad7e-3544eb396517" providerId="ADAL" clId="{9A112020-9413-486F-BA5D-75CDAEC9B132}" dt="2024-04-17T14:20:32.404" v="10" actId="47"/>
        <pc:sldMkLst>
          <pc:docMk/>
          <pc:sldMk cId="948051221" sldId="312"/>
        </pc:sldMkLst>
      </pc:sldChg>
      <pc:sldChg chg="del">
        <pc:chgData name="Mai Cao Van" userId="f7949ac2-728d-41dd-ad7e-3544eb396517" providerId="ADAL" clId="{9A112020-9413-486F-BA5D-75CDAEC9B132}" dt="2024-04-17T14:20:32.404" v="10" actId="47"/>
        <pc:sldMkLst>
          <pc:docMk/>
          <pc:sldMk cId="743469992" sldId="313"/>
        </pc:sldMkLst>
      </pc:sldChg>
      <pc:sldChg chg="del">
        <pc:chgData name="Mai Cao Van" userId="f7949ac2-728d-41dd-ad7e-3544eb396517" providerId="ADAL" clId="{9A112020-9413-486F-BA5D-75CDAEC9B132}" dt="2024-04-17T14:20:32.404" v="10" actId="47"/>
        <pc:sldMkLst>
          <pc:docMk/>
          <pc:sldMk cId="715820225" sldId="314"/>
        </pc:sldMkLst>
      </pc:sldChg>
      <pc:sldChg chg="del">
        <pc:chgData name="Mai Cao Van" userId="f7949ac2-728d-41dd-ad7e-3544eb396517" providerId="ADAL" clId="{9A112020-9413-486F-BA5D-75CDAEC9B132}" dt="2024-04-17T14:20:32.404" v="10" actId="47"/>
        <pc:sldMkLst>
          <pc:docMk/>
          <pc:sldMk cId="4031213231" sldId="315"/>
        </pc:sldMkLst>
      </pc:sldChg>
      <pc:sldChg chg="del">
        <pc:chgData name="Mai Cao Van" userId="f7949ac2-728d-41dd-ad7e-3544eb396517" providerId="ADAL" clId="{9A112020-9413-486F-BA5D-75CDAEC9B132}" dt="2024-04-17T14:20:32.404" v="10" actId="47"/>
        <pc:sldMkLst>
          <pc:docMk/>
          <pc:sldMk cId="1172900586" sldId="317"/>
        </pc:sldMkLst>
      </pc:sldChg>
      <pc:sldChg chg="del">
        <pc:chgData name="Mai Cao Van" userId="f7949ac2-728d-41dd-ad7e-3544eb396517" providerId="ADAL" clId="{9A112020-9413-486F-BA5D-75CDAEC9B132}" dt="2024-04-17T14:20:32.404" v="10" actId="47"/>
        <pc:sldMkLst>
          <pc:docMk/>
          <pc:sldMk cId="4020231526" sldId="319"/>
        </pc:sldMkLst>
      </pc:sldChg>
      <pc:sldChg chg="del">
        <pc:chgData name="Mai Cao Van" userId="f7949ac2-728d-41dd-ad7e-3544eb396517" providerId="ADAL" clId="{9A112020-9413-486F-BA5D-75CDAEC9B132}" dt="2024-04-17T14:20:32.404" v="10" actId="47"/>
        <pc:sldMkLst>
          <pc:docMk/>
          <pc:sldMk cId="1183509001" sldId="320"/>
        </pc:sldMkLst>
      </pc:sldChg>
      <pc:sldChg chg="del">
        <pc:chgData name="Mai Cao Van" userId="f7949ac2-728d-41dd-ad7e-3544eb396517" providerId="ADAL" clId="{9A112020-9413-486F-BA5D-75CDAEC9B132}" dt="2024-04-17T14:20:32.404" v="10" actId="47"/>
        <pc:sldMkLst>
          <pc:docMk/>
          <pc:sldMk cId="2884775449" sldId="321"/>
        </pc:sldMkLst>
      </pc:sldChg>
      <pc:sldChg chg="del">
        <pc:chgData name="Mai Cao Van" userId="f7949ac2-728d-41dd-ad7e-3544eb396517" providerId="ADAL" clId="{9A112020-9413-486F-BA5D-75CDAEC9B132}" dt="2024-04-17T14:20:32.404" v="10" actId="47"/>
        <pc:sldMkLst>
          <pc:docMk/>
          <pc:sldMk cId="2271388492" sldId="322"/>
        </pc:sldMkLst>
      </pc:sldChg>
      <pc:sldChg chg="del">
        <pc:chgData name="Mai Cao Van" userId="f7949ac2-728d-41dd-ad7e-3544eb396517" providerId="ADAL" clId="{9A112020-9413-486F-BA5D-75CDAEC9B132}" dt="2024-04-17T14:20:32.404" v="10" actId="47"/>
        <pc:sldMkLst>
          <pc:docMk/>
          <pc:sldMk cId="1487759009" sldId="323"/>
        </pc:sldMkLst>
      </pc:sldChg>
      <pc:sldChg chg="del">
        <pc:chgData name="Mai Cao Van" userId="f7949ac2-728d-41dd-ad7e-3544eb396517" providerId="ADAL" clId="{9A112020-9413-486F-BA5D-75CDAEC9B132}" dt="2024-04-17T14:20:32.404" v="10" actId="47"/>
        <pc:sldMkLst>
          <pc:docMk/>
          <pc:sldMk cId="2567845728" sldId="324"/>
        </pc:sldMkLst>
      </pc:sldChg>
      <pc:sldChg chg="del">
        <pc:chgData name="Mai Cao Van" userId="f7949ac2-728d-41dd-ad7e-3544eb396517" providerId="ADAL" clId="{9A112020-9413-486F-BA5D-75CDAEC9B132}" dt="2024-04-17T14:20:32.404" v="10" actId="47"/>
        <pc:sldMkLst>
          <pc:docMk/>
          <pc:sldMk cId="310621169" sldId="325"/>
        </pc:sldMkLst>
      </pc:sldChg>
      <pc:sldChg chg="del">
        <pc:chgData name="Mai Cao Van" userId="f7949ac2-728d-41dd-ad7e-3544eb396517" providerId="ADAL" clId="{9A112020-9413-486F-BA5D-75CDAEC9B132}" dt="2024-04-17T14:20:32.404" v="10" actId="47"/>
        <pc:sldMkLst>
          <pc:docMk/>
          <pc:sldMk cId="2953342677" sldId="326"/>
        </pc:sldMkLst>
      </pc:sldChg>
      <pc:sldChg chg="del">
        <pc:chgData name="Mai Cao Van" userId="f7949ac2-728d-41dd-ad7e-3544eb396517" providerId="ADAL" clId="{9A112020-9413-486F-BA5D-75CDAEC9B132}" dt="2024-04-17T14:20:32.404" v="10" actId="47"/>
        <pc:sldMkLst>
          <pc:docMk/>
          <pc:sldMk cId="2935125376" sldId="327"/>
        </pc:sldMkLst>
      </pc:sldChg>
      <pc:sldChg chg="del">
        <pc:chgData name="Mai Cao Van" userId="f7949ac2-728d-41dd-ad7e-3544eb396517" providerId="ADAL" clId="{9A112020-9413-486F-BA5D-75CDAEC9B132}" dt="2024-04-17T14:20:32.404" v="10" actId="47"/>
        <pc:sldMkLst>
          <pc:docMk/>
          <pc:sldMk cId="2187807566" sldId="328"/>
        </pc:sldMkLst>
      </pc:sldChg>
      <pc:sldChg chg="del">
        <pc:chgData name="Mai Cao Van" userId="f7949ac2-728d-41dd-ad7e-3544eb396517" providerId="ADAL" clId="{9A112020-9413-486F-BA5D-75CDAEC9B132}" dt="2024-04-17T14:20:32.404" v="10" actId="47"/>
        <pc:sldMkLst>
          <pc:docMk/>
          <pc:sldMk cId="3307945801" sldId="329"/>
        </pc:sldMkLst>
      </pc:sldChg>
      <pc:sldChg chg="del">
        <pc:chgData name="Mai Cao Van" userId="f7949ac2-728d-41dd-ad7e-3544eb396517" providerId="ADAL" clId="{9A112020-9413-486F-BA5D-75CDAEC9B132}" dt="2024-04-17T14:20:32.404" v="10" actId="47"/>
        <pc:sldMkLst>
          <pc:docMk/>
          <pc:sldMk cId="4278991458" sldId="330"/>
        </pc:sldMkLst>
      </pc:sldChg>
      <pc:sldChg chg="del">
        <pc:chgData name="Mai Cao Van" userId="f7949ac2-728d-41dd-ad7e-3544eb396517" providerId="ADAL" clId="{9A112020-9413-486F-BA5D-75CDAEC9B132}" dt="2024-04-17T14:20:32.404" v="10" actId="47"/>
        <pc:sldMkLst>
          <pc:docMk/>
          <pc:sldMk cId="1042944599" sldId="331"/>
        </pc:sldMkLst>
      </pc:sldChg>
      <pc:sldChg chg="del">
        <pc:chgData name="Mai Cao Van" userId="f7949ac2-728d-41dd-ad7e-3544eb396517" providerId="ADAL" clId="{9A112020-9413-486F-BA5D-75CDAEC9B132}" dt="2024-04-17T14:20:32.404" v="10" actId="47"/>
        <pc:sldMkLst>
          <pc:docMk/>
          <pc:sldMk cId="1447322492" sldId="332"/>
        </pc:sldMkLst>
      </pc:sldChg>
      <pc:sldChg chg="del">
        <pc:chgData name="Mai Cao Van" userId="f7949ac2-728d-41dd-ad7e-3544eb396517" providerId="ADAL" clId="{9A112020-9413-486F-BA5D-75CDAEC9B132}" dt="2024-04-17T14:20:32.404" v="10" actId="47"/>
        <pc:sldMkLst>
          <pc:docMk/>
          <pc:sldMk cId="1740702777" sldId="333"/>
        </pc:sldMkLst>
      </pc:sldChg>
      <pc:sldChg chg="del">
        <pc:chgData name="Mai Cao Van" userId="f7949ac2-728d-41dd-ad7e-3544eb396517" providerId="ADAL" clId="{9A112020-9413-486F-BA5D-75CDAEC9B132}" dt="2024-04-17T14:20:32.404" v="10" actId="47"/>
        <pc:sldMkLst>
          <pc:docMk/>
          <pc:sldMk cId="3090726604" sldId="335"/>
        </pc:sldMkLst>
      </pc:sldChg>
      <pc:sldChg chg="del">
        <pc:chgData name="Mai Cao Van" userId="f7949ac2-728d-41dd-ad7e-3544eb396517" providerId="ADAL" clId="{9A112020-9413-486F-BA5D-75CDAEC9B132}" dt="2024-04-17T14:20:32.404" v="10" actId="47"/>
        <pc:sldMkLst>
          <pc:docMk/>
          <pc:sldMk cId="2934312387" sldId="336"/>
        </pc:sldMkLst>
      </pc:sldChg>
      <pc:sldChg chg="del">
        <pc:chgData name="Mai Cao Van" userId="f7949ac2-728d-41dd-ad7e-3544eb396517" providerId="ADAL" clId="{9A112020-9413-486F-BA5D-75CDAEC9B132}" dt="2024-04-17T14:20:32.404" v="10" actId="47"/>
        <pc:sldMkLst>
          <pc:docMk/>
          <pc:sldMk cId="662530898" sldId="337"/>
        </pc:sldMkLst>
      </pc:sldChg>
      <pc:sldChg chg="del">
        <pc:chgData name="Mai Cao Van" userId="f7949ac2-728d-41dd-ad7e-3544eb396517" providerId="ADAL" clId="{9A112020-9413-486F-BA5D-75CDAEC9B132}" dt="2024-04-17T14:20:32.404" v="10" actId="47"/>
        <pc:sldMkLst>
          <pc:docMk/>
          <pc:sldMk cId="1510533634" sldId="338"/>
        </pc:sldMkLst>
      </pc:sldChg>
      <pc:sldChg chg="del">
        <pc:chgData name="Mai Cao Van" userId="f7949ac2-728d-41dd-ad7e-3544eb396517" providerId="ADAL" clId="{9A112020-9413-486F-BA5D-75CDAEC9B132}" dt="2024-04-17T14:20:32.404" v="10" actId="47"/>
        <pc:sldMkLst>
          <pc:docMk/>
          <pc:sldMk cId="3024928923" sldId="339"/>
        </pc:sldMkLst>
      </pc:sldChg>
      <pc:sldChg chg="del">
        <pc:chgData name="Mai Cao Van" userId="f7949ac2-728d-41dd-ad7e-3544eb396517" providerId="ADAL" clId="{9A112020-9413-486F-BA5D-75CDAEC9B132}" dt="2024-04-17T14:20:32.404" v="10" actId="47"/>
        <pc:sldMkLst>
          <pc:docMk/>
          <pc:sldMk cId="228002459" sldId="340"/>
        </pc:sldMkLst>
      </pc:sldChg>
      <pc:sldChg chg="del">
        <pc:chgData name="Mai Cao Van" userId="f7949ac2-728d-41dd-ad7e-3544eb396517" providerId="ADAL" clId="{9A112020-9413-486F-BA5D-75CDAEC9B132}" dt="2024-04-17T14:20:32.404" v="10" actId="47"/>
        <pc:sldMkLst>
          <pc:docMk/>
          <pc:sldMk cId="890179627" sldId="341"/>
        </pc:sldMkLst>
      </pc:sldChg>
      <pc:sldChg chg="del">
        <pc:chgData name="Mai Cao Van" userId="f7949ac2-728d-41dd-ad7e-3544eb396517" providerId="ADAL" clId="{9A112020-9413-486F-BA5D-75CDAEC9B132}" dt="2024-04-17T14:20:32.404" v="10" actId="47"/>
        <pc:sldMkLst>
          <pc:docMk/>
          <pc:sldMk cId="3163368077" sldId="342"/>
        </pc:sldMkLst>
      </pc:sldChg>
      <pc:sldChg chg="del">
        <pc:chgData name="Mai Cao Van" userId="f7949ac2-728d-41dd-ad7e-3544eb396517" providerId="ADAL" clId="{9A112020-9413-486F-BA5D-75CDAEC9B132}" dt="2024-04-17T14:20:32.404" v="10" actId="47"/>
        <pc:sldMkLst>
          <pc:docMk/>
          <pc:sldMk cId="3809250700" sldId="343"/>
        </pc:sldMkLst>
      </pc:sldChg>
      <pc:sldChg chg="del">
        <pc:chgData name="Mai Cao Van" userId="f7949ac2-728d-41dd-ad7e-3544eb396517" providerId="ADAL" clId="{9A112020-9413-486F-BA5D-75CDAEC9B132}" dt="2024-04-17T14:20:32.404" v="10" actId="47"/>
        <pc:sldMkLst>
          <pc:docMk/>
          <pc:sldMk cId="3450418921" sldId="344"/>
        </pc:sldMkLst>
      </pc:sldChg>
      <pc:sldChg chg="del">
        <pc:chgData name="Mai Cao Van" userId="f7949ac2-728d-41dd-ad7e-3544eb396517" providerId="ADAL" clId="{9A112020-9413-486F-BA5D-75CDAEC9B132}" dt="2024-04-17T14:20:32.404" v="10" actId="47"/>
        <pc:sldMkLst>
          <pc:docMk/>
          <pc:sldMk cId="3057694825" sldId="345"/>
        </pc:sldMkLst>
      </pc:sldChg>
      <pc:sldChg chg="del">
        <pc:chgData name="Mai Cao Van" userId="f7949ac2-728d-41dd-ad7e-3544eb396517" providerId="ADAL" clId="{9A112020-9413-486F-BA5D-75CDAEC9B132}" dt="2024-04-17T14:20:32.404" v="10" actId="47"/>
        <pc:sldMkLst>
          <pc:docMk/>
          <pc:sldMk cId="1405595158" sldId="346"/>
        </pc:sldMkLst>
      </pc:sldChg>
      <pc:sldChg chg="del">
        <pc:chgData name="Mai Cao Van" userId="f7949ac2-728d-41dd-ad7e-3544eb396517" providerId="ADAL" clId="{9A112020-9413-486F-BA5D-75CDAEC9B132}" dt="2024-04-17T14:20:32.404" v="10" actId="47"/>
        <pc:sldMkLst>
          <pc:docMk/>
          <pc:sldMk cId="1973060477" sldId="347"/>
        </pc:sldMkLst>
      </pc:sldChg>
      <pc:sldChg chg="del">
        <pc:chgData name="Mai Cao Van" userId="f7949ac2-728d-41dd-ad7e-3544eb396517" providerId="ADAL" clId="{9A112020-9413-486F-BA5D-75CDAEC9B132}" dt="2024-04-17T14:19:53.332" v="0" actId="47"/>
        <pc:sldMkLst>
          <pc:docMk/>
          <pc:sldMk cId="459707268" sldId="349"/>
        </pc:sldMkLst>
      </pc:sldChg>
      <pc:sldChg chg="del">
        <pc:chgData name="Mai Cao Van" userId="f7949ac2-728d-41dd-ad7e-3544eb396517" providerId="ADAL" clId="{9A112020-9413-486F-BA5D-75CDAEC9B132}" dt="2024-04-17T14:19:53.332" v="0" actId="47"/>
        <pc:sldMkLst>
          <pc:docMk/>
          <pc:sldMk cId="3848758112" sldId="350"/>
        </pc:sldMkLst>
      </pc:sldChg>
      <pc:sldChg chg="del">
        <pc:chgData name="Mai Cao Van" userId="f7949ac2-728d-41dd-ad7e-3544eb396517" providerId="ADAL" clId="{9A112020-9413-486F-BA5D-75CDAEC9B132}" dt="2024-04-17T14:19:53.332" v="0" actId="47"/>
        <pc:sldMkLst>
          <pc:docMk/>
          <pc:sldMk cId="4036275847" sldId="351"/>
        </pc:sldMkLst>
      </pc:sldChg>
      <pc:sldChg chg="del">
        <pc:chgData name="Mai Cao Van" userId="f7949ac2-728d-41dd-ad7e-3544eb396517" providerId="ADAL" clId="{9A112020-9413-486F-BA5D-75CDAEC9B132}" dt="2024-04-17T14:19:53.332" v="0" actId="47"/>
        <pc:sldMkLst>
          <pc:docMk/>
          <pc:sldMk cId="2181531778" sldId="352"/>
        </pc:sldMkLst>
      </pc:sldChg>
      <pc:sldChg chg="del">
        <pc:chgData name="Mai Cao Van" userId="f7949ac2-728d-41dd-ad7e-3544eb396517" providerId="ADAL" clId="{9A112020-9413-486F-BA5D-75CDAEC9B132}" dt="2024-04-17T14:19:53.332" v="0" actId="47"/>
        <pc:sldMkLst>
          <pc:docMk/>
          <pc:sldMk cId="2659275954" sldId="353"/>
        </pc:sldMkLst>
      </pc:sldChg>
      <pc:sldChg chg="del">
        <pc:chgData name="Mai Cao Van" userId="f7949ac2-728d-41dd-ad7e-3544eb396517" providerId="ADAL" clId="{9A112020-9413-486F-BA5D-75CDAEC9B132}" dt="2024-04-17T14:19:53.332" v="0" actId="47"/>
        <pc:sldMkLst>
          <pc:docMk/>
          <pc:sldMk cId="3209173124" sldId="354"/>
        </pc:sldMkLst>
      </pc:sldChg>
      <pc:sldChg chg="del">
        <pc:chgData name="Mai Cao Van" userId="f7949ac2-728d-41dd-ad7e-3544eb396517" providerId="ADAL" clId="{9A112020-9413-486F-BA5D-75CDAEC9B132}" dt="2024-04-17T14:19:53.332" v="0" actId="47"/>
        <pc:sldMkLst>
          <pc:docMk/>
          <pc:sldMk cId="4247538530" sldId="355"/>
        </pc:sldMkLst>
      </pc:sldChg>
      <pc:sldChg chg="del">
        <pc:chgData name="Mai Cao Van" userId="f7949ac2-728d-41dd-ad7e-3544eb396517" providerId="ADAL" clId="{9A112020-9413-486F-BA5D-75CDAEC9B132}" dt="2024-04-17T14:19:53.332" v="0" actId="47"/>
        <pc:sldMkLst>
          <pc:docMk/>
          <pc:sldMk cId="1006905501" sldId="356"/>
        </pc:sldMkLst>
      </pc:sldChg>
      <pc:sldChg chg="del">
        <pc:chgData name="Mai Cao Van" userId="f7949ac2-728d-41dd-ad7e-3544eb396517" providerId="ADAL" clId="{9A112020-9413-486F-BA5D-75CDAEC9B132}" dt="2024-04-17T14:19:53.332" v="0" actId="47"/>
        <pc:sldMkLst>
          <pc:docMk/>
          <pc:sldMk cId="116005775" sldId="357"/>
        </pc:sldMkLst>
      </pc:sldChg>
      <pc:sldChg chg="del">
        <pc:chgData name="Mai Cao Van" userId="f7949ac2-728d-41dd-ad7e-3544eb396517" providerId="ADAL" clId="{9A112020-9413-486F-BA5D-75CDAEC9B132}" dt="2024-04-17T14:19:53.332" v="0" actId="47"/>
        <pc:sldMkLst>
          <pc:docMk/>
          <pc:sldMk cId="1055634875" sldId="358"/>
        </pc:sldMkLst>
      </pc:sldChg>
      <pc:sldChg chg="del">
        <pc:chgData name="Mai Cao Van" userId="f7949ac2-728d-41dd-ad7e-3544eb396517" providerId="ADAL" clId="{9A112020-9413-486F-BA5D-75CDAEC9B132}" dt="2024-04-17T14:20:32.404" v="10" actId="47"/>
        <pc:sldMkLst>
          <pc:docMk/>
          <pc:sldMk cId="4183660468" sldId="361"/>
        </pc:sldMkLst>
      </pc:sldChg>
      <pc:sldChg chg="del">
        <pc:chgData name="Mai Cao Van" userId="f7949ac2-728d-41dd-ad7e-3544eb396517" providerId="ADAL" clId="{9A112020-9413-486F-BA5D-75CDAEC9B132}" dt="2024-04-17T14:20:32.404" v="10" actId="47"/>
        <pc:sldMkLst>
          <pc:docMk/>
          <pc:sldMk cId="2722368251" sldId="362"/>
        </pc:sldMkLst>
      </pc:sldChg>
      <pc:sldChg chg="del">
        <pc:chgData name="Mai Cao Van" userId="f7949ac2-728d-41dd-ad7e-3544eb396517" providerId="ADAL" clId="{9A112020-9413-486F-BA5D-75CDAEC9B132}" dt="2024-04-17T14:20:32.404" v="10" actId="47"/>
        <pc:sldMkLst>
          <pc:docMk/>
          <pc:sldMk cId="1691358665" sldId="398"/>
        </pc:sldMkLst>
      </pc:sldChg>
      <pc:sldChg chg="del">
        <pc:chgData name="Mai Cao Van" userId="f7949ac2-728d-41dd-ad7e-3544eb396517" providerId="ADAL" clId="{9A112020-9413-486F-BA5D-75CDAEC9B132}" dt="2024-04-17T14:20:32.404" v="10" actId="47"/>
        <pc:sldMkLst>
          <pc:docMk/>
          <pc:sldMk cId="1487308099" sldId="399"/>
        </pc:sldMkLst>
      </pc:sldChg>
      <pc:sldChg chg="del">
        <pc:chgData name="Mai Cao Van" userId="f7949ac2-728d-41dd-ad7e-3544eb396517" providerId="ADAL" clId="{9A112020-9413-486F-BA5D-75CDAEC9B132}" dt="2024-04-17T14:20:32.404" v="10" actId="47"/>
        <pc:sldMkLst>
          <pc:docMk/>
          <pc:sldMk cId="3240247633" sldId="401"/>
        </pc:sldMkLst>
      </pc:sldChg>
      <pc:sldChg chg="del">
        <pc:chgData name="Mai Cao Van" userId="f7949ac2-728d-41dd-ad7e-3544eb396517" providerId="ADAL" clId="{9A112020-9413-486F-BA5D-75CDAEC9B132}" dt="2024-04-17T14:20:32.404" v="10" actId="47"/>
        <pc:sldMkLst>
          <pc:docMk/>
          <pc:sldMk cId="3602376594" sldId="402"/>
        </pc:sldMkLst>
      </pc:sldChg>
      <pc:sldChg chg="del">
        <pc:chgData name="Mai Cao Van" userId="f7949ac2-728d-41dd-ad7e-3544eb396517" providerId="ADAL" clId="{9A112020-9413-486F-BA5D-75CDAEC9B132}" dt="2024-04-17T14:20:32.404" v="10" actId="47"/>
        <pc:sldMkLst>
          <pc:docMk/>
          <pc:sldMk cId="2873410731" sldId="403"/>
        </pc:sldMkLst>
      </pc:sldChg>
      <pc:sldChg chg="del">
        <pc:chgData name="Mai Cao Van" userId="f7949ac2-728d-41dd-ad7e-3544eb396517" providerId="ADAL" clId="{9A112020-9413-486F-BA5D-75CDAEC9B132}" dt="2024-04-17T14:20:32.404" v="10" actId="47"/>
        <pc:sldMkLst>
          <pc:docMk/>
          <pc:sldMk cId="1470051078" sldId="404"/>
        </pc:sldMkLst>
      </pc:sldChg>
      <pc:sldChg chg="del">
        <pc:chgData name="Mai Cao Van" userId="f7949ac2-728d-41dd-ad7e-3544eb396517" providerId="ADAL" clId="{9A112020-9413-486F-BA5D-75CDAEC9B132}" dt="2024-04-17T14:20:32.404" v="10" actId="47"/>
        <pc:sldMkLst>
          <pc:docMk/>
          <pc:sldMk cId="2584010954" sldId="405"/>
        </pc:sldMkLst>
      </pc:sldChg>
      <pc:sldChg chg="del">
        <pc:chgData name="Mai Cao Van" userId="f7949ac2-728d-41dd-ad7e-3544eb396517" providerId="ADAL" clId="{9A112020-9413-486F-BA5D-75CDAEC9B132}" dt="2024-04-17T14:20:32.404" v="10" actId="47"/>
        <pc:sldMkLst>
          <pc:docMk/>
          <pc:sldMk cId="1894740067" sldId="406"/>
        </pc:sldMkLst>
      </pc:sldChg>
      <pc:sldChg chg="del">
        <pc:chgData name="Mai Cao Van" userId="f7949ac2-728d-41dd-ad7e-3544eb396517" providerId="ADAL" clId="{9A112020-9413-486F-BA5D-75CDAEC9B132}" dt="2024-04-17T14:20:32.404" v="10" actId="47"/>
        <pc:sldMkLst>
          <pc:docMk/>
          <pc:sldMk cId="2019231035" sldId="407"/>
        </pc:sldMkLst>
      </pc:sldChg>
      <pc:sldChg chg="del">
        <pc:chgData name="Mai Cao Van" userId="f7949ac2-728d-41dd-ad7e-3544eb396517" providerId="ADAL" clId="{9A112020-9413-486F-BA5D-75CDAEC9B132}" dt="2024-04-17T14:20:32.404" v="10" actId="47"/>
        <pc:sldMkLst>
          <pc:docMk/>
          <pc:sldMk cId="1385599415" sldId="408"/>
        </pc:sldMkLst>
      </pc:sldChg>
      <pc:sldChg chg="del">
        <pc:chgData name="Mai Cao Van" userId="f7949ac2-728d-41dd-ad7e-3544eb396517" providerId="ADAL" clId="{9A112020-9413-486F-BA5D-75CDAEC9B132}" dt="2024-04-17T14:20:32.404" v="10" actId="47"/>
        <pc:sldMkLst>
          <pc:docMk/>
          <pc:sldMk cId="1364253548" sldId="409"/>
        </pc:sldMkLst>
      </pc:sldChg>
      <pc:sldChg chg="del">
        <pc:chgData name="Mai Cao Van" userId="f7949ac2-728d-41dd-ad7e-3544eb396517" providerId="ADAL" clId="{9A112020-9413-486F-BA5D-75CDAEC9B132}" dt="2024-04-17T14:20:32.404" v="10" actId="47"/>
        <pc:sldMkLst>
          <pc:docMk/>
          <pc:sldMk cId="2121512525" sldId="410"/>
        </pc:sldMkLst>
      </pc:sldChg>
      <pc:sldChg chg="del">
        <pc:chgData name="Mai Cao Van" userId="f7949ac2-728d-41dd-ad7e-3544eb396517" providerId="ADAL" clId="{9A112020-9413-486F-BA5D-75CDAEC9B132}" dt="2024-04-17T14:20:32.404" v="10" actId="47"/>
        <pc:sldMkLst>
          <pc:docMk/>
          <pc:sldMk cId="245239884" sldId="411"/>
        </pc:sldMkLst>
      </pc:sldChg>
      <pc:sldChg chg="del">
        <pc:chgData name="Mai Cao Van" userId="f7949ac2-728d-41dd-ad7e-3544eb396517" providerId="ADAL" clId="{9A112020-9413-486F-BA5D-75CDAEC9B132}" dt="2024-04-17T14:20:32.404" v="10" actId="47"/>
        <pc:sldMkLst>
          <pc:docMk/>
          <pc:sldMk cId="1939551571" sldId="412"/>
        </pc:sldMkLst>
      </pc:sldChg>
      <pc:sldChg chg="del">
        <pc:chgData name="Mai Cao Van" userId="f7949ac2-728d-41dd-ad7e-3544eb396517" providerId="ADAL" clId="{9A112020-9413-486F-BA5D-75CDAEC9B132}" dt="2024-04-17T14:20:32.404" v="10" actId="47"/>
        <pc:sldMkLst>
          <pc:docMk/>
          <pc:sldMk cId="3177181734" sldId="413"/>
        </pc:sldMkLst>
      </pc:sldChg>
      <pc:sldChg chg="del">
        <pc:chgData name="Mai Cao Van" userId="f7949ac2-728d-41dd-ad7e-3544eb396517" providerId="ADAL" clId="{9A112020-9413-486F-BA5D-75CDAEC9B132}" dt="2024-04-17T14:20:32.404" v="10" actId="47"/>
        <pc:sldMkLst>
          <pc:docMk/>
          <pc:sldMk cId="2464186032" sldId="414"/>
        </pc:sldMkLst>
      </pc:sldChg>
      <pc:sldChg chg="del">
        <pc:chgData name="Mai Cao Van" userId="f7949ac2-728d-41dd-ad7e-3544eb396517" providerId="ADAL" clId="{9A112020-9413-486F-BA5D-75CDAEC9B132}" dt="2024-04-17T14:20:32.404" v="10" actId="47"/>
        <pc:sldMkLst>
          <pc:docMk/>
          <pc:sldMk cId="3237174173" sldId="415"/>
        </pc:sldMkLst>
      </pc:sldChg>
      <pc:sldChg chg="del">
        <pc:chgData name="Mai Cao Van" userId="f7949ac2-728d-41dd-ad7e-3544eb396517" providerId="ADAL" clId="{9A112020-9413-486F-BA5D-75CDAEC9B132}" dt="2024-04-17T14:20:32.404" v="10" actId="47"/>
        <pc:sldMkLst>
          <pc:docMk/>
          <pc:sldMk cId="3897491730" sldId="416"/>
        </pc:sldMkLst>
      </pc:sldChg>
      <pc:sldChg chg="del">
        <pc:chgData name="Mai Cao Van" userId="f7949ac2-728d-41dd-ad7e-3544eb396517" providerId="ADAL" clId="{9A112020-9413-486F-BA5D-75CDAEC9B132}" dt="2024-04-17T14:20:32.404" v="10" actId="47"/>
        <pc:sldMkLst>
          <pc:docMk/>
          <pc:sldMk cId="3494990954" sldId="417"/>
        </pc:sldMkLst>
      </pc:sldChg>
      <pc:sldChg chg="del">
        <pc:chgData name="Mai Cao Van" userId="f7949ac2-728d-41dd-ad7e-3544eb396517" providerId="ADAL" clId="{9A112020-9413-486F-BA5D-75CDAEC9B132}" dt="2024-04-17T14:20:32.404" v="10" actId="47"/>
        <pc:sldMkLst>
          <pc:docMk/>
          <pc:sldMk cId="999368100" sldId="418"/>
        </pc:sldMkLst>
      </pc:sldChg>
      <pc:sldChg chg="del">
        <pc:chgData name="Mai Cao Van" userId="f7949ac2-728d-41dd-ad7e-3544eb396517" providerId="ADAL" clId="{9A112020-9413-486F-BA5D-75CDAEC9B132}" dt="2024-04-17T14:20:32.404" v="10" actId="47"/>
        <pc:sldMkLst>
          <pc:docMk/>
          <pc:sldMk cId="915897664" sldId="419"/>
        </pc:sldMkLst>
      </pc:sldChg>
      <pc:sldChg chg="del">
        <pc:chgData name="Mai Cao Van" userId="f7949ac2-728d-41dd-ad7e-3544eb396517" providerId="ADAL" clId="{9A112020-9413-486F-BA5D-75CDAEC9B132}" dt="2024-04-17T14:20:32.404" v="10" actId="47"/>
        <pc:sldMkLst>
          <pc:docMk/>
          <pc:sldMk cId="2916007585" sldId="420"/>
        </pc:sldMkLst>
      </pc:sldChg>
      <pc:sldChg chg="del">
        <pc:chgData name="Mai Cao Van" userId="f7949ac2-728d-41dd-ad7e-3544eb396517" providerId="ADAL" clId="{9A112020-9413-486F-BA5D-75CDAEC9B132}" dt="2024-04-17T14:20:32.404" v="10" actId="47"/>
        <pc:sldMkLst>
          <pc:docMk/>
          <pc:sldMk cId="2662009085" sldId="422"/>
        </pc:sldMkLst>
      </pc:sldChg>
      <pc:sldChg chg="del">
        <pc:chgData name="Mai Cao Van" userId="f7949ac2-728d-41dd-ad7e-3544eb396517" providerId="ADAL" clId="{9A112020-9413-486F-BA5D-75CDAEC9B132}" dt="2024-04-17T14:20:32.404" v="10" actId="47"/>
        <pc:sldMkLst>
          <pc:docMk/>
          <pc:sldMk cId="4202492514" sldId="423"/>
        </pc:sldMkLst>
      </pc:sldChg>
      <pc:sldChg chg="del">
        <pc:chgData name="Mai Cao Van" userId="f7949ac2-728d-41dd-ad7e-3544eb396517" providerId="ADAL" clId="{9A112020-9413-486F-BA5D-75CDAEC9B132}" dt="2024-04-17T14:20:32.404" v="10" actId="47"/>
        <pc:sldMkLst>
          <pc:docMk/>
          <pc:sldMk cId="745303601" sldId="424"/>
        </pc:sldMkLst>
      </pc:sldChg>
      <pc:sldChg chg="del">
        <pc:chgData name="Mai Cao Van" userId="f7949ac2-728d-41dd-ad7e-3544eb396517" providerId="ADAL" clId="{9A112020-9413-486F-BA5D-75CDAEC9B132}" dt="2024-04-17T14:20:32.404" v="10" actId="47"/>
        <pc:sldMkLst>
          <pc:docMk/>
          <pc:sldMk cId="4072253741" sldId="425"/>
        </pc:sldMkLst>
      </pc:sldChg>
      <pc:sldChg chg="del">
        <pc:chgData name="Mai Cao Van" userId="f7949ac2-728d-41dd-ad7e-3544eb396517" providerId="ADAL" clId="{9A112020-9413-486F-BA5D-75CDAEC9B132}" dt="2024-04-17T14:20:32.404" v="10" actId="47"/>
        <pc:sldMkLst>
          <pc:docMk/>
          <pc:sldMk cId="1033780426" sldId="426"/>
        </pc:sldMkLst>
      </pc:sldChg>
      <pc:sldChg chg="del">
        <pc:chgData name="Mai Cao Van" userId="f7949ac2-728d-41dd-ad7e-3544eb396517" providerId="ADAL" clId="{9A112020-9413-486F-BA5D-75CDAEC9B132}" dt="2024-04-17T14:20:32.404" v="10" actId="47"/>
        <pc:sldMkLst>
          <pc:docMk/>
          <pc:sldMk cId="332503861" sldId="427"/>
        </pc:sldMkLst>
      </pc:sldChg>
      <pc:sldChg chg="del">
        <pc:chgData name="Mai Cao Van" userId="f7949ac2-728d-41dd-ad7e-3544eb396517" providerId="ADAL" clId="{9A112020-9413-486F-BA5D-75CDAEC9B132}" dt="2024-04-17T14:20:32.404" v="10" actId="47"/>
        <pc:sldMkLst>
          <pc:docMk/>
          <pc:sldMk cId="778228032" sldId="428"/>
        </pc:sldMkLst>
      </pc:sldChg>
      <pc:sldChg chg="del">
        <pc:chgData name="Mai Cao Van" userId="f7949ac2-728d-41dd-ad7e-3544eb396517" providerId="ADAL" clId="{9A112020-9413-486F-BA5D-75CDAEC9B132}" dt="2024-04-17T14:20:32.404" v="10" actId="47"/>
        <pc:sldMkLst>
          <pc:docMk/>
          <pc:sldMk cId="1621868727" sldId="429"/>
        </pc:sldMkLst>
      </pc:sldChg>
      <pc:sldChg chg="del">
        <pc:chgData name="Mai Cao Van" userId="f7949ac2-728d-41dd-ad7e-3544eb396517" providerId="ADAL" clId="{9A112020-9413-486F-BA5D-75CDAEC9B132}" dt="2024-04-17T14:20:32.404" v="10" actId="47"/>
        <pc:sldMkLst>
          <pc:docMk/>
          <pc:sldMk cId="1674550136" sldId="430"/>
        </pc:sldMkLst>
      </pc:sldChg>
      <pc:sldChg chg="del">
        <pc:chgData name="Mai Cao Van" userId="f7949ac2-728d-41dd-ad7e-3544eb396517" providerId="ADAL" clId="{9A112020-9413-486F-BA5D-75CDAEC9B132}" dt="2024-04-17T14:20:32.404" v="10" actId="47"/>
        <pc:sldMkLst>
          <pc:docMk/>
          <pc:sldMk cId="1578328790" sldId="431"/>
        </pc:sldMkLst>
      </pc:sldChg>
      <pc:sldChg chg="del">
        <pc:chgData name="Mai Cao Van" userId="f7949ac2-728d-41dd-ad7e-3544eb396517" providerId="ADAL" clId="{9A112020-9413-486F-BA5D-75CDAEC9B132}" dt="2024-04-17T14:20:32.404" v="10" actId="47"/>
        <pc:sldMkLst>
          <pc:docMk/>
          <pc:sldMk cId="3077041457" sldId="432"/>
        </pc:sldMkLst>
      </pc:sldChg>
      <pc:sldChg chg="del">
        <pc:chgData name="Mai Cao Van" userId="f7949ac2-728d-41dd-ad7e-3544eb396517" providerId="ADAL" clId="{9A112020-9413-486F-BA5D-75CDAEC9B132}" dt="2024-04-17T14:20:32.404" v="10" actId="47"/>
        <pc:sldMkLst>
          <pc:docMk/>
          <pc:sldMk cId="2721886896" sldId="433"/>
        </pc:sldMkLst>
      </pc:sldChg>
      <pc:sldChg chg="del">
        <pc:chgData name="Mai Cao Van" userId="f7949ac2-728d-41dd-ad7e-3544eb396517" providerId="ADAL" clId="{9A112020-9413-486F-BA5D-75CDAEC9B132}" dt="2024-04-17T14:20:32.404" v="10" actId="47"/>
        <pc:sldMkLst>
          <pc:docMk/>
          <pc:sldMk cId="1000060120" sldId="434"/>
        </pc:sldMkLst>
      </pc:sldChg>
      <pc:sldChg chg="del">
        <pc:chgData name="Mai Cao Van" userId="f7949ac2-728d-41dd-ad7e-3544eb396517" providerId="ADAL" clId="{9A112020-9413-486F-BA5D-75CDAEC9B132}" dt="2024-04-17T14:20:32.404" v="10" actId="47"/>
        <pc:sldMkLst>
          <pc:docMk/>
          <pc:sldMk cId="169364085" sldId="435"/>
        </pc:sldMkLst>
      </pc:sldChg>
      <pc:sldChg chg="del">
        <pc:chgData name="Mai Cao Van" userId="f7949ac2-728d-41dd-ad7e-3544eb396517" providerId="ADAL" clId="{9A112020-9413-486F-BA5D-75CDAEC9B132}" dt="2024-04-17T14:20:32.404" v="10" actId="47"/>
        <pc:sldMkLst>
          <pc:docMk/>
          <pc:sldMk cId="3562749593" sldId="436"/>
        </pc:sldMkLst>
      </pc:sldChg>
      <pc:sldChg chg="del">
        <pc:chgData name="Mai Cao Van" userId="f7949ac2-728d-41dd-ad7e-3544eb396517" providerId="ADAL" clId="{9A112020-9413-486F-BA5D-75CDAEC9B132}" dt="2024-04-17T14:20:32.404" v="10" actId="47"/>
        <pc:sldMkLst>
          <pc:docMk/>
          <pc:sldMk cId="3893443945" sldId="437"/>
        </pc:sldMkLst>
      </pc:sldChg>
      <pc:sldChg chg="del">
        <pc:chgData name="Mai Cao Van" userId="f7949ac2-728d-41dd-ad7e-3544eb396517" providerId="ADAL" clId="{9A112020-9413-486F-BA5D-75CDAEC9B132}" dt="2024-04-17T14:20:32.404" v="10" actId="47"/>
        <pc:sldMkLst>
          <pc:docMk/>
          <pc:sldMk cId="3935142140" sldId="438"/>
        </pc:sldMkLst>
      </pc:sldChg>
      <pc:sldChg chg="del">
        <pc:chgData name="Mai Cao Van" userId="f7949ac2-728d-41dd-ad7e-3544eb396517" providerId="ADAL" clId="{9A112020-9413-486F-BA5D-75CDAEC9B132}" dt="2024-04-17T14:20:32.404" v="10" actId="47"/>
        <pc:sldMkLst>
          <pc:docMk/>
          <pc:sldMk cId="1746830420" sldId="439"/>
        </pc:sldMkLst>
      </pc:sldChg>
      <pc:sldChg chg="del">
        <pc:chgData name="Mai Cao Van" userId="f7949ac2-728d-41dd-ad7e-3544eb396517" providerId="ADAL" clId="{9A112020-9413-486F-BA5D-75CDAEC9B132}" dt="2024-04-17T14:20:32.404" v="10" actId="47"/>
        <pc:sldMkLst>
          <pc:docMk/>
          <pc:sldMk cId="2158526831" sldId="440"/>
        </pc:sldMkLst>
      </pc:sldChg>
      <pc:sldChg chg="del">
        <pc:chgData name="Mai Cao Van" userId="f7949ac2-728d-41dd-ad7e-3544eb396517" providerId="ADAL" clId="{9A112020-9413-486F-BA5D-75CDAEC9B132}" dt="2024-04-17T14:20:32.404" v="10" actId="47"/>
        <pc:sldMkLst>
          <pc:docMk/>
          <pc:sldMk cId="86389077" sldId="441"/>
        </pc:sldMkLst>
      </pc:sldChg>
      <pc:sldChg chg="del">
        <pc:chgData name="Mai Cao Van" userId="f7949ac2-728d-41dd-ad7e-3544eb396517" providerId="ADAL" clId="{9A112020-9413-486F-BA5D-75CDAEC9B132}" dt="2024-04-17T14:20:32.404" v="10" actId="47"/>
        <pc:sldMkLst>
          <pc:docMk/>
          <pc:sldMk cId="3628909499" sldId="442"/>
        </pc:sldMkLst>
      </pc:sldChg>
      <pc:sldChg chg="del">
        <pc:chgData name="Mai Cao Van" userId="f7949ac2-728d-41dd-ad7e-3544eb396517" providerId="ADAL" clId="{9A112020-9413-486F-BA5D-75CDAEC9B132}" dt="2024-04-17T14:20:32.404" v="10" actId="47"/>
        <pc:sldMkLst>
          <pc:docMk/>
          <pc:sldMk cId="4255187822" sldId="443"/>
        </pc:sldMkLst>
      </pc:sldChg>
      <pc:sldChg chg="del">
        <pc:chgData name="Mai Cao Van" userId="f7949ac2-728d-41dd-ad7e-3544eb396517" providerId="ADAL" clId="{9A112020-9413-486F-BA5D-75CDAEC9B132}" dt="2024-04-17T14:20:32.404" v="10" actId="47"/>
        <pc:sldMkLst>
          <pc:docMk/>
          <pc:sldMk cId="1896909249" sldId="444"/>
        </pc:sldMkLst>
      </pc:sldChg>
      <pc:sldChg chg="del">
        <pc:chgData name="Mai Cao Van" userId="f7949ac2-728d-41dd-ad7e-3544eb396517" providerId="ADAL" clId="{9A112020-9413-486F-BA5D-75CDAEC9B132}" dt="2024-04-17T14:20:32.404" v="10" actId="47"/>
        <pc:sldMkLst>
          <pc:docMk/>
          <pc:sldMk cId="1057333704" sldId="445"/>
        </pc:sldMkLst>
      </pc:sldChg>
      <pc:sldChg chg="del">
        <pc:chgData name="Mai Cao Van" userId="f7949ac2-728d-41dd-ad7e-3544eb396517" providerId="ADAL" clId="{9A112020-9413-486F-BA5D-75CDAEC9B132}" dt="2024-04-17T14:20:32.404" v="10" actId="47"/>
        <pc:sldMkLst>
          <pc:docMk/>
          <pc:sldMk cId="3404045078" sldId="44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EAD9A4-3449-456F-BCB1-B37D2B162820}" type="datetimeFigureOut">
              <a:rPr lang="vi-VN" smtClean="0"/>
              <a:t>27/08/2025</a:t>
            </a:fld>
            <a:endParaRPr lang="vi-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54DB88-6E80-499D-ABB8-38FBF3AE1A25}" type="slidenum">
              <a:rPr lang="vi-VN" smtClean="0"/>
              <a:t>‹#›</a:t>
            </a:fld>
            <a:endParaRPr lang="vi-VN"/>
          </a:p>
        </p:txBody>
      </p:sp>
    </p:spTree>
    <p:extLst>
      <p:ext uri="{BB962C8B-B14F-4D97-AF65-F5344CB8AC3E}">
        <p14:creationId xmlns:p14="http://schemas.microsoft.com/office/powerpoint/2010/main" val="38844328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1871CC-0A5A-4983-867F-F63CAC6B553F}" type="datetime1">
              <a:rPr lang="vi-VN" smtClean="0"/>
              <a:t>27/08/2025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44A9409-5B7A-4A68-9AEC-D10994391474}" type="slidenum">
              <a:rPr lang="vi-VN" smtClean="0"/>
              <a:t>‹#›</a:t>
            </a:fld>
            <a:endParaRPr lang="vi-VN"/>
          </a:p>
        </p:txBody>
      </p:sp>
      <p:pic>
        <p:nvPicPr>
          <p:cNvPr id="9" name="Picture 8">
            <a:extLst>
              <a:ext uri="{FF2B5EF4-FFF2-40B4-BE49-F238E27FC236}">
                <a16:creationId xmlns:a16="http://schemas.microsoft.com/office/drawing/2014/main" id="{61B0B5C0-74F0-4EC6-A51D-11457A899FE7}"/>
              </a:ext>
            </a:extLst>
          </p:cNvPr>
          <p:cNvPicPr>
            <a:picLocks noChangeAspect="1"/>
          </p:cNvPicPr>
          <p:nvPr userDrawn="1"/>
        </p:nvPicPr>
        <p:blipFill>
          <a:blip r:embed="rId2"/>
          <a:stretch>
            <a:fillRect/>
          </a:stretch>
        </p:blipFill>
        <p:spPr>
          <a:xfrm>
            <a:off x="0" y="-11093"/>
            <a:ext cx="12192000" cy="6907648"/>
          </a:xfrm>
          <a:prstGeom prst="rect">
            <a:avLst/>
          </a:prstGeom>
        </p:spPr>
      </p:pic>
      <p:sp>
        <p:nvSpPr>
          <p:cNvPr id="10" name="Title 1">
            <a:extLst>
              <a:ext uri="{FF2B5EF4-FFF2-40B4-BE49-F238E27FC236}">
                <a16:creationId xmlns:a16="http://schemas.microsoft.com/office/drawing/2014/main" id="{91E02220-0385-4125-BDB5-59B8FEFF7654}"/>
              </a:ext>
            </a:extLst>
          </p:cNvPr>
          <p:cNvSpPr>
            <a:spLocks noGrp="1"/>
          </p:cNvSpPr>
          <p:nvPr>
            <p:ph type="title" hasCustomPrompt="1"/>
          </p:nvPr>
        </p:nvSpPr>
        <p:spPr>
          <a:xfrm>
            <a:off x="158932" y="3278144"/>
            <a:ext cx="10515600" cy="549274"/>
          </a:xfrm>
        </p:spPr>
        <p:txBody>
          <a:bodyPr/>
          <a:lstStyle>
            <a:lvl1pPr>
              <a:defRPr>
                <a:solidFill>
                  <a:schemeClr val="bg1"/>
                </a:solidFill>
              </a:defRPr>
            </a:lvl1pPr>
          </a:lstStyle>
          <a:p>
            <a:r>
              <a:rPr lang="en-US" dirty="0"/>
              <a:t>Chapter 1: </a:t>
            </a:r>
          </a:p>
        </p:txBody>
      </p:sp>
    </p:spTree>
    <p:extLst>
      <p:ext uri="{BB962C8B-B14F-4D97-AF65-F5344CB8AC3E}">
        <p14:creationId xmlns:p14="http://schemas.microsoft.com/office/powerpoint/2010/main" val="1343306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217305"/>
            <a:ext cx="10515600" cy="549274"/>
          </a:xfrm>
        </p:spPr>
        <p:txBody>
          <a:bodyPr>
            <a:noAutofit/>
          </a:bodyPr>
          <a:lstStyle>
            <a:lvl1pPr>
              <a:defRPr sz="2800" b="1"/>
            </a:lvl1pPr>
          </a:lstStyle>
          <a:p>
            <a:r>
              <a:rPr lang="en-US" dirty="0"/>
              <a:t>Click to edit Master title style</a:t>
            </a:r>
          </a:p>
        </p:txBody>
      </p:sp>
      <p:sp>
        <p:nvSpPr>
          <p:cNvPr id="3" name="Content Placeholder 2"/>
          <p:cNvSpPr>
            <a:spLocks noGrp="1"/>
          </p:cNvSpPr>
          <p:nvPr>
            <p:ph idx="1"/>
          </p:nvPr>
        </p:nvSpPr>
        <p:spPr>
          <a:xfrm>
            <a:off x="838200" y="864303"/>
            <a:ext cx="10515600" cy="5312661"/>
          </a:xfrm>
        </p:spPr>
        <p:txBody>
          <a:bodyPr/>
          <a:lstStyle>
            <a:lvl1pPr>
              <a:defRPr sz="2200"/>
            </a:lvl1pPr>
            <a:lvl2pPr>
              <a:defRPr sz="22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389A99EF-8D3C-452B-935C-C3A0B15262A2}" type="datetime1">
              <a:rPr lang="vi-VN" smtClean="0"/>
              <a:t>27/08/2025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44A9409-5B7A-4A68-9AEC-D10994391474}" type="slidenum">
              <a:rPr lang="vi-VN" smtClean="0"/>
              <a:t>‹#›</a:t>
            </a:fld>
            <a:endParaRPr lang="vi-VN"/>
          </a:p>
        </p:txBody>
      </p:sp>
      <p:pic>
        <p:nvPicPr>
          <p:cNvPr id="9" name="Picture 8" descr="A black background with text&#10;&#10;Description automatically generated">
            <a:extLst>
              <a:ext uri="{FF2B5EF4-FFF2-40B4-BE49-F238E27FC236}">
                <a16:creationId xmlns:a16="http://schemas.microsoft.com/office/drawing/2014/main" id="{6BF17E32-750A-6C62-EA62-509EF6C9FA3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10601" y="177123"/>
            <a:ext cx="2387692" cy="556277"/>
          </a:xfrm>
          <a:prstGeom prst="rect">
            <a:avLst/>
          </a:prstGeom>
        </p:spPr>
      </p:pic>
      <p:grpSp>
        <p:nvGrpSpPr>
          <p:cNvPr id="7" name="Group 6">
            <a:extLst>
              <a:ext uri="{FF2B5EF4-FFF2-40B4-BE49-F238E27FC236}">
                <a16:creationId xmlns:a16="http://schemas.microsoft.com/office/drawing/2014/main" id="{7E78CCE1-A7DE-F222-F3C0-FAB53CC3E40F}"/>
              </a:ext>
            </a:extLst>
          </p:cNvPr>
          <p:cNvGrpSpPr/>
          <p:nvPr userDrawn="1"/>
        </p:nvGrpSpPr>
        <p:grpSpPr>
          <a:xfrm>
            <a:off x="10566400" y="-5737"/>
            <a:ext cx="1625600" cy="1213792"/>
            <a:chOff x="7924800" y="-5737"/>
            <a:chExt cx="1219200" cy="1213792"/>
          </a:xfrm>
        </p:grpSpPr>
        <p:grpSp>
          <p:nvGrpSpPr>
            <p:cNvPr id="8" name="Group 7">
              <a:extLst>
                <a:ext uri="{FF2B5EF4-FFF2-40B4-BE49-F238E27FC236}">
                  <a16:creationId xmlns:a16="http://schemas.microsoft.com/office/drawing/2014/main" id="{EF9A6EB5-51CE-4781-B164-2A67653CBBD5}"/>
                </a:ext>
              </a:extLst>
            </p:cNvPr>
            <p:cNvGrpSpPr/>
            <p:nvPr userDrawn="1"/>
          </p:nvGrpSpPr>
          <p:grpSpPr>
            <a:xfrm rot="10800000">
              <a:off x="8737600" y="-5737"/>
              <a:ext cx="406400" cy="406400"/>
              <a:chOff x="4388744" y="4805680"/>
              <a:chExt cx="406400" cy="406400"/>
            </a:xfrm>
          </p:grpSpPr>
          <p:sp>
            <p:nvSpPr>
              <p:cNvPr id="27" name="Right Triangle 26">
                <a:extLst>
                  <a:ext uri="{FF2B5EF4-FFF2-40B4-BE49-F238E27FC236}">
                    <a16:creationId xmlns:a16="http://schemas.microsoft.com/office/drawing/2014/main" id="{104E3744-FC6E-D772-CB2C-94156FE16F5E}"/>
                  </a:ext>
                </a:extLst>
              </p:cNvPr>
              <p:cNvSpPr/>
              <p:nvPr userDrawn="1"/>
            </p:nvSpPr>
            <p:spPr>
              <a:xfrm>
                <a:off x="4388744" y="4805680"/>
                <a:ext cx="406400" cy="406400"/>
              </a:xfrm>
              <a:prstGeom prst="rtTriangle">
                <a:avLst/>
              </a:prstGeom>
              <a:solidFill>
                <a:srgbClr val="0DB0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8" name="Right Triangle 27">
                <a:extLst>
                  <a:ext uri="{FF2B5EF4-FFF2-40B4-BE49-F238E27FC236}">
                    <a16:creationId xmlns:a16="http://schemas.microsoft.com/office/drawing/2014/main" id="{8E526613-AFFA-0BE7-1031-5FE07BE21465}"/>
                  </a:ext>
                </a:extLst>
              </p:cNvPr>
              <p:cNvSpPr/>
              <p:nvPr userDrawn="1"/>
            </p:nvSpPr>
            <p:spPr>
              <a:xfrm rot="10800000">
                <a:off x="4388744" y="4805680"/>
                <a:ext cx="406400" cy="406400"/>
              </a:xfrm>
              <a:prstGeom prst="rtTriangle">
                <a:avLst/>
              </a:prstGeom>
              <a:solidFill>
                <a:srgbClr val="0DB04B">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10" name="Group 9">
              <a:extLst>
                <a:ext uri="{FF2B5EF4-FFF2-40B4-BE49-F238E27FC236}">
                  <a16:creationId xmlns:a16="http://schemas.microsoft.com/office/drawing/2014/main" id="{AFEF925B-CCED-3ED6-A724-D231382E7FAE}"/>
                </a:ext>
              </a:extLst>
            </p:cNvPr>
            <p:cNvGrpSpPr/>
            <p:nvPr userDrawn="1"/>
          </p:nvGrpSpPr>
          <p:grpSpPr>
            <a:xfrm rot="10800000">
              <a:off x="8737600" y="395255"/>
              <a:ext cx="406400" cy="406400"/>
              <a:chOff x="4388744" y="4805680"/>
              <a:chExt cx="406400" cy="406400"/>
            </a:xfrm>
          </p:grpSpPr>
          <p:sp>
            <p:nvSpPr>
              <p:cNvPr id="25" name="Right Triangle 24">
                <a:extLst>
                  <a:ext uri="{FF2B5EF4-FFF2-40B4-BE49-F238E27FC236}">
                    <a16:creationId xmlns:a16="http://schemas.microsoft.com/office/drawing/2014/main" id="{85BC3172-424A-A4E4-CB48-10AEBF5908B8}"/>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6" name="Right Triangle 25">
                <a:extLst>
                  <a:ext uri="{FF2B5EF4-FFF2-40B4-BE49-F238E27FC236}">
                    <a16:creationId xmlns:a16="http://schemas.microsoft.com/office/drawing/2014/main" id="{314298E0-6DBD-FD83-9BE9-9C0888F45A6F}"/>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13" name="Group 12">
              <a:extLst>
                <a:ext uri="{FF2B5EF4-FFF2-40B4-BE49-F238E27FC236}">
                  <a16:creationId xmlns:a16="http://schemas.microsoft.com/office/drawing/2014/main" id="{B246E5D2-3503-0CA5-5F0A-EB3B0DF62742}"/>
                </a:ext>
              </a:extLst>
            </p:cNvPr>
            <p:cNvGrpSpPr/>
            <p:nvPr userDrawn="1"/>
          </p:nvGrpSpPr>
          <p:grpSpPr>
            <a:xfrm rot="10800000">
              <a:off x="8737600" y="801655"/>
              <a:ext cx="406400" cy="406400"/>
              <a:chOff x="4388744" y="4805680"/>
              <a:chExt cx="406400" cy="406400"/>
            </a:xfrm>
          </p:grpSpPr>
          <p:sp>
            <p:nvSpPr>
              <p:cNvPr id="23" name="Right Triangle 22">
                <a:extLst>
                  <a:ext uri="{FF2B5EF4-FFF2-40B4-BE49-F238E27FC236}">
                    <a16:creationId xmlns:a16="http://schemas.microsoft.com/office/drawing/2014/main" id="{91C97430-586C-1852-7B7E-CC8BD43C1F34}"/>
                  </a:ext>
                </a:extLst>
              </p:cNvPr>
              <p:cNvSpPr/>
              <p:nvPr userDrawn="1"/>
            </p:nvSpPr>
            <p:spPr>
              <a:xfrm>
                <a:off x="4388744" y="4805680"/>
                <a:ext cx="406400" cy="406400"/>
              </a:xfrm>
              <a:prstGeom prst="rtTriangle">
                <a:avLst/>
              </a:prstGeom>
              <a:solidFill>
                <a:srgbClr val="0066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4" name="Right Triangle 23">
                <a:extLst>
                  <a:ext uri="{FF2B5EF4-FFF2-40B4-BE49-F238E27FC236}">
                    <a16:creationId xmlns:a16="http://schemas.microsoft.com/office/drawing/2014/main" id="{DE6DCA86-3931-B1AC-3F66-88107D63265F}"/>
                  </a:ext>
                </a:extLst>
              </p:cNvPr>
              <p:cNvSpPr/>
              <p:nvPr userDrawn="1"/>
            </p:nvSpPr>
            <p:spPr>
              <a:xfrm rot="10800000">
                <a:off x="4388744" y="4805680"/>
                <a:ext cx="406400" cy="406400"/>
              </a:xfrm>
              <a:prstGeom prst="rtTriangle">
                <a:avLst/>
              </a:prstGeom>
              <a:solidFill>
                <a:srgbClr val="0066B2">
                  <a:alpha val="6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14" name="Group 13">
              <a:extLst>
                <a:ext uri="{FF2B5EF4-FFF2-40B4-BE49-F238E27FC236}">
                  <a16:creationId xmlns:a16="http://schemas.microsoft.com/office/drawing/2014/main" id="{820317D3-6B3D-2DF1-0986-9A0970332111}"/>
                </a:ext>
              </a:extLst>
            </p:cNvPr>
            <p:cNvGrpSpPr/>
            <p:nvPr userDrawn="1"/>
          </p:nvGrpSpPr>
          <p:grpSpPr>
            <a:xfrm rot="10800000">
              <a:off x="8331200" y="399790"/>
              <a:ext cx="406400" cy="406400"/>
              <a:chOff x="4388744" y="4805680"/>
              <a:chExt cx="406400" cy="406400"/>
            </a:xfrm>
          </p:grpSpPr>
          <p:sp>
            <p:nvSpPr>
              <p:cNvPr id="21" name="Right Triangle 20">
                <a:extLst>
                  <a:ext uri="{FF2B5EF4-FFF2-40B4-BE49-F238E27FC236}">
                    <a16:creationId xmlns:a16="http://schemas.microsoft.com/office/drawing/2014/main" id="{D7B18993-7C91-F71E-F1EB-8E1AD63B2C42}"/>
                  </a:ext>
                </a:extLst>
              </p:cNvPr>
              <p:cNvSpPr/>
              <p:nvPr userDrawn="1"/>
            </p:nvSpPr>
            <p:spPr>
              <a:xfrm>
                <a:off x="4388744" y="4805680"/>
                <a:ext cx="406400" cy="406400"/>
              </a:xfrm>
              <a:prstGeom prst="rtTriangle">
                <a:avLst/>
              </a:prstGeom>
              <a:solidFill>
                <a:srgbClr val="0DB0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ight Triangle 21">
                <a:extLst>
                  <a:ext uri="{FF2B5EF4-FFF2-40B4-BE49-F238E27FC236}">
                    <a16:creationId xmlns:a16="http://schemas.microsoft.com/office/drawing/2014/main" id="{A1832769-9077-3069-4A71-C6696C21BC5F}"/>
                  </a:ext>
                </a:extLst>
              </p:cNvPr>
              <p:cNvSpPr/>
              <p:nvPr userDrawn="1"/>
            </p:nvSpPr>
            <p:spPr>
              <a:xfrm rot="10800000">
                <a:off x="4388744" y="4805680"/>
                <a:ext cx="406400" cy="406400"/>
              </a:xfrm>
              <a:prstGeom prst="rtTriangle">
                <a:avLst/>
              </a:prstGeom>
              <a:solidFill>
                <a:srgbClr val="0DB04B">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15" name="Group 14">
              <a:extLst>
                <a:ext uri="{FF2B5EF4-FFF2-40B4-BE49-F238E27FC236}">
                  <a16:creationId xmlns:a16="http://schemas.microsoft.com/office/drawing/2014/main" id="{BFDE1C15-F987-A9D6-90C9-FCC16E16565E}"/>
                </a:ext>
              </a:extLst>
            </p:cNvPr>
            <p:cNvGrpSpPr/>
            <p:nvPr userDrawn="1"/>
          </p:nvGrpSpPr>
          <p:grpSpPr>
            <a:xfrm rot="10800000">
              <a:off x="8331200" y="-5737"/>
              <a:ext cx="406400" cy="406400"/>
              <a:chOff x="4388744" y="4805680"/>
              <a:chExt cx="406400" cy="406400"/>
            </a:xfrm>
          </p:grpSpPr>
          <p:sp>
            <p:nvSpPr>
              <p:cNvPr id="19" name="Right Triangle 18">
                <a:extLst>
                  <a:ext uri="{FF2B5EF4-FFF2-40B4-BE49-F238E27FC236}">
                    <a16:creationId xmlns:a16="http://schemas.microsoft.com/office/drawing/2014/main" id="{B3697819-6C2D-176B-5402-026EE5B6ADE0}"/>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ight Triangle 19">
                <a:extLst>
                  <a:ext uri="{FF2B5EF4-FFF2-40B4-BE49-F238E27FC236}">
                    <a16:creationId xmlns:a16="http://schemas.microsoft.com/office/drawing/2014/main" id="{04B90D12-2C70-58C5-9D99-5E46BABC09A5}"/>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16" name="Group 15">
              <a:extLst>
                <a:ext uri="{FF2B5EF4-FFF2-40B4-BE49-F238E27FC236}">
                  <a16:creationId xmlns:a16="http://schemas.microsoft.com/office/drawing/2014/main" id="{46205393-F4AA-F4B4-AD11-0C74DE379B3D}"/>
                </a:ext>
              </a:extLst>
            </p:cNvPr>
            <p:cNvGrpSpPr/>
            <p:nvPr userDrawn="1"/>
          </p:nvGrpSpPr>
          <p:grpSpPr>
            <a:xfrm rot="10800000">
              <a:off x="7924800" y="0"/>
              <a:ext cx="406400" cy="406400"/>
              <a:chOff x="4388744" y="4805680"/>
              <a:chExt cx="406400" cy="406400"/>
            </a:xfrm>
          </p:grpSpPr>
          <p:sp>
            <p:nvSpPr>
              <p:cNvPr id="17" name="Right Triangle 16">
                <a:extLst>
                  <a:ext uri="{FF2B5EF4-FFF2-40B4-BE49-F238E27FC236}">
                    <a16:creationId xmlns:a16="http://schemas.microsoft.com/office/drawing/2014/main" id="{54406F37-F68C-A4C0-E0EF-7C3C6F4796B1}"/>
                  </a:ext>
                </a:extLst>
              </p:cNvPr>
              <p:cNvSpPr/>
              <p:nvPr userDrawn="1"/>
            </p:nvSpPr>
            <p:spPr>
              <a:xfrm>
                <a:off x="4388744" y="4805680"/>
                <a:ext cx="406400" cy="406400"/>
              </a:xfrm>
              <a:prstGeom prst="rtTriangle">
                <a:avLst/>
              </a:prstGeom>
              <a:solidFill>
                <a:srgbClr val="0066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Right Triangle 17">
                <a:extLst>
                  <a:ext uri="{FF2B5EF4-FFF2-40B4-BE49-F238E27FC236}">
                    <a16:creationId xmlns:a16="http://schemas.microsoft.com/office/drawing/2014/main" id="{52350476-19B7-4C57-8D0B-4F30375646DF}"/>
                  </a:ext>
                </a:extLst>
              </p:cNvPr>
              <p:cNvSpPr/>
              <p:nvPr userDrawn="1"/>
            </p:nvSpPr>
            <p:spPr>
              <a:xfrm rot="10800000">
                <a:off x="4388744" y="4805680"/>
                <a:ext cx="406400" cy="406400"/>
              </a:xfrm>
              <a:prstGeom prst="rtTriangle">
                <a:avLst/>
              </a:prstGeom>
              <a:solidFill>
                <a:srgbClr val="0066B2">
                  <a:alpha val="6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grpSp>
        <p:nvGrpSpPr>
          <p:cNvPr id="29" name="Group 28">
            <a:extLst>
              <a:ext uri="{FF2B5EF4-FFF2-40B4-BE49-F238E27FC236}">
                <a16:creationId xmlns:a16="http://schemas.microsoft.com/office/drawing/2014/main" id="{DA4D367E-E1F8-341D-D917-08BD1F010572}"/>
              </a:ext>
            </a:extLst>
          </p:cNvPr>
          <p:cNvGrpSpPr/>
          <p:nvPr userDrawn="1"/>
        </p:nvGrpSpPr>
        <p:grpSpPr>
          <a:xfrm>
            <a:off x="0" y="5223817"/>
            <a:ext cx="2167467" cy="1627220"/>
            <a:chOff x="0" y="5223817"/>
            <a:chExt cx="1625600" cy="1627220"/>
          </a:xfrm>
        </p:grpSpPr>
        <p:grpSp>
          <p:nvGrpSpPr>
            <p:cNvPr id="30" name="Group 29">
              <a:extLst>
                <a:ext uri="{FF2B5EF4-FFF2-40B4-BE49-F238E27FC236}">
                  <a16:creationId xmlns:a16="http://schemas.microsoft.com/office/drawing/2014/main" id="{6C158FEA-DEF2-99FD-0979-F462D61695E2}"/>
                </a:ext>
              </a:extLst>
            </p:cNvPr>
            <p:cNvGrpSpPr/>
            <p:nvPr userDrawn="1"/>
          </p:nvGrpSpPr>
          <p:grpSpPr>
            <a:xfrm>
              <a:off x="0" y="6444637"/>
              <a:ext cx="406400" cy="406400"/>
              <a:chOff x="4388744" y="4805680"/>
              <a:chExt cx="406400" cy="406400"/>
            </a:xfrm>
          </p:grpSpPr>
          <p:sp>
            <p:nvSpPr>
              <p:cNvPr id="58" name="Right Triangle 57">
                <a:extLst>
                  <a:ext uri="{FF2B5EF4-FFF2-40B4-BE49-F238E27FC236}">
                    <a16:creationId xmlns:a16="http://schemas.microsoft.com/office/drawing/2014/main" id="{7C6D5D3D-3662-A526-17C5-BFD0909E8140}"/>
                  </a:ext>
                </a:extLst>
              </p:cNvPr>
              <p:cNvSpPr/>
              <p:nvPr userDrawn="1"/>
            </p:nvSpPr>
            <p:spPr>
              <a:xfrm>
                <a:off x="4388744" y="4805680"/>
                <a:ext cx="406400" cy="406400"/>
              </a:xfrm>
              <a:prstGeom prst="rtTriangle">
                <a:avLst/>
              </a:prstGeom>
              <a:solidFill>
                <a:srgbClr val="0DB0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9" name="Right Triangle 58">
                <a:extLst>
                  <a:ext uri="{FF2B5EF4-FFF2-40B4-BE49-F238E27FC236}">
                    <a16:creationId xmlns:a16="http://schemas.microsoft.com/office/drawing/2014/main" id="{4B987422-BE46-3E2F-0AC8-24EBCC0299B0}"/>
                  </a:ext>
                </a:extLst>
              </p:cNvPr>
              <p:cNvSpPr/>
              <p:nvPr userDrawn="1"/>
            </p:nvSpPr>
            <p:spPr>
              <a:xfrm rot="10800000">
                <a:off x="4388744" y="4805680"/>
                <a:ext cx="406400" cy="406400"/>
              </a:xfrm>
              <a:prstGeom prst="rtTriangle">
                <a:avLst/>
              </a:prstGeom>
              <a:solidFill>
                <a:srgbClr val="0DB04B">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1" name="Group 30">
              <a:extLst>
                <a:ext uri="{FF2B5EF4-FFF2-40B4-BE49-F238E27FC236}">
                  <a16:creationId xmlns:a16="http://schemas.microsoft.com/office/drawing/2014/main" id="{06989AF4-E961-10A8-F915-9DFEC26E085C}"/>
                </a:ext>
              </a:extLst>
            </p:cNvPr>
            <p:cNvGrpSpPr/>
            <p:nvPr userDrawn="1"/>
          </p:nvGrpSpPr>
          <p:grpSpPr>
            <a:xfrm>
              <a:off x="0" y="6036687"/>
              <a:ext cx="406400" cy="406400"/>
              <a:chOff x="4388744" y="4805680"/>
              <a:chExt cx="406400" cy="406400"/>
            </a:xfrm>
          </p:grpSpPr>
          <p:sp>
            <p:nvSpPr>
              <p:cNvPr id="56" name="Right Triangle 55">
                <a:extLst>
                  <a:ext uri="{FF2B5EF4-FFF2-40B4-BE49-F238E27FC236}">
                    <a16:creationId xmlns:a16="http://schemas.microsoft.com/office/drawing/2014/main" id="{C7394C07-0ADF-EEDA-30DD-D0A5219FD07E}"/>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7" name="Right Triangle 56">
                <a:extLst>
                  <a:ext uri="{FF2B5EF4-FFF2-40B4-BE49-F238E27FC236}">
                    <a16:creationId xmlns:a16="http://schemas.microsoft.com/office/drawing/2014/main" id="{4D6B85FB-6BC6-0DA1-393E-DDC30EFB0268}"/>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2" name="Group 31">
              <a:extLst>
                <a:ext uri="{FF2B5EF4-FFF2-40B4-BE49-F238E27FC236}">
                  <a16:creationId xmlns:a16="http://schemas.microsoft.com/office/drawing/2014/main" id="{3246BD03-559E-886D-81AC-DBFB87CADBF9}"/>
                </a:ext>
              </a:extLst>
            </p:cNvPr>
            <p:cNvGrpSpPr/>
            <p:nvPr userDrawn="1"/>
          </p:nvGrpSpPr>
          <p:grpSpPr>
            <a:xfrm>
              <a:off x="0" y="5627513"/>
              <a:ext cx="406400" cy="406400"/>
              <a:chOff x="4388744" y="4805680"/>
              <a:chExt cx="406400" cy="406400"/>
            </a:xfrm>
          </p:grpSpPr>
          <p:sp>
            <p:nvSpPr>
              <p:cNvPr id="54" name="Right Triangle 53">
                <a:extLst>
                  <a:ext uri="{FF2B5EF4-FFF2-40B4-BE49-F238E27FC236}">
                    <a16:creationId xmlns:a16="http://schemas.microsoft.com/office/drawing/2014/main" id="{64AB5756-BD28-6111-AFC2-C064394697AA}"/>
                  </a:ext>
                </a:extLst>
              </p:cNvPr>
              <p:cNvSpPr/>
              <p:nvPr userDrawn="1"/>
            </p:nvSpPr>
            <p:spPr>
              <a:xfrm>
                <a:off x="4388744" y="4805680"/>
                <a:ext cx="406400" cy="406400"/>
              </a:xfrm>
              <a:prstGeom prst="rtTriangle">
                <a:avLst/>
              </a:prstGeom>
              <a:solidFill>
                <a:srgbClr val="0066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5" name="Right Triangle 54">
                <a:extLst>
                  <a:ext uri="{FF2B5EF4-FFF2-40B4-BE49-F238E27FC236}">
                    <a16:creationId xmlns:a16="http://schemas.microsoft.com/office/drawing/2014/main" id="{CCF3BB32-E016-3C59-3296-4EA5666D2CA8}"/>
                  </a:ext>
                </a:extLst>
              </p:cNvPr>
              <p:cNvSpPr/>
              <p:nvPr userDrawn="1"/>
            </p:nvSpPr>
            <p:spPr>
              <a:xfrm rot="10800000">
                <a:off x="4388744" y="4805680"/>
                <a:ext cx="406400" cy="406400"/>
              </a:xfrm>
              <a:prstGeom prst="rtTriangle">
                <a:avLst/>
              </a:prstGeom>
              <a:solidFill>
                <a:srgbClr val="0066B2">
                  <a:alpha val="6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3" name="Group 32">
              <a:extLst>
                <a:ext uri="{FF2B5EF4-FFF2-40B4-BE49-F238E27FC236}">
                  <a16:creationId xmlns:a16="http://schemas.microsoft.com/office/drawing/2014/main" id="{128B65E6-9A0C-F7BE-BC2D-BDD3DD7B8218}"/>
                </a:ext>
              </a:extLst>
            </p:cNvPr>
            <p:cNvGrpSpPr/>
            <p:nvPr userDrawn="1"/>
          </p:nvGrpSpPr>
          <p:grpSpPr>
            <a:xfrm>
              <a:off x="406400" y="6039110"/>
              <a:ext cx="406400" cy="406400"/>
              <a:chOff x="4388744" y="4805680"/>
              <a:chExt cx="406400" cy="406400"/>
            </a:xfrm>
          </p:grpSpPr>
          <p:sp>
            <p:nvSpPr>
              <p:cNvPr id="52" name="Right Triangle 51">
                <a:extLst>
                  <a:ext uri="{FF2B5EF4-FFF2-40B4-BE49-F238E27FC236}">
                    <a16:creationId xmlns:a16="http://schemas.microsoft.com/office/drawing/2014/main" id="{8C6B3CA5-8D03-6992-787E-9636C5AE54D9}"/>
                  </a:ext>
                </a:extLst>
              </p:cNvPr>
              <p:cNvSpPr/>
              <p:nvPr userDrawn="1"/>
            </p:nvSpPr>
            <p:spPr>
              <a:xfrm>
                <a:off x="4388744" y="4805680"/>
                <a:ext cx="406400" cy="406400"/>
              </a:xfrm>
              <a:prstGeom prst="rtTriangle">
                <a:avLst/>
              </a:prstGeom>
              <a:solidFill>
                <a:srgbClr val="0DB0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3" name="Right Triangle 52">
                <a:extLst>
                  <a:ext uri="{FF2B5EF4-FFF2-40B4-BE49-F238E27FC236}">
                    <a16:creationId xmlns:a16="http://schemas.microsoft.com/office/drawing/2014/main" id="{01491534-CB37-A450-3A13-CF46EEAB6A5F}"/>
                  </a:ext>
                </a:extLst>
              </p:cNvPr>
              <p:cNvSpPr/>
              <p:nvPr userDrawn="1"/>
            </p:nvSpPr>
            <p:spPr>
              <a:xfrm rot="10800000">
                <a:off x="4388744" y="4805680"/>
                <a:ext cx="406400" cy="406400"/>
              </a:xfrm>
              <a:prstGeom prst="rtTriangle">
                <a:avLst/>
              </a:prstGeom>
              <a:solidFill>
                <a:srgbClr val="0DB04B">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4" name="Group 33">
              <a:extLst>
                <a:ext uri="{FF2B5EF4-FFF2-40B4-BE49-F238E27FC236}">
                  <a16:creationId xmlns:a16="http://schemas.microsoft.com/office/drawing/2014/main" id="{6116C4A8-5AE4-E1A8-6E48-4A1C5234432D}"/>
                </a:ext>
              </a:extLst>
            </p:cNvPr>
            <p:cNvGrpSpPr/>
            <p:nvPr userDrawn="1"/>
          </p:nvGrpSpPr>
          <p:grpSpPr>
            <a:xfrm>
              <a:off x="406400" y="6444637"/>
              <a:ext cx="406400" cy="406400"/>
              <a:chOff x="4388744" y="4805680"/>
              <a:chExt cx="406400" cy="406400"/>
            </a:xfrm>
          </p:grpSpPr>
          <p:sp>
            <p:nvSpPr>
              <p:cNvPr id="50" name="Right Triangle 49">
                <a:extLst>
                  <a:ext uri="{FF2B5EF4-FFF2-40B4-BE49-F238E27FC236}">
                    <a16:creationId xmlns:a16="http://schemas.microsoft.com/office/drawing/2014/main" id="{032EDF53-67B9-900C-C2F0-BBC97BA72643}"/>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1" name="Right Triangle 50">
                <a:extLst>
                  <a:ext uri="{FF2B5EF4-FFF2-40B4-BE49-F238E27FC236}">
                    <a16:creationId xmlns:a16="http://schemas.microsoft.com/office/drawing/2014/main" id="{4860B01E-AAAF-1DB6-003C-7E22ADC21D9A}"/>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5" name="Group 34">
              <a:extLst>
                <a:ext uri="{FF2B5EF4-FFF2-40B4-BE49-F238E27FC236}">
                  <a16:creationId xmlns:a16="http://schemas.microsoft.com/office/drawing/2014/main" id="{E337ABB6-45A0-FED1-0AAC-59A550733ECA}"/>
                </a:ext>
              </a:extLst>
            </p:cNvPr>
            <p:cNvGrpSpPr/>
            <p:nvPr userDrawn="1"/>
          </p:nvGrpSpPr>
          <p:grpSpPr>
            <a:xfrm>
              <a:off x="812800" y="6438900"/>
              <a:ext cx="406400" cy="406400"/>
              <a:chOff x="4388744" y="4805680"/>
              <a:chExt cx="406400" cy="406400"/>
            </a:xfrm>
          </p:grpSpPr>
          <p:sp>
            <p:nvSpPr>
              <p:cNvPr id="48" name="Right Triangle 47">
                <a:extLst>
                  <a:ext uri="{FF2B5EF4-FFF2-40B4-BE49-F238E27FC236}">
                    <a16:creationId xmlns:a16="http://schemas.microsoft.com/office/drawing/2014/main" id="{51E62297-F581-4EDA-971E-CF6196E49344}"/>
                  </a:ext>
                </a:extLst>
              </p:cNvPr>
              <p:cNvSpPr/>
              <p:nvPr userDrawn="1"/>
            </p:nvSpPr>
            <p:spPr>
              <a:xfrm>
                <a:off x="4388744" y="4805680"/>
                <a:ext cx="406400" cy="406400"/>
              </a:xfrm>
              <a:prstGeom prst="rtTriangle">
                <a:avLst/>
              </a:prstGeom>
              <a:solidFill>
                <a:srgbClr val="0066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9" name="Right Triangle 48">
                <a:extLst>
                  <a:ext uri="{FF2B5EF4-FFF2-40B4-BE49-F238E27FC236}">
                    <a16:creationId xmlns:a16="http://schemas.microsoft.com/office/drawing/2014/main" id="{037A4B95-4C76-3379-FE66-7604FC49E7DB}"/>
                  </a:ext>
                </a:extLst>
              </p:cNvPr>
              <p:cNvSpPr/>
              <p:nvPr userDrawn="1"/>
            </p:nvSpPr>
            <p:spPr>
              <a:xfrm rot="10800000">
                <a:off x="4388744" y="4805680"/>
                <a:ext cx="406400" cy="406400"/>
              </a:xfrm>
              <a:prstGeom prst="rtTriangle">
                <a:avLst/>
              </a:prstGeom>
              <a:solidFill>
                <a:srgbClr val="0066B2">
                  <a:alpha val="6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6" name="Group 35">
              <a:extLst>
                <a:ext uri="{FF2B5EF4-FFF2-40B4-BE49-F238E27FC236}">
                  <a16:creationId xmlns:a16="http://schemas.microsoft.com/office/drawing/2014/main" id="{EB20C747-7466-D5D7-568D-2A3BFAFCDBFB}"/>
                </a:ext>
              </a:extLst>
            </p:cNvPr>
            <p:cNvGrpSpPr/>
            <p:nvPr userDrawn="1"/>
          </p:nvGrpSpPr>
          <p:grpSpPr>
            <a:xfrm>
              <a:off x="0" y="5223817"/>
              <a:ext cx="406400" cy="406400"/>
              <a:chOff x="4388744" y="4805680"/>
              <a:chExt cx="406400" cy="406400"/>
            </a:xfrm>
          </p:grpSpPr>
          <p:sp>
            <p:nvSpPr>
              <p:cNvPr id="46" name="Right Triangle 45">
                <a:extLst>
                  <a:ext uri="{FF2B5EF4-FFF2-40B4-BE49-F238E27FC236}">
                    <a16:creationId xmlns:a16="http://schemas.microsoft.com/office/drawing/2014/main" id="{DB35D46E-FCF1-09E4-645B-AE13B4E0622F}"/>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7" name="Right Triangle 46">
                <a:extLst>
                  <a:ext uri="{FF2B5EF4-FFF2-40B4-BE49-F238E27FC236}">
                    <a16:creationId xmlns:a16="http://schemas.microsoft.com/office/drawing/2014/main" id="{B49A6AD1-D826-C7CB-D1D8-20588CC9E0D1}"/>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7" name="Group 36">
              <a:extLst>
                <a:ext uri="{FF2B5EF4-FFF2-40B4-BE49-F238E27FC236}">
                  <a16:creationId xmlns:a16="http://schemas.microsoft.com/office/drawing/2014/main" id="{5D65BDAA-B74A-ED26-EBA5-74251871D610}"/>
                </a:ext>
              </a:extLst>
            </p:cNvPr>
            <p:cNvGrpSpPr/>
            <p:nvPr userDrawn="1"/>
          </p:nvGrpSpPr>
          <p:grpSpPr>
            <a:xfrm>
              <a:off x="406400" y="5634752"/>
              <a:ext cx="406400" cy="406400"/>
              <a:chOff x="4388744" y="4805680"/>
              <a:chExt cx="406400" cy="406400"/>
            </a:xfrm>
          </p:grpSpPr>
          <p:sp>
            <p:nvSpPr>
              <p:cNvPr id="44" name="Right Triangle 43">
                <a:extLst>
                  <a:ext uri="{FF2B5EF4-FFF2-40B4-BE49-F238E27FC236}">
                    <a16:creationId xmlns:a16="http://schemas.microsoft.com/office/drawing/2014/main" id="{DFBD8121-710E-1D40-00C8-2B5565B6AD50}"/>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5" name="Right Triangle 44">
                <a:extLst>
                  <a:ext uri="{FF2B5EF4-FFF2-40B4-BE49-F238E27FC236}">
                    <a16:creationId xmlns:a16="http://schemas.microsoft.com/office/drawing/2014/main" id="{1A9F5181-C41C-5F10-DD79-042329A130E6}"/>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8" name="Group 37">
              <a:extLst>
                <a:ext uri="{FF2B5EF4-FFF2-40B4-BE49-F238E27FC236}">
                  <a16:creationId xmlns:a16="http://schemas.microsoft.com/office/drawing/2014/main" id="{DB5BA187-B815-DCCA-A175-F6AB12C44120}"/>
                </a:ext>
              </a:extLst>
            </p:cNvPr>
            <p:cNvGrpSpPr/>
            <p:nvPr userDrawn="1"/>
          </p:nvGrpSpPr>
          <p:grpSpPr>
            <a:xfrm>
              <a:off x="795664" y="6038237"/>
              <a:ext cx="406400" cy="406400"/>
              <a:chOff x="4388744" y="4805680"/>
              <a:chExt cx="406400" cy="406400"/>
            </a:xfrm>
          </p:grpSpPr>
          <p:sp>
            <p:nvSpPr>
              <p:cNvPr id="42" name="Right Triangle 41">
                <a:extLst>
                  <a:ext uri="{FF2B5EF4-FFF2-40B4-BE49-F238E27FC236}">
                    <a16:creationId xmlns:a16="http://schemas.microsoft.com/office/drawing/2014/main" id="{6BE3AD03-0CF2-35C6-CC4D-76C769359E09}"/>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3" name="Right Triangle 42">
                <a:extLst>
                  <a:ext uri="{FF2B5EF4-FFF2-40B4-BE49-F238E27FC236}">
                    <a16:creationId xmlns:a16="http://schemas.microsoft.com/office/drawing/2014/main" id="{E5C70DCE-2D30-1D7B-37FF-8E01E3974699}"/>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9" name="Group 38">
              <a:extLst>
                <a:ext uri="{FF2B5EF4-FFF2-40B4-BE49-F238E27FC236}">
                  <a16:creationId xmlns:a16="http://schemas.microsoft.com/office/drawing/2014/main" id="{89EC07A9-39B6-2A62-45F8-D31E81902E36}"/>
                </a:ext>
              </a:extLst>
            </p:cNvPr>
            <p:cNvGrpSpPr/>
            <p:nvPr userDrawn="1"/>
          </p:nvGrpSpPr>
          <p:grpSpPr>
            <a:xfrm>
              <a:off x="1219200" y="6433833"/>
              <a:ext cx="406400" cy="406400"/>
              <a:chOff x="4388744" y="4805680"/>
              <a:chExt cx="406400" cy="406400"/>
            </a:xfrm>
          </p:grpSpPr>
          <p:sp>
            <p:nvSpPr>
              <p:cNvPr id="40" name="Right Triangle 39">
                <a:extLst>
                  <a:ext uri="{FF2B5EF4-FFF2-40B4-BE49-F238E27FC236}">
                    <a16:creationId xmlns:a16="http://schemas.microsoft.com/office/drawing/2014/main" id="{13D4CC00-97A2-F50D-DF0C-7CCE44AE3948}"/>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1" name="Right Triangle 40">
                <a:extLst>
                  <a:ext uri="{FF2B5EF4-FFF2-40B4-BE49-F238E27FC236}">
                    <a16:creationId xmlns:a16="http://schemas.microsoft.com/office/drawing/2014/main" id="{B251A9F0-2DBC-52AA-438D-2222805A9A96}"/>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sp>
        <p:nvSpPr>
          <p:cNvPr id="60" name="Rectangle 59">
            <a:extLst>
              <a:ext uri="{FF2B5EF4-FFF2-40B4-BE49-F238E27FC236}">
                <a16:creationId xmlns:a16="http://schemas.microsoft.com/office/drawing/2014/main" id="{F96A4DE9-D7F0-3ED7-4C5A-62CC32974557}"/>
              </a:ext>
            </a:extLst>
          </p:cNvPr>
          <p:cNvSpPr/>
          <p:nvPr userDrawn="1"/>
        </p:nvSpPr>
        <p:spPr>
          <a:xfrm>
            <a:off x="838200" y="773819"/>
            <a:ext cx="10244667" cy="76054"/>
          </a:xfrm>
          <a:prstGeom prst="rect">
            <a:avLst/>
          </a:prstGeom>
          <a:gradFill flip="none" rotWithShape="1">
            <a:gsLst>
              <a:gs pos="0">
                <a:schemeClr val="accent3">
                  <a:lumMod val="40000"/>
                  <a:lumOff val="60000"/>
                </a:schemeClr>
              </a:gs>
              <a:gs pos="100000">
                <a:schemeClr val="accent3">
                  <a:lumMod val="60000"/>
                </a:schemeClr>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61" name="Picture 60">
            <a:extLst>
              <a:ext uri="{FF2B5EF4-FFF2-40B4-BE49-F238E27FC236}">
                <a16:creationId xmlns:a16="http://schemas.microsoft.com/office/drawing/2014/main" id="{1D40F12B-C8B7-47FD-9A66-8C604B484DC3}"/>
              </a:ext>
            </a:extLst>
          </p:cNvPr>
          <p:cNvPicPr>
            <a:picLocks noChangeAspect="1"/>
          </p:cNvPicPr>
          <p:nvPr userDrawn="1"/>
        </p:nvPicPr>
        <p:blipFill>
          <a:blip r:embed="rId3"/>
          <a:stretch>
            <a:fillRect/>
          </a:stretch>
        </p:blipFill>
        <p:spPr>
          <a:xfrm rot="16200000">
            <a:off x="-2349455" y="2334255"/>
            <a:ext cx="5240782" cy="541869"/>
          </a:xfrm>
          <a:prstGeom prst="rect">
            <a:avLst/>
          </a:prstGeom>
        </p:spPr>
      </p:pic>
    </p:spTree>
    <p:extLst>
      <p:ext uri="{BB962C8B-B14F-4D97-AF65-F5344CB8AC3E}">
        <p14:creationId xmlns:p14="http://schemas.microsoft.com/office/powerpoint/2010/main" val="3183705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361F7E-FD57-456B-9E1D-D84D10372E3A}" type="datetime1">
              <a:rPr lang="vi-VN" smtClean="0"/>
              <a:t>27/08/2025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12801174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AE75618-61FB-4D94-96B8-BAD5A8A7457A}" type="datetime1">
              <a:rPr lang="vi-VN" smtClean="0"/>
              <a:t>27/08/2025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17997439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DCF10F2-F3BF-4562-89DD-2B10CBD3EE05}" type="datetime1">
              <a:rPr lang="vi-VN" smtClean="0"/>
              <a:t>27/08/2025</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33208836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FFDAE0-EA4F-42A1-B148-AD9AC22A56DF}" type="datetime1">
              <a:rPr lang="vi-VN" smtClean="0"/>
              <a:t>27/08/2025</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3692377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67A0B-B56F-4F52-BBCA-98B3D074167B}" type="datetime1">
              <a:rPr lang="vi-VN" smtClean="0"/>
              <a:t>27/08/2025</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10986131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2B3DE86-437B-42AF-8A10-BA5649300010}" type="datetime1">
              <a:rPr lang="vi-VN" smtClean="0"/>
              <a:t>27/08/2025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10974867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7BCE396-3CB5-4BA0-A842-49E646427416}" type="datetime1">
              <a:rPr lang="vi-VN" smtClean="0"/>
              <a:t>27/08/2025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22475789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B99CBF-0E0B-4833-8FCB-2A6D36E2DE7D}" type="datetime1">
              <a:rPr lang="vi-VN" smtClean="0"/>
              <a:t>27/08/2025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3726444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B81296-5D61-485A-8F80-0E9D6FAC6189}" type="datetime1">
              <a:rPr lang="vi-VN" smtClean="0"/>
              <a:t>27/08/2025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23466236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54927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985421"/>
            <a:ext cx="10515600" cy="51915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52245E8-9FF8-49CD-8CA9-21B3335B7E4A}" type="datetime1">
              <a:rPr lang="vi-VN" smtClean="0"/>
              <a:t>27/08/2025</a:t>
            </a:fld>
            <a:endParaRPr lang="vi-VN"/>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vi-VN"/>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44A9409-5B7A-4A68-9AEC-D10994391474}" type="slidenum">
              <a:rPr lang="vi-VN" smtClean="0"/>
              <a:t>‹#›</a:t>
            </a:fld>
            <a:endParaRPr lang="vi-VN"/>
          </a:p>
        </p:txBody>
      </p:sp>
    </p:spTree>
    <p:extLst>
      <p:ext uri="{BB962C8B-B14F-4D97-AF65-F5344CB8AC3E}">
        <p14:creationId xmlns:p14="http://schemas.microsoft.com/office/powerpoint/2010/main" val="16507586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9" Type="http://schemas.openxmlformats.org/officeDocument/2006/relationships/image" Target="../media/image33.png"/></Relationships>
</file>

<file path=ppt/slides/_rels/slide12.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41.png"/></Relationships>
</file>

<file path=ppt/slides/_rels/slide1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1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1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2.png"/></Relationships>
</file>

<file path=ppt/slides/_rels/slide1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1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F3735-88FE-51EE-7EA1-A930D1D9D4F9}"/>
              </a:ext>
            </a:extLst>
          </p:cNvPr>
          <p:cNvSpPr>
            <a:spLocks noGrp="1"/>
          </p:cNvSpPr>
          <p:nvPr>
            <p:ph type="ctrTitle"/>
          </p:nvPr>
        </p:nvSpPr>
        <p:spPr>
          <a:xfrm>
            <a:off x="1139687" y="0"/>
            <a:ext cx="5102087" cy="5274365"/>
          </a:xfrm>
        </p:spPr>
        <p:txBody>
          <a:bodyPr>
            <a:normAutofit/>
          </a:bodyPr>
          <a:lstStyle/>
          <a:p>
            <a:pPr algn="l"/>
            <a:r>
              <a:rPr lang="en-US" b="1" dirty="0"/>
              <a:t>Chapter 5: Combinational</a:t>
            </a:r>
            <a:br>
              <a:rPr lang="en-US" b="1" dirty="0"/>
            </a:br>
            <a:r>
              <a:rPr lang="en-US" b="1" dirty="0"/>
              <a:t>Logic Analysis </a:t>
            </a:r>
            <a:br>
              <a:rPr lang="en-US" dirty="0"/>
            </a:br>
            <a:endParaRPr lang="vi-VN" b="1" dirty="0"/>
          </a:p>
        </p:txBody>
      </p:sp>
      <p:sp>
        <p:nvSpPr>
          <p:cNvPr id="3" name="Slide Number Placeholder 2">
            <a:extLst>
              <a:ext uri="{FF2B5EF4-FFF2-40B4-BE49-F238E27FC236}">
                <a16:creationId xmlns:a16="http://schemas.microsoft.com/office/drawing/2014/main" id="{FD31127D-97D4-0200-8E17-A46606337B08}"/>
              </a:ext>
            </a:extLst>
          </p:cNvPr>
          <p:cNvSpPr>
            <a:spLocks noGrp="1"/>
          </p:cNvSpPr>
          <p:nvPr>
            <p:ph type="sldNum" sz="quarter" idx="12"/>
          </p:nvPr>
        </p:nvSpPr>
        <p:spPr/>
        <p:txBody>
          <a:bodyPr/>
          <a:lstStyle/>
          <a:p>
            <a:fld id="{644A9409-5B7A-4A68-9AEC-D10994391474}" type="slidenum">
              <a:rPr lang="vi-VN" smtClean="0"/>
              <a:t>1</a:t>
            </a:fld>
            <a:endParaRPr lang="vi-VN"/>
          </a:p>
        </p:txBody>
      </p:sp>
    </p:spTree>
    <p:extLst>
      <p:ext uri="{BB962C8B-B14F-4D97-AF65-F5344CB8AC3E}">
        <p14:creationId xmlns:p14="http://schemas.microsoft.com/office/powerpoint/2010/main" val="31903211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30AE8-0EBE-B0C5-28F2-79A2A6992611}"/>
              </a:ext>
            </a:extLst>
          </p:cNvPr>
          <p:cNvSpPr>
            <a:spLocks noGrp="1"/>
          </p:cNvSpPr>
          <p:nvPr>
            <p:ph type="title"/>
          </p:nvPr>
        </p:nvSpPr>
        <p:spPr>
          <a:xfrm>
            <a:off x="838200" y="217305"/>
            <a:ext cx="9201150" cy="549274"/>
          </a:xfrm>
        </p:spPr>
        <p:txBody>
          <a:bodyPr/>
          <a:lstStyle/>
          <a:p>
            <a:pPr lvl="0"/>
            <a:r>
              <a:rPr lang="en-US" dirty="0">
                <a:solidFill>
                  <a:srgbClr val="FF0000"/>
                </a:solidFill>
              </a:rPr>
              <a:t>Chapter Objectives</a:t>
            </a:r>
            <a:endParaRPr lang="vi-VN" dirty="0">
              <a:solidFill>
                <a:srgbClr val="FF0000"/>
              </a:solidFill>
            </a:endParaRPr>
          </a:p>
        </p:txBody>
      </p:sp>
      <p:sp>
        <p:nvSpPr>
          <p:cNvPr id="5" name="Content Placeholder 4">
            <a:extLst>
              <a:ext uri="{FF2B5EF4-FFF2-40B4-BE49-F238E27FC236}">
                <a16:creationId xmlns:a16="http://schemas.microsoft.com/office/drawing/2014/main" id="{4E559ED8-6E89-4441-A9DB-262BE34597F6}"/>
              </a:ext>
            </a:extLst>
          </p:cNvPr>
          <p:cNvSpPr>
            <a:spLocks noGrp="1"/>
          </p:cNvSpPr>
          <p:nvPr>
            <p:ph idx="1"/>
          </p:nvPr>
        </p:nvSpPr>
        <p:spPr>
          <a:xfrm>
            <a:off x="838200" y="1037230"/>
            <a:ext cx="11181522" cy="5501684"/>
          </a:xfrm>
        </p:spPr>
        <p:txBody>
          <a:bodyPr>
            <a:noAutofit/>
          </a:bodyPr>
          <a:lstStyle/>
          <a:p>
            <a:pPr marL="0" indent="0" algn="just">
              <a:spcBef>
                <a:spcPts val="0"/>
              </a:spcBef>
              <a:spcAft>
                <a:spcPts val="1800"/>
              </a:spcAft>
              <a:buNone/>
            </a:pPr>
            <a:r>
              <a:rPr lang="en-US" sz="2400" b="1" i="1" dirty="0">
                <a:solidFill>
                  <a:schemeClr val="tx2">
                    <a:lumMod val="50000"/>
                    <a:lumOff val="50000"/>
                  </a:schemeClr>
                </a:solidFill>
                <a:latin typeface="Aptos (Body)"/>
              </a:rPr>
              <a:t>After studying this chapter, students should be able to:</a:t>
            </a:r>
          </a:p>
          <a:p>
            <a:pPr marL="0" marR="0"/>
            <a:r>
              <a:rPr lang="en-US" dirty="0">
                <a:effectLst/>
                <a:latin typeface="Aptos (Body)"/>
                <a:ea typeface="Times New Roman" panose="02020603050405020304" pitchFamily="18" charset="0"/>
              </a:rPr>
              <a:t>Analyze basic combinational logic circuits such as AND-OR, AND-OR-Invert, Exclusive-OR, and Exclusive-NOR.</a:t>
            </a:r>
          </a:p>
          <a:p>
            <a:pPr marL="0" marR="0"/>
            <a:r>
              <a:rPr lang="en-US" dirty="0">
                <a:effectLst/>
                <a:latin typeface="Aptos (Body)"/>
                <a:ea typeface="Times New Roman" panose="02020603050405020304" pitchFamily="18" charset="0"/>
              </a:rPr>
              <a:t>Use AND-OR and AND-OR-Invert circuits to implement sum-of-products (SOP) and product-of-sums (POS) expressions.</a:t>
            </a:r>
          </a:p>
          <a:p>
            <a:pPr marL="0" marR="0"/>
            <a:r>
              <a:rPr lang="en-US" dirty="0">
                <a:effectLst/>
                <a:latin typeface="Aptos (Body)"/>
                <a:ea typeface="Times New Roman" panose="02020603050405020304" pitchFamily="18" charset="0"/>
              </a:rPr>
              <a:t>Write equivalent logic expressions for any combinational logic circuit.</a:t>
            </a:r>
          </a:p>
          <a:p>
            <a:pPr marL="0" marR="0"/>
            <a:r>
              <a:rPr lang="en-US" dirty="0">
                <a:effectLst/>
                <a:latin typeface="Aptos (Body)"/>
                <a:ea typeface="Times New Roman" panose="02020603050405020304" pitchFamily="18" charset="0"/>
              </a:rPr>
              <a:t>Develop a truth table from the output expression of a combinational logic circuit.</a:t>
            </a:r>
          </a:p>
          <a:p>
            <a:pPr marL="0" marR="0"/>
            <a:r>
              <a:rPr lang="en-US" dirty="0">
                <a:effectLst/>
                <a:latin typeface="Aptos (Body)"/>
                <a:ea typeface="Times New Roman" panose="02020603050405020304" pitchFamily="18" charset="0"/>
              </a:rPr>
              <a:t>Use Karnaugh maps to simplify logic expressions and design combinational logic circuits.</a:t>
            </a:r>
          </a:p>
          <a:p>
            <a:pPr marL="0" marR="0"/>
            <a:r>
              <a:rPr lang="en-US" dirty="0">
                <a:effectLst/>
                <a:latin typeface="Aptos (Body)"/>
                <a:ea typeface="Times New Roman" panose="02020603050405020304" pitchFamily="18" charset="0"/>
              </a:rPr>
              <a:t>Design and implement a combinational logic circuit from a truth table or logic expression.</a:t>
            </a:r>
          </a:p>
          <a:p>
            <a:pPr marL="0" marR="0"/>
            <a:r>
              <a:rPr lang="en-US" dirty="0">
                <a:effectLst/>
                <a:latin typeface="Aptos (Body)"/>
                <a:ea typeface="Times New Roman" panose="02020603050405020304" pitchFamily="18" charset="0"/>
              </a:rPr>
              <a:t>Use NAND and NOR gates to implement any combinational logic function.</a:t>
            </a:r>
          </a:p>
          <a:p>
            <a:pPr marL="0" marR="0" indent="0">
              <a:lnSpc>
                <a:spcPct val="107000"/>
              </a:lnSpc>
              <a:spcBef>
                <a:spcPts val="0"/>
              </a:spcBef>
              <a:spcAft>
                <a:spcPts val="800"/>
              </a:spcAft>
              <a:buNone/>
            </a:pPr>
            <a:endParaRPr lang="en-US" sz="2100" dirty="0">
              <a:effectLst/>
              <a:latin typeface="Aptos (Body)"/>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sz="2100" dirty="0">
              <a:effectLst/>
              <a:latin typeface="Aptos (Body)"/>
              <a:ea typeface="Calibri" panose="020F0502020204030204" pitchFamily="34" charset="0"/>
              <a:cs typeface="Times New Roman" panose="02020603050405020304" pitchFamily="18" charset="0"/>
            </a:endParaRPr>
          </a:p>
          <a:p>
            <a:pPr marL="0" indent="0">
              <a:lnSpc>
                <a:spcPct val="107000"/>
              </a:lnSpc>
              <a:spcBef>
                <a:spcPts val="0"/>
              </a:spcBef>
              <a:buNone/>
            </a:pPr>
            <a:endParaRPr lang="en-US" sz="2100" dirty="0">
              <a:solidFill>
                <a:srgbClr val="0D0D0D"/>
              </a:solidFill>
              <a:latin typeface="Aptos (Body)"/>
            </a:endParaRPr>
          </a:p>
        </p:txBody>
      </p:sp>
      <p:sp>
        <p:nvSpPr>
          <p:cNvPr id="8" name="Content Placeholder 8">
            <a:extLst>
              <a:ext uri="{FF2B5EF4-FFF2-40B4-BE49-F238E27FC236}">
                <a16:creationId xmlns:a16="http://schemas.microsoft.com/office/drawing/2014/main" id="{7B9C3314-EA8F-4264-A427-B52B4ED40BA8}"/>
              </a:ext>
            </a:extLst>
          </p:cNvPr>
          <p:cNvSpPr txBox="1">
            <a:spLocks/>
          </p:cNvSpPr>
          <p:nvPr/>
        </p:nvSpPr>
        <p:spPr>
          <a:xfrm>
            <a:off x="2152650" y="3941529"/>
            <a:ext cx="6858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3" name="Slide Number Placeholder 2">
            <a:extLst>
              <a:ext uri="{FF2B5EF4-FFF2-40B4-BE49-F238E27FC236}">
                <a16:creationId xmlns:a16="http://schemas.microsoft.com/office/drawing/2014/main" id="{4BBDAF8E-AF0A-A556-8FFA-586CA276C873}"/>
              </a:ext>
            </a:extLst>
          </p:cNvPr>
          <p:cNvSpPr>
            <a:spLocks noGrp="1"/>
          </p:cNvSpPr>
          <p:nvPr>
            <p:ph type="sldNum" sz="quarter" idx="12"/>
          </p:nvPr>
        </p:nvSpPr>
        <p:spPr/>
        <p:txBody>
          <a:bodyPr/>
          <a:lstStyle/>
          <a:p>
            <a:fld id="{644A9409-5B7A-4A68-9AEC-D10994391474}" type="slidenum">
              <a:rPr lang="vi-VN" smtClean="0"/>
              <a:t>2</a:t>
            </a:fld>
            <a:endParaRPr lang="vi-VN"/>
          </a:p>
        </p:txBody>
      </p:sp>
    </p:spTree>
    <p:extLst>
      <p:ext uri="{BB962C8B-B14F-4D97-AF65-F5344CB8AC3E}">
        <p14:creationId xmlns:p14="http://schemas.microsoft.com/office/powerpoint/2010/main" val="20424247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30AE8-0EBE-B0C5-28F2-79A2A6992611}"/>
              </a:ext>
            </a:extLst>
          </p:cNvPr>
          <p:cNvSpPr>
            <a:spLocks noGrp="1"/>
          </p:cNvSpPr>
          <p:nvPr>
            <p:ph type="title"/>
          </p:nvPr>
        </p:nvSpPr>
        <p:spPr>
          <a:xfrm>
            <a:off x="781878" y="217305"/>
            <a:ext cx="9257472" cy="549274"/>
          </a:xfrm>
        </p:spPr>
        <p:txBody>
          <a:bodyPr/>
          <a:lstStyle/>
          <a:p>
            <a:pPr lvl="0"/>
            <a:r>
              <a:rPr lang="en-US" dirty="0">
                <a:solidFill>
                  <a:srgbClr val="FF0000"/>
                </a:solidFill>
              </a:rPr>
              <a:t>Chapter Outline</a:t>
            </a:r>
            <a:endParaRPr lang="vi-VN" dirty="0">
              <a:solidFill>
                <a:srgbClr val="FF0000"/>
              </a:solidFill>
            </a:endParaRPr>
          </a:p>
        </p:txBody>
      </p:sp>
      <p:sp>
        <p:nvSpPr>
          <p:cNvPr id="5" name="Content Placeholder 4">
            <a:extLst>
              <a:ext uri="{FF2B5EF4-FFF2-40B4-BE49-F238E27FC236}">
                <a16:creationId xmlns:a16="http://schemas.microsoft.com/office/drawing/2014/main" id="{4E559ED8-6E89-4441-A9DB-262BE34597F6}"/>
              </a:ext>
            </a:extLst>
          </p:cNvPr>
          <p:cNvSpPr>
            <a:spLocks noGrp="1"/>
          </p:cNvSpPr>
          <p:nvPr>
            <p:ph idx="1"/>
          </p:nvPr>
        </p:nvSpPr>
        <p:spPr>
          <a:xfrm>
            <a:off x="1311965" y="926295"/>
            <a:ext cx="10349948" cy="5795182"/>
          </a:xfrm>
        </p:spPr>
        <p:txBody>
          <a:bodyPr>
            <a:noAutofit/>
          </a:bodyPr>
          <a:lstStyle/>
          <a:p>
            <a:pPr marL="0" indent="0">
              <a:lnSpc>
                <a:spcPct val="150000"/>
              </a:lnSpc>
              <a:spcBef>
                <a:spcPts val="0"/>
              </a:spcBef>
              <a:spcAft>
                <a:spcPts val="1200"/>
              </a:spcAft>
              <a:buNone/>
            </a:pPr>
            <a:r>
              <a:rPr lang="en-US" dirty="0">
                <a:effectLst/>
                <a:latin typeface="Aptos (Body)"/>
                <a:ea typeface="Calibri" panose="020F0502020204030204" pitchFamily="34" charset="0"/>
                <a:cs typeface="Times New Roman" panose="02020603050405020304" pitchFamily="18" charset="0"/>
              </a:rPr>
              <a:t>5.1 Basic Combinational Logic Circuits</a:t>
            </a:r>
            <a:br>
              <a:rPr lang="en-US" dirty="0">
                <a:effectLst/>
                <a:latin typeface="Aptos (Body)"/>
                <a:ea typeface="Calibri" panose="020F0502020204030204" pitchFamily="34" charset="0"/>
                <a:cs typeface="Times New Roman" panose="02020603050405020304" pitchFamily="18" charset="0"/>
              </a:rPr>
            </a:br>
            <a:r>
              <a:rPr lang="en-US" dirty="0">
                <a:effectLst/>
                <a:latin typeface="Aptos (Body)"/>
                <a:ea typeface="Calibri" panose="020F0502020204030204" pitchFamily="34" charset="0"/>
                <a:cs typeface="Times New Roman" panose="02020603050405020304" pitchFamily="18" charset="0"/>
              </a:rPr>
              <a:t>5.2 Implementing Combinational Logic</a:t>
            </a:r>
            <a:br>
              <a:rPr lang="en-US" dirty="0">
                <a:effectLst/>
                <a:latin typeface="Aptos (Body)"/>
                <a:ea typeface="Calibri" panose="020F0502020204030204" pitchFamily="34" charset="0"/>
                <a:cs typeface="Times New Roman" panose="02020603050405020304" pitchFamily="18" charset="0"/>
              </a:rPr>
            </a:br>
            <a:r>
              <a:rPr lang="en-US" dirty="0">
                <a:effectLst/>
                <a:latin typeface="Aptos (Body)"/>
                <a:ea typeface="Calibri" panose="020F0502020204030204" pitchFamily="34" charset="0"/>
                <a:cs typeface="Times New Roman" panose="02020603050405020304" pitchFamily="18" charset="0"/>
              </a:rPr>
              <a:t>5.3 The Universal Property of NAND and NOR Gates</a:t>
            </a:r>
            <a:br>
              <a:rPr lang="en-US" dirty="0">
                <a:effectLst/>
                <a:latin typeface="Aptos (Body)"/>
                <a:ea typeface="Calibri" panose="020F0502020204030204" pitchFamily="34" charset="0"/>
                <a:cs typeface="Times New Roman" panose="02020603050405020304" pitchFamily="18" charset="0"/>
              </a:rPr>
            </a:br>
            <a:r>
              <a:rPr lang="en-US" dirty="0">
                <a:effectLst/>
                <a:latin typeface="Aptos (Body)"/>
                <a:ea typeface="Calibri" panose="020F0502020204030204" pitchFamily="34" charset="0"/>
                <a:cs typeface="Times New Roman" panose="02020603050405020304" pitchFamily="18" charset="0"/>
              </a:rPr>
              <a:t>5.4 Combinational Logic Using NAND and NOR Gates</a:t>
            </a:r>
            <a:br>
              <a:rPr lang="en-US" dirty="0">
                <a:effectLst/>
                <a:latin typeface="Aptos (Body)"/>
                <a:ea typeface="Calibri" panose="020F0502020204030204" pitchFamily="34" charset="0"/>
                <a:cs typeface="Times New Roman" panose="02020603050405020304" pitchFamily="18" charset="0"/>
              </a:rPr>
            </a:br>
            <a:r>
              <a:rPr lang="en-US" dirty="0">
                <a:effectLst/>
                <a:latin typeface="Aptos (Body)"/>
                <a:ea typeface="Calibri" panose="020F0502020204030204" pitchFamily="34" charset="0"/>
                <a:cs typeface="Times New Roman" panose="02020603050405020304" pitchFamily="18" charset="0"/>
              </a:rPr>
              <a:t>5.5 Pulse Waveform Operation</a:t>
            </a:r>
            <a:br>
              <a:rPr lang="en-US" dirty="0">
                <a:effectLst/>
                <a:latin typeface="Aptos (Body)"/>
                <a:ea typeface="Calibri" panose="020F0502020204030204" pitchFamily="34" charset="0"/>
                <a:cs typeface="Times New Roman" panose="02020603050405020304" pitchFamily="18" charset="0"/>
              </a:rPr>
            </a:br>
            <a:r>
              <a:rPr lang="en-US" dirty="0">
                <a:effectLst/>
                <a:latin typeface="Aptos (Body)"/>
                <a:ea typeface="Calibri" panose="020F0502020204030204" pitchFamily="34" charset="0"/>
                <a:cs typeface="Times New Roman" panose="02020603050405020304" pitchFamily="18" charset="0"/>
              </a:rPr>
              <a:t>5.6 Implementing Combinational Logic with VHDL</a:t>
            </a:r>
            <a:br>
              <a:rPr lang="en-US" dirty="0">
                <a:effectLst/>
                <a:latin typeface="Aptos (Body)"/>
                <a:ea typeface="Calibri" panose="020F0502020204030204" pitchFamily="34" charset="0"/>
                <a:cs typeface="Times New Roman" panose="02020603050405020304" pitchFamily="18" charset="0"/>
              </a:rPr>
            </a:br>
            <a:r>
              <a:rPr lang="en-US" dirty="0">
                <a:solidFill>
                  <a:schemeClr val="tx2">
                    <a:lumMod val="75000"/>
                    <a:lumOff val="25000"/>
                  </a:schemeClr>
                </a:solidFill>
                <a:latin typeface="Aptos (Body)"/>
              </a:rPr>
              <a:t>Multiple-choice test and Problems</a:t>
            </a:r>
          </a:p>
        </p:txBody>
      </p:sp>
      <p:sp>
        <p:nvSpPr>
          <p:cNvPr id="3" name="Slide Number Placeholder 2">
            <a:extLst>
              <a:ext uri="{FF2B5EF4-FFF2-40B4-BE49-F238E27FC236}">
                <a16:creationId xmlns:a16="http://schemas.microsoft.com/office/drawing/2014/main" id="{C895D3F3-2FA5-0262-798E-21155E410D60}"/>
              </a:ext>
            </a:extLst>
          </p:cNvPr>
          <p:cNvSpPr>
            <a:spLocks noGrp="1"/>
          </p:cNvSpPr>
          <p:nvPr>
            <p:ph type="sldNum" sz="quarter" idx="12"/>
          </p:nvPr>
        </p:nvSpPr>
        <p:spPr/>
        <p:txBody>
          <a:bodyPr/>
          <a:lstStyle/>
          <a:p>
            <a:fld id="{644A9409-5B7A-4A68-9AEC-D10994391474}" type="slidenum">
              <a:rPr lang="vi-VN" smtClean="0"/>
              <a:t>3</a:t>
            </a:fld>
            <a:endParaRPr lang="vi-VN"/>
          </a:p>
        </p:txBody>
      </p:sp>
    </p:spTree>
    <p:extLst>
      <p:ext uri="{BB962C8B-B14F-4D97-AF65-F5344CB8AC3E}">
        <p14:creationId xmlns:p14="http://schemas.microsoft.com/office/powerpoint/2010/main" val="15019053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5.1. </a:t>
            </a:r>
            <a:r>
              <a:rPr lang="en-US" sz="2800" b="1" dirty="0">
                <a:solidFill>
                  <a:srgbClr val="FF0000"/>
                </a:solidFill>
                <a:latin typeface="+mj-lt"/>
                <a:ea typeface="+mj-ea"/>
                <a:cs typeface="+mj-cs"/>
              </a:rPr>
              <a:t>Basic Combinational Logic Circuits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lnSpc>
                <a:spcPct val="150000"/>
              </a:lnSpc>
              <a:buNone/>
            </a:pPr>
            <a:r>
              <a:rPr lang="en-US" sz="2400" b="1" i="1" dirty="0">
                <a:solidFill>
                  <a:schemeClr val="tx2">
                    <a:lumMod val="50000"/>
                    <a:lumOff val="50000"/>
                  </a:schemeClr>
                </a:solidFill>
                <a:latin typeface="Aptos (Body)"/>
              </a:rPr>
              <a:t>AND-OR Logic </a:t>
            </a:r>
            <a:br>
              <a:rPr lang="en-US" b="1" i="1" dirty="0">
                <a:solidFill>
                  <a:schemeClr val="tx2">
                    <a:lumMod val="50000"/>
                    <a:lumOff val="50000"/>
                  </a:schemeClr>
                </a:solidFill>
                <a:latin typeface="Aptos (Body)"/>
              </a:rPr>
            </a:br>
            <a:r>
              <a:rPr lang="en-US" b="0" i="0" dirty="0">
                <a:effectLst/>
                <a:latin typeface="Aptos (Body)"/>
              </a:rPr>
              <a:t>AND-OR logic produces an SOP expression.</a:t>
            </a:r>
            <a:r>
              <a:rPr lang="en-US" dirty="0">
                <a:latin typeface="Aptos (Body)"/>
              </a:rPr>
              <a:t> </a:t>
            </a:r>
            <a:br>
              <a:rPr lang="en-US" dirty="0">
                <a:latin typeface="Aptos (Body)"/>
              </a:rPr>
            </a:br>
            <a:br>
              <a:rPr lang="en-US" dirty="0">
                <a:latin typeface="Aptos (Body)"/>
              </a:rPr>
            </a:br>
            <a:br>
              <a:rPr lang="en-US" dirty="0">
                <a:latin typeface="Aptos (Body)"/>
              </a:rPr>
            </a:br>
            <a:endParaRPr lang="en-US" b="1" i="1" dirty="0">
              <a:solidFill>
                <a:schemeClr val="tx2">
                  <a:lumMod val="50000"/>
                  <a:lumOff val="50000"/>
                </a:schemeClr>
              </a:solidFill>
              <a:latin typeface="Aptos (Body)"/>
            </a:endParaRPr>
          </a:p>
          <a:p>
            <a:pPr marL="0" indent="0">
              <a:lnSpc>
                <a:spcPct val="150000"/>
              </a:lnSpc>
              <a:buNone/>
            </a:pPr>
            <a:endParaRPr lang="en-US"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4</a:t>
            </a:fld>
            <a:endParaRPr lang="vi-VN" dirty="0"/>
          </a:p>
        </p:txBody>
      </p:sp>
      <p:pic>
        <p:nvPicPr>
          <p:cNvPr id="3" name="Picture 2">
            <a:extLst>
              <a:ext uri="{FF2B5EF4-FFF2-40B4-BE49-F238E27FC236}">
                <a16:creationId xmlns:a16="http://schemas.microsoft.com/office/drawing/2014/main" id="{4A8205CA-208C-4797-A2E9-6F8BAD6C5013}"/>
              </a:ext>
            </a:extLst>
          </p:cNvPr>
          <p:cNvPicPr>
            <a:picLocks noChangeAspect="1"/>
          </p:cNvPicPr>
          <p:nvPr/>
        </p:nvPicPr>
        <p:blipFill>
          <a:blip r:embed="rId2"/>
          <a:stretch>
            <a:fillRect/>
          </a:stretch>
        </p:blipFill>
        <p:spPr>
          <a:xfrm>
            <a:off x="543338" y="2417307"/>
            <a:ext cx="6923603" cy="2600804"/>
          </a:xfrm>
          <a:prstGeom prst="rect">
            <a:avLst/>
          </a:prstGeom>
        </p:spPr>
      </p:pic>
      <p:pic>
        <p:nvPicPr>
          <p:cNvPr id="5" name="Picture 4">
            <a:extLst>
              <a:ext uri="{FF2B5EF4-FFF2-40B4-BE49-F238E27FC236}">
                <a16:creationId xmlns:a16="http://schemas.microsoft.com/office/drawing/2014/main" id="{FEE35C85-1B86-467C-98BB-95ABA9B648DC}"/>
              </a:ext>
            </a:extLst>
          </p:cNvPr>
          <p:cNvPicPr>
            <a:picLocks noChangeAspect="1"/>
          </p:cNvPicPr>
          <p:nvPr/>
        </p:nvPicPr>
        <p:blipFill>
          <a:blip r:embed="rId3"/>
          <a:stretch>
            <a:fillRect/>
          </a:stretch>
        </p:blipFill>
        <p:spPr>
          <a:xfrm>
            <a:off x="7466941" y="1861801"/>
            <a:ext cx="4725059" cy="3896269"/>
          </a:xfrm>
          <a:prstGeom prst="rect">
            <a:avLst/>
          </a:prstGeom>
        </p:spPr>
      </p:pic>
    </p:spTree>
    <p:extLst>
      <p:ext uri="{BB962C8B-B14F-4D97-AF65-F5344CB8AC3E}">
        <p14:creationId xmlns:p14="http://schemas.microsoft.com/office/powerpoint/2010/main" val="1229134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5.1. </a:t>
            </a:r>
            <a:r>
              <a:rPr lang="en-US" sz="2800" b="1" dirty="0">
                <a:solidFill>
                  <a:srgbClr val="FF0000"/>
                </a:solidFill>
                <a:latin typeface="+mj-lt"/>
                <a:ea typeface="+mj-ea"/>
                <a:cs typeface="+mj-cs"/>
              </a:rPr>
              <a:t>Basic Combinational Logic Circuits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lnSpc>
                <a:spcPct val="150000"/>
              </a:lnSpc>
              <a:buNone/>
            </a:pPr>
            <a:r>
              <a:rPr lang="en-US" sz="2400" b="1" i="1" dirty="0">
                <a:solidFill>
                  <a:schemeClr val="tx2">
                    <a:lumMod val="50000"/>
                    <a:lumOff val="50000"/>
                  </a:schemeClr>
                </a:solidFill>
                <a:latin typeface="Aptos (Body)"/>
              </a:rPr>
              <a:t>AND-OR-Invert  Logic </a:t>
            </a:r>
            <a:br>
              <a:rPr lang="en-US" sz="2100" b="1" i="1" dirty="0">
                <a:solidFill>
                  <a:schemeClr val="tx2">
                    <a:lumMod val="50000"/>
                    <a:lumOff val="50000"/>
                  </a:schemeClr>
                </a:solidFill>
                <a:latin typeface="Aptos (Body)"/>
              </a:rPr>
            </a:br>
            <a:r>
              <a:rPr lang="en-US" dirty="0">
                <a:latin typeface="Aptos (Body)"/>
              </a:rPr>
              <a:t>When the output of an AND-OR circuit is complemented (inverted), it results in an AND-OR-Invert circuit. </a:t>
            </a:r>
            <a:br>
              <a:rPr lang="en-US" sz="1600" dirty="0"/>
            </a:br>
            <a:br>
              <a:rPr lang="en-US" sz="2100" dirty="0">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5</a:t>
            </a:fld>
            <a:endParaRPr lang="vi-VN" dirty="0"/>
          </a:p>
        </p:txBody>
      </p:sp>
      <p:pic>
        <p:nvPicPr>
          <p:cNvPr id="8" name="Picture 7">
            <a:extLst>
              <a:ext uri="{FF2B5EF4-FFF2-40B4-BE49-F238E27FC236}">
                <a16:creationId xmlns:a16="http://schemas.microsoft.com/office/drawing/2014/main" id="{8B12D60D-535D-43D2-8F68-1C5B1768845C}"/>
              </a:ext>
            </a:extLst>
          </p:cNvPr>
          <p:cNvPicPr>
            <a:picLocks noChangeAspect="1"/>
          </p:cNvPicPr>
          <p:nvPr/>
        </p:nvPicPr>
        <p:blipFill>
          <a:blip r:embed="rId2"/>
          <a:stretch>
            <a:fillRect/>
          </a:stretch>
        </p:blipFill>
        <p:spPr>
          <a:xfrm>
            <a:off x="2606303" y="2280740"/>
            <a:ext cx="7310699" cy="434031"/>
          </a:xfrm>
          <a:prstGeom prst="rect">
            <a:avLst/>
          </a:prstGeom>
        </p:spPr>
      </p:pic>
      <p:pic>
        <p:nvPicPr>
          <p:cNvPr id="9" name="Picture 8">
            <a:extLst>
              <a:ext uri="{FF2B5EF4-FFF2-40B4-BE49-F238E27FC236}">
                <a16:creationId xmlns:a16="http://schemas.microsoft.com/office/drawing/2014/main" id="{0F19629F-D1FC-43F9-A5C4-39686C401DBC}"/>
              </a:ext>
            </a:extLst>
          </p:cNvPr>
          <p:cNvPicPr>
            <a:picLocks noChangeAspect="1"/>
          </p:cNvPicPr>
          <p:nvPr/>
        </p:nvPicPr>
        <p:blipFill>
          <a:blip r:embed="rId3"/>
          <a:stretch>
            <a:fillRect/>
          </a:stretch>
        </p:blipFill>
        <p:spPr>
          <a:xfrm>
            <a:off x="2478156" y="3132244"/>
            <a:ext cx="7826238" cy="2625826"/>
          </a:xfrm>
          <a:prstGeom prst="rect">
            <a:avLst/>
          </a:prstGeom>
        </p:spPr>
      </p:pic>
      <p:sp>
        <p:nvSpPr>
          <p:cNvPr id="11" name="TextBox 10">
            <a:extLst>
              <a:ext uri="{FF2B5EF4-FFF2-40B4-BE49-F238E27FC236}">
                <a16:creationId xmlns:a16="http://schemas.microsoft.com/office/drawing/2014/main" id="{44781F4E-9430-4CC1-B9F4-B8C7F5F191D0}"/>
              </a:ext>
            </a:extLst>
          </p:cNvPr>
          <p:cNvSpPr txBox="1"/>
          <p:nvPr/>
        </p:nvSpPr>
        <p:spPr>
          <a:xfrm>
            <a:off x="2213112" y="5889743"/>
            <a:ext cx="8719932" cy="1061829"/>
          </a:xfrm>
          <a:prstGeom prst="rect">
            <a:avLst/>
          </a:prstGeom>
          <a:noFill/>
        </p:spPr>
        <p:txBody>
          <a:bodyPr wrap="square">
            <a:spAutoFit/>
          </a:bodyPr>
          <a:lstStyle/>
          <a:p>
            <a:r>
              <a:rPr lang="en-US" sz="2100" b="1" dirty="0">
                <a:latin typeface="Aptos (Body)"/>
              </a:rPr>
              <a:t>For a 4-input AND-OR-Invert logic circuit, the output X is LOW (0) if both input A and input B are HIGH (1) or both input C and input D are HIGH (1). </a:t>
            </a:r>
            <a:br>
              <a:rPr lang="en-US" sz="2100" b="1" dirty="0">
                <a:latin typeface="Aptos (Body)"/>
              </a:rPr>
            </a:br>
            <a:endParaRPr lang="en-US" sz="2100" b="1" dirty="0">
              <a:latin typeface="Aptos (Body)"/>
            </a:endParaRPr>
          </a:p>
        </p:txBody>
      </p:sp>
    </p:spTree>
    <p:extLst>
      <p:ext uri="{BB962C8B-B14F-4D97-AF65-F5344CB8AC3E}">
        <p14:creationId xmlns:p14="http://schemas.microsoft.com/office/powerpoint/2010/main" val="12073476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5.1. </a:t>
            </a:r>
            <a:r>
              <a:rPr lang="en-US" sz="2800" b="1" dirty="0">
                <a:solidFill>
                  <a:srgbClr val="FF0000"/>
                </a:solidFill>
                <a:latin typeface="+mj-lt"/>
                <a:ea typeface="+mj-ea"/>
                <a:cs typeface="+mj-cs"/>
              </a:rPr>
              <a:t>Basic Combinational Logic Circuits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lnSpc>
                <a:spcPct val="150000"/>
              </a:lnSpc>
              <a:buNone/>
            </a:pPr>
            <a:r>
              <a:rPr lang="en-US" sz="2400" b="1" i="1" dirty="0">
                <a:solidFill>
                  <a:schemeClr val="tx2">
                    <a:lumMod val="50000"/>
                    <a:lumOff val="50000"/>
                  </a:schemeClr>
                </a:solidFill>
                <a:latin typeface="Aptos (Body)"/>
              </a:rPr>
              <a:t>Exclusive-OR Logic </a:t>
            </a:r>
            <a:br>
              <a:rPr lang="en-US" b="1" i="1" dirty="0">
                <a:solidFill>
                  <a:schemeClr val="tx2">
                    <a:lumMod val="50000"/>
                    <a:lumOff val="50000"/>
                  </a:schemeClr>
                </a:solidFill>
                <a:latin typeface="Aptos (Body)"/>
              </a:rPr>
            </a:br>
            <a:r>
              <a:rPr lang="en-US" dirty="0">
                <a:latin typeface="Aptos (Body)"/>
              </a:rPr>
              <a:t>The XOR gate is actually a combination of other gates. </a:t>
            </a:r>
            <a:br>
              <a:rPr lang="en-US" dirty="0">
                <a:latin typeface="Aptos (Body)"/>
              </a:rPr>
            </a:br>
            <a:br>
              <a:rPr lang="en-US" dirty="0">
                <a:latin typeface="Aptos (Body)"/>
              </a:rPr>
            </a:br>
            <a:br>
              <a:rPr lang="en-US" dirty="0">
                <a:latin typeface="Aptos (Body)"/>
              </a:rPr>
            </a:br>
            <a:endParaRPr lang="en-US" b="1" i="1" dirty="0">
              <a:solidFill>
                <a:schemeClr val="tx2">
                  <a:lumMod val="50000"/>
                  <a:lumOff val="50000"/>
                </a:schemeClr>
              </a:solidFill>
              <a:latin typeface="Aptos (Body)"/>
            </a:endParaRPr>
          </a:p>
          <a:p>
            <a:pPr marL="0" indent="0">
              <a:lnSpc>
                <a:spcPct val="150000"/>
              </a:lnSpc>
              <a:buNone/>
            </a:pPr>
            <a:endParaRPr lang="en-US"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6</a:t>
            </a:fld>
            <a:endParaRPr lang="vi-VN" dirty="0"/>
          </a:p>
        </p:txBody>
      </p:sp>
      <p:pic>
        <p:nvPicPr>
          <p:cNvPr id="3" name="Picture 2">
            <a:extLst>
              <a:ext uri="{FF2B5EF4-FFF2-40B4-BE49-F238E27FC236}">
                <a16:creationId xmlns:a16="http://schemas.microsoft.com/office/drawing/2014/main" id="{D98F0DD0-94A3-43C0-8A81-599ACC124162}"/>
              </a:ext>
            </a:extLst>
          </p:cNvPr>
          <p:cNvPicPr>
            <a:picLocks noChangeAspect="1"/>
          </p:cNvPicPr>
          <p:nvPr/>
        </p:nvPicPr>
        <p:blipFill>
          <a:blip r:embed="rId2"/>
          <a:stretch>
            <a:fillRect/>
          </a:stretch>
        </p:blipFill>
        <p:spPr>
          <a:xfrm>
            <a:off x="543338" y="3000735"/>
            <a:ext cx="7758618" cy="3031100"/>
          </a:xfrm>
          <a:prstGeom prst="rect">
            <a:avLst/>
          </a:prstGeom>
        </p:spPr>
      </p:pic>
      <p:pic>
        <p:nvPicPr>
          <p:cNvPr id="5" name="Picture 4">
            <a:extLst>
              <a:ext uri="{FF2B5EF4-FFF2-40B4-BE49-F238E27FC236}">
                <a16:creationId xmlns:a16="http://schemas.microsoft.com/office/drawing/2014/main" id="{8BB474DB-2EB7-4A27-BF93-D7D09BB40FD7}"/>
              </a:ext>
            </a:extLst>
          </p:cNvPr>
          <p:cNvPicPr>
            <a:picLocks noChangeAspect="1"/>
          </p:cNvPicPr>
          <p:nvPr/>
        </p:nvPicPr>
        <p:blipFill>
          <a:blip r:embed="rId3"/>
          <a:stretch>
            <a:fillRect/>
          </a:stretch>
        </p:blipFill>
        <p:spPr>
          <a:xfrm>
            <a:off x="5569710" y="2538946"/>
            <a:ext cx="1939636" cy="572352"/>
          </a:xfrm>
          <a:prstGeom prst="rect">
            <a:avLst/>
          </a:prstGeom>
        </p:spPr>
      </p:pic>
      <p:pic>
        <p:nvPicPr>
          <p:cNvPr id="7" name="Picture 6">
            <a:extLst>
              <a:ext uri="{FF2B5EF4-FFF2-40B4-BE49-F238E27FC236}">
                <a16:creationId xmlns:a16="http://schemas.microsoft.com/office/drawing/2014/main" id="{06518029-DE74-4A18-907A-9EFBDE399E43}"/>
              </a:ext>
            </a:extLst>
          </p:cNvPr>
          <p:cNvPicPr>
            <a:picLocks noChangeAspect="1"/>
          </p:cNvPicPr>
          <p:nvPr/>
        </p:nvPicPr>
        <p:blipFill>
          <a:blip r:embed="rId4"/>
          <a:stretch>
            <a:fillRect/>
          </a:stretch>
        </p:blipFill>
        <p:spPr>
          <a:xfrm>
            <a:off x="8482387" y="2726970"/>
            <a:ext cx="3730583" cy="3031100"/>
          </a:xfrm>
          <a:prstGeom prst="rect">
            <a:avLst/>
          </a:prstGeom>
        </p:spPr>
      </p:pic>
      <p:pic>
        <p:nvPicPr>
          <p:cNvPr id="10" name="Picture 9">
            <a:extLst>
              <a:ext uri="{FF2B5EF4-FFF2-40B4-BE49-F238E27FC236}">
                <a16:creationId xmlns:a16="http://schemas.microsoft.com/office/drawing/2014/main" id="{847E67DF-A325-45E5-9864-1FB3BC058002}"/>
              </a:ext>
            </a:extLst>
          </p:cNvPr>
          <p:cNvPicPr>
            <a:picLocks noChangeAspect="1"/>
          </p:cNvPicPr>
          <p:nvPr/>
        </p:nvPicPr>
        <p:blipFill>
          <a:blip r:embed="rId5"/>
          <a:stretch>
            <a:fillRect/>
          </a:stretch>
        </p:blipFill>
        <p:spPr>
          <a:xfrm>
            <a:off x="5732140" y="3006479"/>
            <a:ext cx="1614776" cy="576707"/>
          </a:xfrm>
          <a:prstGeom prst="rect">
            <a:avLst/>
          </a:prstGeom>
        </p:spPr>
      </p:pic>
    </p:spTree>
    <p:extLst>
      <p:ext uri="{BB962C8B-B14F-4D97-AF65-F5344CB8AC3E}">
        <p14:creationId xmlns:p14="http://schemas.microsoft.com/office/powerpoint/2010/main" val="2774910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5.1. </a:t>
            </a:r>
            <a:r>
              <a:rPr lang="en-US" sz="2800" b="1" dirty="0">
                <a:solidFill>
                  <a:srgbClr val="FF0000"/>
                </a:solidFill>
                <a:latin typeface="+mj-lt"/>
                <a:ea typeface="+mj-ea"/>
                <a:cs typeface="+mj-cs"/>
              </a:rPr>
              <a:t>Basic Combinational Logic Circuits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lnSpc>
                <a:spcPct val="150000"/>
              </a:lnSpc>
              <a:buNone/>
            </a:pPr>
            <a:r>
              <a:rPr lang="en-US" sz="2400" b="1" i="1" dirty="0">
                <a:solidFill>
                  <a:schemeClr val="tx2">
                    <a:lumMod val="50000"/>
                    <a:lumOff val="50000"/>
                  </a:schemeClr>
                </a:solidFill>
                <a:latin typeface="Aptos (Body)"/>
              </a:rPr>
              <a:t>Exclusive-NOR Logic </a:t>
            </a:r>
            <a:br>
              <a:rPr lang="en-US" sz="2100" b="1" i="1" dirty="0">
                <a:solidFill>
                  <a:schemeClr val="tx2">
                    <a:lumMod val="50000"/>
                    <a:lumOff val="50000"/>
                  </a:schemeClr>
                </a:solidFill>
                <a:latin typeface="Aptos (Body)"/>
              </a:rPr>
            </a:br>
            <a:r>
              <a:rPr lang="en-US" dirty="0">
                <a:latin typeface="Aptos (Body)"/>
              </a:rPr>
              <a:t>As you know, the complement of the exclusive-OR function is the exclusive-NOR, which is derived as follows: </a:t>
            </a:r>
            <a:br>
              <a:rPr lang="en-US" sz="2100" dirty="0">
                <a:latin typeface="Aptos (Body)"/>
              </a:rPr>
            </a:br>
            <a:br>
              <a:rPr lang="en-US" sz="2100" dirty="0">
                <a:latin typeface="Aptos (Body)"/>
              </a:rPr>
            </a:br>
            <a:br>
              <a:rPr lang="en-US" sz="2100" dirty="0">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7</a:t>
            </a:fld>
            <a:endParaRPr lang="vi-VN" dirty="0"/>
          </a:p>
        </p:txBody>
      </p:sp>
      <p:pic>
        <p:nvPicPr>
          <p:cNvPr id="3" name="Picture 2">
            <a:extLst>
              <a:ext uri="{FF2B5EF4-FFF2-40B4-BE49-F238E27FC236}">
                <a16:creationId xmlns:a16="http://schemas.microsoft.com/office/drawing/2014/main" id="{8984E036-7B29-480E-9094-E3D5E691DFDD}"/>
              </a:ext>
            </a:extLst>
          </p:cNvPr>
          <p:cNvPicPr>
            <a:picLocks noChangeAspect="1"/>
          </p:cNvPicPr>
          <p:nvPr/>
        </p:nvPicPr>
        <p:blipFill>
          <a:blip r:embed="rId2"/>
          <a:stretch>
            <a:fillRect/>
          </a:stretch>
        </p:blipFill>
        <p:spPr>
          <a:xfrm>
            <a:off x="3274600" y="2218469"/>
            <a:ext cx="6461570" cy="519898"/>
          </a:xfrm>
          <a:prstGeom prst="rect">
            <a:avLst/>
          </a:prstGeom>
        </p:spPr>
      </p:pic>
      <p:pic>
        <p:nvPicPr>
          <p:cNvPr id="5" name="Picture 4">
            <a:extLst>
              <a:ext uri="{FF2B5EF4-FFF2-40B4-BE49-F238E27FC236}">
                <a16:creationId xmlns:a16="http://schemas.microsoft.com/office/drawing/2014/main" id="{EB8E9DD4-7ECA-496F-A04C-89A2C8FC5235}"/>
              </a:ext>
            </a:extLst>
          </p:cNvPr>
          <p:cNvPicPr>
            <a:picLocks noChangeAspect="1"/>
          </p:cNvPicPr>
          <p:nvPr/>
        </p:nvPicPr>
        <p:blipFill>
          <a:blip r:embed="rId3"/>
          <a:stretch>
            <a:fillRect/>
          </a:stretch>
        </p:blipFill>
        <p:spPr>
          <a:xfrm>
            <a:off x="1753886" y="2995401"/>
            <a:ext cx="9328565" cy="2426004"/>
          </a:xfrm>
          <a:prstGeom prst="rect">
            <a:avLst/>
          </a:prstGeom>
        </p:spPr>
      </p:pic>
      <p:pic>
        <p:nvPicPr>
          <p:cNvPr id="7" name="Picture 6">
            <a:extLst>
              <a:ext uri="{FF2B5EF4-FFF2-40B4-BE49-F238E27FC236}">
                <a16:creationId xmlns:a16="http://schemas.microsoft.com/office/drawing/2014/main" id="{3A29E6E2-F522-46EC-8B7C-D3612F34C365}"/>
              </a:ext>
            </a:extLst>
          </p:cNvPr>
          <p:cNvPicPr>
            <a:picLocks noChangeAspect="1"/>
          </p:cNvPicPr>
          <p:nvPr/>
        </p:nvPicPr>
        <p:blipFill>
          <a:blip r:embed="rId4"/>
          <a:stretch>
            <a:fillRect/>
          </a:stretch>
        </p:blipFill>
        <p:spPr>
          <a:xfrm>
            <a:off x="2737229" y="5754756"/>
            <a:ext cx="7536313" cy="580731"/>
          </a:xfrm>
          <a:prstGeom prst="rect">
            <a:avLst/>
          </a:prstGeom>
        </p:spPr>
      </p:pic>
    </p:spTree>
    <p:extLst>
      <p:ext uri="{BB962C8B-B14F-4D97-AF65-F5344CB8AC3E}">
        <p14:creationId xmlns:p14="http://schemas.microsoft.com/office/powerpoint/2010/main" val="2618634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5.2. </a:t>
            </a:r>
            <a:r>
              <a:rPr lang="en-US" sz="2800" b="1" dirty="0">
                <a:solidFill>
                  <a:srgbClr val="FF0000"/>
                </a:solidFill>
                <a:latin typeface="+mj-lt"/>
                <a:ea typeface="+mj-ea"/>
                <a:cs typeface="+mj-cs"/>
              </a:rPr>
              <a:t>Implementing Combinational Logic</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From a Boolean Expression to a Logic Circuit </a:t>
            </a:r>
            <a:br>
              <a:rPr lang="en-US" dirty="0">
                <a:latin typeface="Aptos (Body)"/>
              </a:rPr>
            </a:br>
            <a:r>
              <a:rPr lang="en-US" b="0" i="0" dirty="0">
                <a:effectLst/>
                <a:latin typeface="Aptos (Body)"/>
              </a:rPr>
              <a:t>For every Boolean expression there is a logic circuit, and for every logic circuit there is a Boolean expression.</a:t>
            </a:r>
            <a:br>
              <a:rPr lang="en-US" sz="2100" dirty="0">
                <a:latin typeface="Aptos (Body)"/>
              </a:rPr>
            </a:br>
            <a:br>
              <a:rPr lang="en-US" sz="2100" dirty="0">
                <a:latin typeface="Aptos (Body)"/>
              </a:rPr>
            </a:br>
            <a:br>
              <a:rPr lang="en-US" sz="2100" dirty="0">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pic>
        <p:nvPicPr>
          <p:cNvPr id="3" name="Picture 2">
            <a:extLst>
              <a:ext uri="{FF2B5EF4-FFF2-40B4-BE49-F238E27FC236}">
                <a16:creationId xmlns:a16="http://schemas.microsoft.com/office/drawing/2014/main" id="{8D7345CB-05C2-453C-A884-AF4DFE888EE7}"/>
              </a:ext>
            </a:extLst>
          </p:cNvPr>
          <p:cNvPicPr>
            <a:picLocks noChangeAspect="1"/>
          </p:cNvPicPr>
          <p:nvPr/>
        </p:nvPicPr>
        <p:blipFill>
          <a:blip r:embed="rId2"/>
          <a:stretch>
            <a:fillRect/>
          </a:stretch>
        </p:blipFill>
        <p:spPr>
          <a:xfrm>
            <a:off x="3825055" y="2028869"/>
            <a:ext cx="1873438" cy="450753"/>
          </a:xfrm>
          <a:prstGeom prst="rect">
            <a:avLst/>
          </a:prstGeom>
        </p:spPr>
      </p:pic>
      <p:pic>
        <p:nvPicPr>
          <p:cNvPr id="5" name="Picture 4">
            <a:extLst>
              <a:ext uri="{FF2B5EF4-FFF2-40B4-BE49-F238E27FC236}">
                <a16:creationId xmlns:a16="http://schemas.microsoft.com/office/drawing/2014/main" id="{C431EBD6-A01E-4A77-A83E-C9170E53C408}"/>
              </a:ext>
            </a:extLst>
          </p:cNvPr>
          <p:cNvPicPr>
            <a:picLocks noChangeAspect="1"/>
          </p:cNvPicPr>
          <p:nvPr/>
        </p:nvPicPr>
        <p:blipFill>
          <a:blip r:embed="rId3"/>
          <a:stretch>
            <a:fillRect/>
          </a:stretch>
        </p:blipFill>
        <p:spPr>
          <a:xfrm>
            <a:off x="3905046" y="2553906"/>
            <a:ext cx="3556147" cy="1263187"/>
          </a:xfrm>
          <a:prstGeom prst="rect">
            <a:avLst/>
          </a:prstGeom>
        </p:spPr>
      </p:pic>
      <p:sp>
        <p:nvSpPr>
          <p:cNvPr id="11" name="Slide Number Placeholder 5">
            <a:extLst>
              <a:ext uri="{FF2B5EF4-FFF2-40B4-BE49-F238E27FC236}">
                <a16:creationId xmlns:a16="http://schemas.microsoft.com/office/drawing/2014/main" id="{86CB69C0-7730-4CD2-BC8F-1E55F833D700}"/>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8</a:t>
            </a:fld>
            <a:endParaRPr lang="vi-VN" dirty="0"/>
          </a:p>
        </p:txBody>
      </p:sp>
      <p:pic>
        <p:nvPicPr>
          <p:cNvPr id="12" name="Picture 11">
            <a:extLst>
              <a:ext uri="{FF2B5EF4-FFF2-40B4-BE49-F238E27FC236}">
                <a16:creationId xmlns:a16="http://schemas.microsoft.com/office/drawing/2014/main" id="{39E0AC19-19F4-444C-9DD9-88D25EE3E539}"/>
              </a:ext>
            </a:extLst>
          </p:cNvPr>
          <p:cNvPicPr>
            <a:picLocks noChangeAspect="1"/>
          </p:cNvPicPr>
          <p:nvPr/>
        </p:nvPicPr>
        <p:blipFill>
          <a:blip r:embed="rId4"/>
          <a:stretch>
            <a:fillRect/>
          </a:stretch>
        </p:blipFill>
        <p:spPr>
          <a:xfrm>
            <a:off x="3635549" y="3990616"/>
            <a:ext cx="6226860" cy="2560905"/>
          </a:xfrm>
          <a:prstGeom prst="rect">
            <a:avLst/>
          </a:prstGeom>
        </p:spPr>
      </p:pic>
    </p:spTree>
    <p:extLst>
      <p:ext uri="{BB962C8B-B14F-4D97-AF65-F5344CB8AC3E}">
        <p14:creationId xmlns:p14="http://schemas.microsoft.com/office/powerpoint/2010/main" val="13749581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5.2. </a:t>
            </a:r>
            <a:r>
              <a:rPr lang="en-US" sz="2800" b="1" dirty="0">
                <a:solidFill>
                  <a:srgbClr val="FF0000"/>
                </a:solidFill>
                <a:latin typeface="+mj-lt"/>
                <a:ea typeface="+mj-ea"/>
                <a:cs typeface="+mj-cs"/>
              </a:rPr>
              <a:t>Implementing Combinational Logic</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From a Boolean Expression to a Logic Circuit </a:t>
            </a:r>
            <a:br>
              <a:rPr lang="en-US" sz="2100" dirty="0">
                <a:latin typeface="Aptos (Body)"/>
              </a:rPr>
            </a:br>
            <a:r>
              <a:rPr lang="en-US" b="0" i="0" dirty="0">
                <a:effectLst/>
                <a:latin typeface="Aptos (Body)"/>
              </a:rPr>
              <a:t>For every Boolean expression there is a logic circuit, and for every logic circuit there is a Boolean expression.</a:t>
            </a:r>
            <a:br>
              <a:rPr lang="en-US" sz="2100" dirty="0">
                <a:latin typeface="Aptos (Body)"/>
              </a:rPr>
            </a:br>
            <a:br>
              <a:rPr lang="en-US" sz="2100" dirty="0">
                <a:latin typeface="Aptos (Body)"/>
              </a:rPr>
            </a:br>
            <a:br>
              <a:rPr lang="en-US" sz="2100" dirty="0">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pic>
        <p:nvPicPr>
          <p:cNvPr id="8" name="Picture 7">
            <a:extLst>
              <a:ext uri="{FF2B5EF4-FFF2-40B4-BE49-F238E27FC236}">
                <a16:creationId xmlns:a16="http://schemas.microsoft.com/office/drawing/2014/main" id="{526FDA4E-9AF4-43E8-832E-4FC3FD8C4AF9}"/>
              </a:ext>
            </a:extLst>
          </p:cNvPr>
          <p:cNvPicPr>
            <a:picLocks noChangeAspect="1"/>
          </p:cNvPicPr>
          <p:nvPr/>
        </p:nvPicPr>
        <p:blipFill>
          <a:blip r:embed="rId2"/>
          <a:stretch>
            <a:fillRect/>
          </a:stretch>
        </p:blipFill>
        <p:spPr>
          <a:xfrm>
            <a:off x="874644" y="2181597"/>
            <a:ext cx="2230713" cy="429516"/>
          </a:xfrm>
          <a:prstGeom prst="rect">
            <a:avLst/>
          </a:prstGeom>
        </p:spPr>
      </p:pic>
      <p:pic>
        <p:nvPicPr>
          <p:cNvPr id="9" name="Picture 8">
            <a:extLst>
              <a:ext uri="{FF2B5EF4-FFF2-40B4-BE49-F238E27FC236}">
                <a16:creationId xmlns:a16="http://schemas.microsoft.com/office/drawing/2014/main" id="{53F60360-6AFF-4A56-A80D-D58D9ACEC592}"/>
              </a:ext>
            </a:extLst>
          </p:cNvPr>
          <p:cNvPicPr>
            <a:picLocks noChangeAspect="1"/>
          </p:cNvPicPr>
          <p:nvPr/>
        </p:nvPicPr>
        <p:blipFill>
          <a:blip r:embed="rId3"/>
          <a:stretch>
            <a:fillRect/>
          </a:stretch>
        </p:blipFill>
        <p:spPr>
          <a:xfrm>
            <a:off x="878865" y="2579352"/>
            <a:ext cx="4553677" cy="2177179"/>
          </a:xfrm>
          <a:prstGeom prst="rect">
            <a:avLst/>
          </a:prstGeom>
        </p:spPr>
      </p:pic>
      <p:pic>
        <p:nvPicPr>
          <p:cNvPr id="10" name="Picture 9">
            <a:extLst>
              <a:ext uri="{FF2B5EF4-FFF2-40B4-BE49-F238E27FC236}">
                <a16:creationId xmlns:a16="http://schemas.microsoft.com/office/drawing/2014/main" id="{88ED73CC-A80B-48A4-9BC4-8EE272391367}"/>
              </a:ext>
            </a:extLst>
          </p:cNvPr>
          <p:cNvPicPr>
            <a:picLocks noChangeAspect="1"/>
          </p:cNvPicPr>
          <p:nvPr/>
        </p:nvPicPr>
        <p:blipFill>
          <a:blip r:embed="rId4"/>
          <a:stretch>
            <a:fillRect/>
          </a:stretch>
        </p:blipFill>
        <p:spPr>
          <a:xfrm>
            <a:off x="484863" y="4699047"/>
            <a:ext cx="5341682" cy="2177179"/>
          </a:xfrm>
          <a:prstGeom prst="rect">
            <a:avLst/>
          </a:prstGeom>
        </p:spPr>
      </p:pic>
      <p:sp>
        <p:nvSpPr>
          <p:cNvPr id="11" name="Slide Number Placeholder 5">
            <a:extLst>
              <a:ext uri="{FF2B5EF4-FFF2-40B4-BE49-F238E27FC236}">
                <a16:creationId xmlns:a16="http://schemas.microsoft.com/office/drawing/2014/main" id="{86CB69C0-7730-4CD2-BC8F-1E55F833D700}"/>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9</a:t>
            </a:fld>
            <a:endParaRPr lang="vi-VN" dirty="0"/>
          </a:p>
        </p:txBody>
      </p:sp>
      <p:pic>
        <p:nvPicPr>
          <p:cNvPr id="6" name="Picture 5">
            <a:extLst>
              <a:ext uri="{FF2B5EF4-FFF2-40B4-BE49-F238E27FC236}">
                <a16:creationId xmlns:a16="http://schemas.microsoft.com/office/drawing/2014/main" id="{E3D128D8-0E97-451F-9FFB-543EE0042BF4}"/>
              </a:ext>
            </a:extLst>
          </p:cNvPr>
          <p:cNvPicPr>
            <a:picLocks noChangeAspect="1"/>
          </p:cNvPicPr>
          <p:nvPr/>
        </p:nvPicPr>
        <p:blipFill>
          <a:blip r:embed="rId5"/>
          <a:stretch>
            <a:fillRect/>
          </a:stretch>
        </p:blipFill>
        <p:spPr>
          <a:xfrm>
            <a:off x="6189268" y="1991649"/>
            <a:ext cx="3442257" cy="587703"/>
          </a:xfrm>
          <a:prstGeom prst="rect">
            <a:avLst/>
          </a:prstGeom>
        </p:spPr>
      </p:pic>
      <p:pic>
        <p:nvPicPr>
          <p:cNvPr id="7" name="Picture 6">
            <a:extLst>
              <a:ext uri="{FF2B5EF4-FFF2-40B4-BE49-F238E27FC236}">
                <a16:creationId xmlns:a16="http://schemas.microsoft.com/office/drawing/2014/main" id="{A72EA177-CE5A-41BF-B1FA-3A2F656C4132}"/>
              </a:ext>
            </a:extLst>
          </p:cNvPr>
          <p:cNvPicPr>
            <a:picLocks noChangeAspect="1"/>
          </p:cNvPicPr>
          <p:nvPr/>
        </p:nvPicPr>
        <p:blipFill>
          <a:blip r:embed="rId6"/>
          <a:stretch>
            <a:fillRect/>
          </a:stretch>
        </p:blipFill>
        <p:spPr>
          <a:xfrm>
            <a:off x="6144543" y="2494145"/>
            <a:ext cx="5168592" cy="1854512"/>
          </a:xfrm>
          <a:prstGeom prst="rect">
            <a:avLst/>
          </a:prstGeom>
        </p:spPr>
      </p:pic>
      <p:pic>
        <p:nvPicPr>
          <p:cNvPr id="13" name="Picture 12">
            <a:extLst>
              <a:ext uri="{FF2B5EF4-FFF2-40B4-BE49-F238E27FC236}">
                <a16:creationId xmlns:a16="http://schemas.microsoft.com/office/drawing/2014/main" id="{3BE7D954-A465-4AC5-BC2F-F9FDB43E5BED}"/>
              </a:ext>
            </a:extLst>
          </p:cNvPr>
          <p:cNvPicPr>
            <a:picLocks noChangeAspect="1"/>
          </p:cNvPicPr>
          <p:nvPr/>
        </p:nvPicPr>
        <p:blipFill>
          <a:blip r:embed="rId7"/>
          <a:stretch>
            <a:fillRect/>
          </a:stretch>
        </p:blipFill>
        <p:spPr>
          <a:xfrm>
            <a:off x="6261653" y="4338306"/>
            <a:ext cx="5130519" cy="2417972"/>
          </a:xfrm>
          <a:prstGeom prst="rect">
            <a:avLst/>
          </a:prstGeom>
        </p:spPr>
      </p:pic>
    </p:spTree>
    <p:extLst>
      <p:ext uri="{BB962C8B-B14F-4D97-AF65-F5344CB8AC3E}">
        <p14:creationId xmlns:p14="http://schemas.microsoft.com/office/powerpoint/2010/main" val="3780896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5.2. </a:t>
            </a:r>
            <a:r>
              <a:rPr lang="en-US" sz="2800" b="1" dirty="0">
                <a:solidFill>
                  <a:srgbClr val="FF0000"/>
                </a:solidFill>
                <a:latin typeface="+mj-lt"/>
                <a:ea typeface="+mj-ea"/>
                <a:cs typeface="+mj-cs"/>
              </a:rPr>
              <a:t>Implementing Combinational Logic</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From a Truth Table to a Logic Circuit </a:t>
            </a:r>
            <a:br>
              <a:rPr lang="en-US" sz="1600" dirty="0"/>
            </a:br>
            <a:r>
              <a:rPr lang="en-US" dirty="0">
                <a:latin typeface="Aptos (Body)"/>
              </a:rPr>
              <a:t>The Boolean SOP expression obtained from the truth table by </a:t>
            </a:r>
            <a:r>
              <a:rPr lang="en-US" dirty="0" err="1">
                <a:latin typeface="Aptos (Body)"/>
              </a:rPr>
              <a:t>ORing</a:t>
            </a:r>
            <a:r>
              <a:rPr lang="en-US" dirty="0">
                <a:latin typeface="Aptos (Body)"/>
              </a:rPr>
              <a:t> the product terms for which X = 1 is: </a:t>
            </a:r>
            <a:br>
              <a:rPr lang="en-US" sz="1200" dirty="0"/>
            </a:br>
            <a:br>
              <a:rPr lang="en-US" sz="1600" dirty="0"/>
            </a:br>
            <a:br>
              <a:rPr lang="en-US" sz="2100" dirty="0">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10</a:t>
            </a:fld>
            <a:endParaRPr lang="vi-VN" dirty="0"/>
          </a:p>
        </p:txBody>
      </p:sp>
      <p:pic>
        <p:nvPicPr>
          <p:cNvPr id="5" name="Picture 4">
            <a:extLst>
              <a:ext uri="{FF2B5EF4-FFF2-40B4-BE49-F238E27FC236}">
                <a16:creationId xmlns:a16="http://schemas.microsoft.com/office/drawing/2014/main" id="{9E5D7854-41EE-447C-A4CC-FF5D27ED935A}"/>
              </a:ext>
            </a:extLst>
          </p:cNvPr>
          <p:cNvPicPr>
            <a:picLocks noChangeAspect="1"/>
          </p:cNvPicPr>
          <p:nvPr/>
        </p:nvPicPr>
        <p:blipFill>
          <a:blip r:embed="rId2"/>
          <a:stretch>
            <a:fillRect/>
          </a:stretch>
        </p:blipFill>
        <p:spPr>
          <a:xfrm>
            <a:off x="4212412" y="2138542"/>
            <a:ext cx="2347414" cy="510307"/>
          </a:xfrm>
          <a:prstGeom prst="rect">
            <a:avLst/>
          </a:prstGeom>
        </p:spPr>
      </p:pic>
      <p:pic>
        <p:nvPicPr>
          <p:cNvPr id="7" name="Picture 6">
            <a:extLst>
              <a:ext uri="{FF2B5EF4-FFF2-40B4-BE49-F238E27FC236}">
                <a16:creationId xmlns:a16="http://schemas.microsoft.com/office/drawing/2014/main" id="{31CF61BC-C15C-4629-80AD-3C5AEF7B59BB}"/>
              </a:ext>
            </a:extLst>
          </p:cNvPr>
          <p:cNvPicPr>
            <a:picLocks noChangeAspect="1"/>
          </p:cNvPicPr>
          <p:nvPr/>
        </p:nvPicPr>
        <p:blipFill>
          <a:blip r:embed="rId3"/>
          <a:stretch>
            <a:fillRect/>
          </a:stretch>
        </p:blipFill>
        <p:spPr>
          <a:xfrm>
            <a:off x="1779741" y="2824462"/>
            <a:ext cx="9537615" cy="3511026"/>
          </a:xfrm>
          <a:prstGeom prst="rect">
            <a:avLst/>
          </a:prstGeom>
        </p:spPr>
      </p:pic>
    </p:spTree>
    <p:extLst>
      <p:ext uri="{BB962C8B-B14F-4D97-AF65-F5344CB8AC3E}">
        <p14:creationId xmlns:p14="http://schemas.microsoft.com/office/powerpoint/2010/main" val="2924760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5.3. </a:t>
            </a:r>
            <a:r>
              <a:rPr lang="en-US" sz="2800" b="1" dirty="0">
                <a:solidFill>
                  <a:srgbClr val="FF0000"/>
                </a:solidFill>
                <a:latin typeface="+mj-lt"/>
                <a:ea typeface="+mj-ea"/>
                <a:cs typeface="+mj-cs"/>
              </a:rPr>
              <a:t>The Universal Property of NAND and NOR Gates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876583"/>
            <a:ext cx="10774018" cy="5458905"/>
          </a:xfrm>
        </p:spPr>
        <p:txBody>
          <a:bodyPr>
            <a:normAutofit/>
          </a:bodyPr>
          <a:lstStyle/>
          <a:p>
            <a:pPr marL="0" indent="0">
              <a:lnSpc>
                <a:spcPct val="150000"/>
              </a:lnSpc>
              <a:buNone/>
            </a:pPr>
            <a:r>
              <a:rPr lang="en-US" sz="2400" b="1" i="1" dirty="0">
                <a:solidFill>
                  <a:schemeClr val="tx2">
                    <a:lumMod val="50000"/>
                    <a:lumOff val="50000"/>
                  </a:schemeClr>
                </a:solidFill>
                <a:latin typeface="Aptos (Body)"/>
              </a:rPr>
              <a:t>The NAND Gate as a Universal Logic Element </a:t>
            </a:r>
            <a:br>
              <a:rPr lang="en-US" dirty="0"/>
            </a:br>
            <a:r>
              <a:rPr lang="en-US" dirty="0">
                <a:latin typeface="Aptos (Body)"/>
              </a:rPr>
              <a:t>Combinations of NAND gates can be used to produce any logic function: </a:t>
            </a:r>
            <a:br>
              <a:rPr lang="en-US" sz="1200" dirty="0"/>
            </a:br>
            <a:br>
              <a:rPr lang="en-US" sz="1600" dirty="0"/>
            </a:br>
            <a:br>
              <a:rPr lang="en-US" sz="2100" dirty="0">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11</a:t>
            </a:fld>
            <a:endParaRPr lang="vi-VN" dirty="0"/>
          </a:p>
        </p:txBody>
      </p:sp>
      <p:pic>
        <p:nvPicPr>
          <p:cNvPr id="3" name="Picture 2">
            <a:extLst>
              <a:ext uri="{FF2B5EF4-FFF2-40B4-BE49-F238E27FC236}">
                <a16:creationId xmlns:a16="http://schemas.microsoft.com/office/drawing/2014/main" id="{27A99405-B030-466B-8C9F-25D3578DB62F}"/>
              </a:ext>
            </a:extLst>
          </p:cNvPr>
          <p:cNvPicPr>
            <a:picLocks noChangeAspect="1"/>
          </p:cNvPicPr>
          <p:nvPr/>
        </p:nvPicPr>
        <p:blipFill>
          <a:blip r:embed="rId2"/>
          <a:stretch>
            <a:fillRect/>
          </a:stretch>
        </p:blipFill>
        <p:spPr>
          <a:xfrm>
            <a:off x="665253" y="2232112"/>
            <a:ext cx="4791744" cy="724001"/>
          </a:xfrm>
          <a:prstGeom prst="rect">
            <a:avLst/>
          </a:prstGeom>
        </p:spPr>
      </p:pic>
      <p:pic>
        <p:nvPicPr>
          <p:cNvPr id="5" name="Picture 4">
            <a:extLst>
              <a:ext uri="{FF2B5EF4-FFF2-40B4-BE49-F238E27FC236}">
                <a16:creationId xmlns:a16="http://schemas.microsoft.com/office/drawing/2014/main" id="{7A9B5BC4-416D-4A32-8E5E-89E3E7E79CFE}"/>
              </a:ext>
            </a:extLst>
          </p:cNvPr>
          <p:cNvPicPr>
            <a:picLocks noChangeAspect="1"/>
          </p:cNvPicPr>
          <p:nvPr/>
        </p:nvPicPr>
        <p:blipFill>
          <a:blip r:embed="rId3"/>
          <a:stretch>
            <a:fillRect/>
          </a:stretch>
        </p:blipFill>
        <p:spPr>
          <a:xfrm>
            <a:off x="6439578" y="2164711"/>
            <a:ext cx="5668166" cy="733527"/>
          </a:xfrm>
          <a:prstGeom prst="rect">
            <a:avLst/>
          </a:prstGeom>
        </p:spPr>
      </p:pic>
      <p:pic>
        <p:nvPicPr>
          <p:cNvPr id="7" name="Picture 6">
            <a:extLst>
              <a:ext uri="{FF2B5EF4-FFF2-40B4-BE49-F238E27FC236}">
                <a16:creationId xmlns:a16="http://schemas.microsoft.com/office/drawing/2014/main" id="{18D08260-F485-4D79-AE85-48AF99858B32}"/>
              </a:ext>
            </a:extLst>
          </p:cNvPr>
          <p:cNvPicPr>
            <a:picLocks noChangeAspect="1"/>
          </p:cNvPicPr>
          <p:nvPr/>
        </p:nvPicPr>
        <p:blipFill>
          <a:blip r:embed="rId4"/>
          <a:stretch>
            <a:fillRect/>
          </a:stretch>
        </p:blipFill>
        <p:spPr>
          <a:xfrm>
            <a:off x="2547062" y="3429000"/>
            <a:ext cx="6106377" cy="1343212"/>
          </a:xfrm>
          <a:prstGeom prst="rect">
            <a:avLst/>
          </a:prstGeom>
        </p:spPr>
      </p:pic>
      <p:pic>
        <p:nvPicPr>
          <p:cNvPr id="8" name="Picture 7">
            <a:extLst>
              <a:ext uri="{FF2B5EF4-FFF2-40B4-BE49-F238E27FC236}">
                <a16:creationId xmlns:a16="http://schemas.microsoft.com/office/drawing/2014/main" id="{07707246-D917-4B31-91B1-F054DE9A74EF}"/>
              </a:ext>
            </a:extLst>
          </p:cNvPr>
          <p:cNvPicPr>
            <a:picLocks noChangeAspect="1"/>
          </p:cNvPicPr>
          <p:nvPr/>
        </p:nvPicPr>
        <p:blipFill>
          <a:blip r:embed="rId5"/>
          <a:stretch>
            <a:fillRect/>
          </a:stretch>
        </p:blipFill>
        <p:spPr>
          <a:xfrm>
            <a:off x="2509337" y="5115043"/>
            <a:ext cx="7173326" cy="1286054"/>
          </a:xfrm>
          <a:prstGeom prst="rect">
            <a:avLst/>
          </a:prstGeom>
        </p:spPr>
      </p:pic>
      <p:pic>
        <p:nvPicPr>
          <p:cNvPr id="9" name="Picture 8">
            <a:extLst>
              <a:ext uri="{FF2B5EF4-FFF2-40B4-BE49-F238E27FC236}">
                <a16:creationId xmlns:a16="http://schemas.microsoft.com/office/drawing/2014/main" id="{662C96A9-C85B-40B4-A178-0492295872B7}"/>
              </a:ext>
            </a:extLst>
          </p:cNvPr>
          <p:cNvPicPr>
            <a:picLocks noChangeAspect="1"/>
          </p:cNvPicPr>
          <p:nvPr/>
        </p:nvPicPr>
        <p:blipFill>
          <a:blip r:embed="rId6"/>
          <a:stretch>
            <a:fillRect/>
          </a:stretch>
        </p:blipFill>
        <p:spPr>
          <a:xfrm>
            <a:off x="1305896" y="3009328"/>
            <a:ext cx="3331770" cy="489967"/>
          </a:xfrm>
          <a:prstGeom prst="rect">
            <a:avLst/>
          </a:prstGeom>
        </p:spPr>
      </p:pic>
      <p:pic>
        <p:nvPicPr>
          <p:cNvPr id="10" name="Picture 9">
            <a:extLst>
              <a:ext uri="{FF2B5EF4-FFF2-40B4-BE49-F238E27FC236}">
                <a16:creationId xmlns:a16="http://schemas.microsoft.com/office/drawing/2014/main" id="{F65F1B9A-D580-494F-B305-6FFD0F3B3581}"/>
              </a:ext>
            </a:extLst>
          </p:cNvPr>
          <p:cNvPicPr>
            <a:picLocks noChangeAspect="1"/>
          </p:cNvPicPr>
          <p:nvPr/>
        </p:nvPicPr>
        <p:blipFill>
          <a:blip r:embed="rId7"/>
          <a:stretch>
            <a:fillRect/>
          </a:stretch>
        </p:blipFill>
        <p:spPr>
          <a:xfrm>
            <a:off x="7357131" y="3067203"/>
            <a:ext cx="3679754" cy="432092"/>
          </a:xfrm>
          <a:prstGeom prst="rect">
            <a:avLst/>
          </a:prstGeom>
        </p:spPr>
      </p:pic>
      <p:pic>
        <p:nvPicPr>
          <p:cNvPr id="11" name="Picture 10">
            <a:extLst>
              <a:ext uri="{FF2B5EF4-FFF2-40B4-BE49-F238E27FC236}">
                <a16:creationId xmlns:a16="http://schemas.microsoft.com/office/drawing/2014/main" id="{7F1771D7-3503-45EE-B550-8AD55035C2B4}"/>
              </a:ext>
            </a:extLst>
          </p:cNvPr>
          <p:cNvPicPr>
            <a:picLocks noChangeAspect="1"/>
          </p:cNvPicPr>
          <p:nvPr/>
        </p:nvPicPr>
        <p:blipFill>
          <a:blip r:embed="rId8"/>
          <a:stretch>
            <a:fillRect/>
          </a:stretch>
        </p:blipFill>
        <p:spPr>
          <a:xfrm>
            <a:off x="4637666" y="4817347"/>
            <a:ext cx="3982512" cy="427752"/>
          </a:xfrm>
          <a:prstGeom prst="rect">
            <a:avLst/>
          </a:prstGeom>
        </p:spPr>
      </p:pic>
      <p:pic>
        <p:nvPicPr>
          <p:cNvPr id="12" name="Picture 11">
            <a:extLst>
              <a:ext uri="{FF2B5EF4-FFF2-40B4-BE49-F238E27FC236}">
                <a16:creationId xmlns:a16="http://schemas.microsoft.com/office/drawing/2014/main" id="{F8F5822D-2309-49DC-809B-2EF7D45A97E1}"/>
              </a:ext>
            </a:extLst>
          </p:cNvPr>
          <p:cNvPicPr>
            <a:picLocks noChangeAspect="1"/>
          </p:cNvPicPr>
          <p:nvPr/>
        </p:nvPicPr>
        <p:blipFill>
          <a:blip r:embed="rId9"/>
          <a:stretch>
            <a:fillRect/>
          </a:stretch>
        </p:blipFill>
        <p:spPr>
          <a:xfrm>
            <a:off x="4876630" y="6496656"/>
            <a:ext cx="3598884" cy="379570"/>
          </a:xfrm>
          <a:prstGeom prst="rect">
            <a:avLst/>
          </a:prstGeom>
        </p:spPr>
      </p:pic>
    </p:spTree>
    <p:extLst>
      <p:ext uri="{BB962C8B-B14F-4D97-AF65-F5344CB8AC3E}">
        <p14:creationId xmlns:p14="http://schemas.microsoft.com/office/powerpoint/2010/main" val="2218773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5.3. </a:t>
            </a:r>
            <a:r>
              <a:rPr lang="en-US" sz="2800" b="1" dirty="0">
                <a:solidFill>
                  <a:srgbClr val="FF0000"/>
                </a:solidFill>
                <a:latin typeface="+mj-lt"/>
                <a:ea typeface="+mj-ea"/>
                <a:cs typeface="+mj-cs"/>
              </a:rPr>
              <a:t>The Universal Property of NAND and NOR Gates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888012"/>
            <a:ext cx="10774018" cy="5447476"/>
          </a:xfrm>
        </p:spPr>
        <p:txBody>
          <a:bodyPr>
            <a:normAutofit/>
          </a:bodyPr>
          <a:lstStyle/>
          <a:p>
            <a:pPr marL="0" indent="0">
              <a:lnSpc>
                <a:spcPct val="150000"/>
              </a:lnSpc>
              <a:buNone/>
            </a:pPr>
            <a:r>
              <a:rPr lang="en-US" sz="2400" b="1" i="1" dirty="0">
                <a:solidFill>
                  <a:schemeClr val="tx2">
                    <a:lumMod val="50000"/>
                    <a:lumOff val="50000"/>
                  </a:schemeClr>
                </a:solidFill>
                <a:latin typeface="Aptos (Body)"/>
              </a:rPr>
              <a:t>The NOR Gate as a Universal Logic Element </a:t>
            </a:r>
            <a:br>
              <a:rPr lang="en-US" b="1" i="1" dirty="0">
                <a:solidFill>
                  <a:schemeClr val="tx2">
                    <a:lumMod val="50000"/>
                    <a:lumOff val="50000"/>
                  </a:schemeClr>
                </a:solidFill>
                <a:latin typeface="Aptos (Body)"/>
              </a:rPr>
            </a:br>
            <a:r>
              <a:rPr lang="en-US" dirty="0">
                <a:latin typeface="Aptos (Body)"/>
              </a:rPr>
              <a:t>Combinations of NOR gates can be used to produce any logic function. </a:t>
            </a:r>
            <a:br>
              <a:rPr lang="en-US" dirty="0">
                <a:latin typeface="Aptos (Body)"/>
              </a:rPr>
            </a:br>
            <a:br>
              <a:rPr lang="en-US" dirty="0"/>
            </a:br>
            <a:br>
              <a:rPr lang="en-US" dirty="0"/>
            </a:br>
            <a:br>
              <a:rPr lang="en-US" dirty="0">
                <a:latin typeface="Aptos (Body)"/>
              </a:rPr>
            </a:br>
            <a:endParaRPr lang="en-US" b="1" i="1" dirty="0">
              <a:solidFill>
                <a:schemeClr val="tx2">
                  <a:lumMod val="50000"/>
                  <a:lumOff val="50000"/>
                </a:schemeClr>
              </a:solidFill>
              <a:latin typeface="Aptos (Body)"/>
            </a:endParaRPr>
          </a:p>
          <a:p>
            <a:pPr marL="0" indent="0">
              <a:lnSpc>
                <a:spcPct val="150000"/>
              </a:lnSpc>
              <a:buNone/>
            </a:pPr>
            <a:endParaRPr lang="en-US"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12</a:t>
            </a:fld>
            <a:endParaRPr lang="vi-VN" dirty="0"/>
          </a:p>
        </p:txBody>
      </p:sp>
      <p:pic>
        <p:nvPicPr>
          <p:cNvPr id="13" name="Picture 12">
            <a:extLst>
              <a:ext uri="{FF2B5EF4-FFF2-40B4-BE49-F238E27FC236}">
                <a16:creationId xmlns:a16="http://schemas.microsoft.com/office/drawing/2014/main" id="{774CA7F4-C21C-4687-B5ED-3EC7EED70829}"/>
              </a:ext>
            </a:extLst>
          </p:cNvPr>
          <p:cNvPicPr>
            <a:picLocks noChangeAspect="1"/>
          </p:cNvPicPr>
          <p:nvPr/>
        </p:nvPicPr>
        <p:blipFill>
          <a:blip r:embed="rId2"/>
          <a:stretch>
            <a:fillRect/>
          </a:stretch>
        </p:blipFill>
        <p:spPr>
          <a:xfrm>
            <a:off x="693832" y="2195467"/>
            <a:ext cx="4763165" cy="638264"/>
          </a:xfrm>
          <a:prstGeom prst="rect">
            <a:avLst/>
          </a:prstGeom>
        </p:spPr>
      </p:pic>
      <p:pic>
        <p:nvPicPr>
          <p:cNvPr id="14" name="Picture 13">
            <a:extLst>
              <a:ext uri="{FF2B5EF4-FFF2-40B4-BE49-F238E27FC236}">
                <a16:creationId xmlns:a16="http://schemas.microsoft.com/office/drawing/2014/main" id="{F6E5848D-C5E8-4117-91CD-7F6E9EF1A4B9}"/>
              </a:ext>
            </a:extLst>
          </p:cNvPr>
          <p:cNvPicPr>
            <a:picLocks noChangeAspect="1"/>
          </p:cNvPicPr>
          <p:nvPr/>
        </p:nvPicPr>
        <p:blipFill>
          <a:blip r:embed="rId3"/>
          <a:stretch>
            <a:fillRect/>
          </a:stretch>
        </p:blipFill>
        <p:spPr>
          <a:xfrm>
            <a:off x="6037991" y="2157362"/>
            <a:ext cx="6154009" cy="714475"/>
          </a:xfrm>
          <a:prstGeom prst="rect">
            <a:avLst/>
          </a:prstGeom>
        </p:spPr>
      </p:pic>
      <p:pic>
        <p:nvPicPr>
          <p:cNvPr id="15" name="Picture 14">
            <a:extLst>
              <a:ext uri="{FF2B5EF4-FFF2-40B4-BE49-F238E27FC236}">
                <a16:creationId xmlns:a16="http://schemas.microsoft.com/office/drawing/2014/main" id="{99E3C7CD-3045-4D14-AD7C-B1ADC32F9FB3}"/>
              </a:ext>
            </a:extLst>
          </p:cNvPr>
          <p:cNvPicPr>
            <a:picLocks noChangeAspect="1"/>
          </p:cNvPicPr>
          <p:nvPr/>
        </p:nvPicPr>
        <p:blipFill>
          <a:blip r:embed="rId4"/>
          <a:stretch>
            <a:fillRect/>
          </a:stretch>
        </p:blipFill>
        <p:spPr>
          <a:xfrm>
            <a:off x="3138074" y="3329109"/>
            <a:ext cx="5915851" cy="1200318"/>
          </a:xfrm>
          <a:prstGeom prst="rect">
            <a:avLst/>
          </a:prstGeom>
        </p:spPr>
      </p:pic>
      <p:pic>
        <p:nvPicPr>
          <p:cNvPr id="16" name="Picture 15">
            <a:extLst>
              <a:ext uri="{FF2B5EF4-FFF2-40B4-BE49-F238E27FC236}">
                <a16:creationId xmlns:a16="http://schemas.microsoft.com/office/drawing/2014/main" id="{2E317CB8-BD82-4544-A3D4-1B9306CCC955}"/>
              </a:ext>
            </a:extLst>
          </p:cNvPr>
          <p:cNvPicPr>
            <a:picLocks noChangeAspect="1"/>
          </p:cNvPicPr>
          <p:nvPr/>
        </p:nvPicPr>
        <p:blipFill>
          <a:blip r:embed="rId5"/>
          <a:stretch>
            <a:fillRect/>
          </a:stretch>
        </p:blipFill>
        <p:spPr>
          <a:xfrm>
            <a:off x="3138074" y="5158362"/>
            <a:ext cx="7078063" cy="1314633"/>
          </a:xfrm>
          <a:prstGeom prst="rect">
            <a:avLst/>
          </a:prstGeom>
        </p:spPr>
      </p:pic>
      <p:pic>
        <p:nvPicPr>
          <p:cNvPr id="17" name="Picture 16">
            <a:extLst>
              <a:ext uri="{FF2B5EF4-FFF2-40B4-BE49-F238E27FC236}">
                <a16:creationId xmlns:a16="http://schemas.microsoft.com/office/drawing/2014/main" id="{AEFF3381-C937-4416-AFB1-130F2364ABBF}"/>
              </a:ext>
            </a:extLst>
          </p:cNvPr>
          <p:cNvPicPr>
            <a:picLocks noChangeAspect="1"/>
          </p:cNvPicPr>
          <p:nvPr/>
        </p:nvPicPr>
        <p:blipFill>
          <a:blip r:embed="rId6"/>
          <a:stretch>
            <a:fillRect/>
          </a:stretch>
        </p:blipFill>
        <p:spPr>
          <a:xfrm>
            <a:off x="1866122" y="2915439"/>
            <a:ext cx="3194613" cy="333351"/>
          </a:xfrm>
          <a:prstGeom prst="rect">
            <a:avLst/>
          </a:prstGeom>
        </p:spPr>
      </p:pic>
      <p:pic>
        <p:nvPicPr>
          <p:cNvPr id="18" name="Picture 17">
            <a:extLst>
              <a:ext uri="{FF2B5EF4-FFF2-40B4-BE49-F238E27FC236}">
                <a16:creationId xmlns:a16="http://schemas.microsoft.com/office/drawing/2014/main" id="{47011048-7F0E-430C-AB3B-1B59A39657B0}"/>
              </a:ext>
            </a:extLst>
          </p:cNvPr>
          <p:cNvPicPr>
            <a:picLocks noChangeAspect="1"/>
          </p:cNvPicPr>
          <p:nvPr/>
        </p:nvPicPr>
        <p:blipFill>
          <a:blip r:embed="rId7"/>
          <a:stretch>
            <a:fillRect/>
          </a:stretch>
        </p:blipFill>
        <p:spPr>
          <a:xfrm>
            <a:off x="7882608" y="2862483"/>
            <a:ext cx="3224868" cy="476247"/>
          </a:xfrm>
          <a:prstGeom prst="rect">
            <a:avLst/>
          </a:prstGeom>
        </p:spPr>
      </p:pic>
      <p:pic>
        <p:nvPicPr>
          <p:cNvPr id="19" name="Picture 18">
            <a:extLst>
              <a:ext uri="{FF2B5EF4-FFF2-40B4-BE49-F238E27FC236}">
                <a16:creationId xmlns:a16="http://schemas.microsoft.com/office/drawing/2014/main" id="{07BA1ACE-FDCE-4E21-9D92-1EEFD3B40773}"/>
              </a:ext>
            </a:extLst>
          </p:cNvPr>
          <p:cNvPicPr>
            <a:picLocks noChangeAspect="1"/>
          </p:cNvPicPr>
          <p:nvPr/>
        </p:nvPicPr>
        <p:blipFill>
          <a:blip r:embed="rId8"/>
          <a:stretch>
            <a:fillRect/>
          </a:stretch>
        </p:blipFill>
        <p:spPr>
          <a:xfrm>
            <a:off x="4838523" y="4789244"/>
            <a:ext cx="3747961" cy="369118"/>
          </a:xfrm>
          <a:prstGeom prst="rect">
            <a:avLst/>
          </a:prstGeom>
        </p:spPr>
      </p:pic>
      <p:pic>
        <p:nvPicPr>
          <p:cNvPr id="20" name="Picture 19">
            <a:extLst>
              <a:ext uri="{FF2B5EF4-FFF2-40B4-BE49-F238E27FC236}">
                <a16:creationId xmlns:a16="http://schemas.microsoft.com/office/drawing/2014/main" id="{6BBF00BD-E43A-475E-B32B-A4E60AC72740}"/>
              </a:ext>
            </a:extLst>
          </p:cNvPr>
          <p:cNvPicPr>
            <a:picLocks noChangeAspect="1"/>
          </p:cNvPicPr>
          <p:nvPr/>
        </p:nvPicPr>
        <p:blipFill>
          <a:blip r:embed="rId9"/>
          <a:stretch>
            <a:fillRect/>
          </a:stretch>
        </p:blipFill>
        <p:spPr>
          <a:xfrm>
            <a:off x="4838523" y="6421758"/>
            <a:ext cx="4013929" cy="419366"/>
          </a:xfrm>
          <a:prstGeom prst="rect">
            <a:avLst/>
          </a:prstGeom>
        </p:spPr>
      </p:pic>
    </p:spTree>
    <p:extLst>
      <p:ext uri="{BB962C8B-B14F-4D97-AF65-F5344CB8AC3E}">
        <p14:creationId xmlns:p14="http://schemas.microsoft.com/office/powerpoint/2010/main" val="15809055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781878" y="188213"/>
            <a:ext cx="9164706" cy="549274"/>
          </a:xfrm>
        </p:spPr>
        <p:txBody>
          <a:bodyPr/>
          <a:lstStyle/>
          <a:p>
            <a:pPr lvl="0"/>
            <a:r>
              <a:rPr lang="en-US" dirty="0">
                <a:solidFill>
                  <a:srgbClr val="FF0000"/>
                </a:solidFill>
              </a:rPr>
              <a:t>5.4. </a:t>
            </a:r>
            <a:r>
              <a:rPr lang="en-US" sz="2800" b="1" dirty="0">
                <a:solidFill>
                  <a:srgbClr val="FF0000"/>
                </a:solidFill>
                <a:latin typeface="+mj-lt"/>
                <a:ea typeface="+mj-ea"/>
                <a:cs typeface="+mj-cs"/>
              </a:rPr>
              <a:t>Combinational Logic Using NAND and NOR Gates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lnSpc>
                <a:spcPct val="100000"/>
              </a:lnSpc>
              <a:buNone/>
            </a:pPr>
            <a:r>
              <a:rPr lang="en-US" b="1" i="1" dirty="0">
                <a:solidFill>
                  <a:schemeClr val="tx2">
                    <a:lumMod val="50000"/>
                    <a:lumOff val="50000"/>
                  </a:schemeClr>
                </a:solidFill>
                <a:latin typeface="Aptos (Body)"/>
              </a:rPr>
              <a:t>NAND Logic: </a:t>
            </a:r>
            <a:r>
              <a:rPr lang="en-US" dirty="0">
                <a:solidFill>
                  <a:srgbClr val="242021"/>
                </a:solidFill>
                <a:latin typeface="Aptos (Body)"/>
              </a:rPr>
              <a:t>A NAND gate can function as either a NAND or a negative-OR because, by </a:t>
            </a:r>
            <a:r>
              <a:rPr lang="en-US" dirty="0" err="1">
                <a:solidFill>
                  <a:srgbClr val="242021"/>
                </a:solidFill>
                <a:latin typeface="Aptos (Body)"/>
              </a:rPr>
              <a:t>DeMorgan’s</a:t>
            </a:r>
            <a:r>
              <a:rPr lang="en-US" dirty="0">
                <a:solidFill>
                  <a:srgbClr val="242021"/>
                </a:solidFill>
                <a:latin typeface="Aptos (Body)"/>
              </a:rPr>
              <a:t> theorem.</a:t>
            </a:r>
            <a:br>
              <a:rPr lang="en-US" sz="2100" dirty="0">
                <a:solidFill>
                  <a:srgbClr val="242021"/>
                </a:solidFill>
                <a:latin typeface="Aptos (Body)"/>
              </a:rPr>
            </a:br>
            <a:br>
              <a:rPr lang="en-US" sz="2100" dirty="0">
                <a:solidFill>
                  <a:srgbClr val="242021"/>
                </a:solidFill>
                <a:latin typeface="Aptos (Body)"/>
              </a:rPr>
            </a:br>
            <a:r>
              <a:rPr lang="en-US" sz="2100" b="0" i="0" dirty="0">
                <a:solidFill>
                  <a:srgbClr val="242021"/>
                </a:solidFill>
                <a:effectLst/>
                <a:latin typeface="Aptos (Body)"/>
              </a:rPr>
              <a:t> </a:t>
            </a:r>
            <a:br>
              <a:rPr lang="en-US" sz="1600" dirty="0"/>
            </a:br>
            <a:br>
              <a:rPr lang="en-US" sz="2100" dirty="0">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13</a:t>
            </a:fld>
            <a:endParaRPr lang="vi-VN" dirty="0"/>
          </a:p>
        </p:txBody>
      </p:sp>
      <p:pic>
        <p:nvPicPr>
          <p:cNvPr id="3" name="Picture 2">
            <a:extLst>
              <a:ext uri="{FF2B5EF4-FFF2-40B4-BE49-F238E27FC236}">
                <a16:creationId xmlns:a16="http://schemas.microsoft.com/office/drawing/2014/main" id="{B12236A6-188A-4C9E-926A-E38BFA3E6C13}"/>
              </a:ext>
            </a:extLst>
          </p:cNvPr>
          <p:cNvPicPr>
            <a:picLocks noChangeAspect="1"/>
          </p:cNvPicPr>
          <p:nvPr/>
        </p:nvPicPr>
        <p:blipFill>
          <a:blip r:embed="rId2"/>
          <a:stretch>
            <a:fillRect/>
          </a:stretch>
        </p:blipFill>
        <p:spPr>
          <a:xfrm>
            <a:off x="3310860" y="1952778"/>
            <a:ext cx="5757017" cy="949487"/>
          </a:xfrm>
          <a:prstGeom prst="rect">
            <a:avLst/>
          </a:prstGeom>
        </p:spPr>
      </p:pic>
      <p:pic>
        <p:nvPicPr>
          <p:cNvPr id="5" name="Picture 4">
            <a:extLst>
              <a:ext uri="{FF2B5EF4-FFF2-40B4-BE49-F238E27FC236}">
                <a16:creationId xmlns:a16="http://schemas.microsoft.com/office/drawing/2014/main" id="{6919C349-05C0-4231-B49D-FBC857C88E4C}"/>
              </a:ext>
            </a:extLst>
          </p:cNvPr>
          <p:cNvPicPr>
            <a:picLocks noChangeAspect="1"/>
          </p:cNvPicPr>
          <p:nvPr/>
        </p:nvPicPr>
        <p:blipFill>
          <a:blip r:embed="rId3"/>
          <a:stretch>
            <a:fillRect/>
          </a:stretch>
        </p:blipFill>
        <p:spPr>
          <a:xfrm>
            <a:off x="1133526" y="3264709"/>
            <a:ext cx="2791118" cy="2173509"/>
          </a:xfrm>
          <a:prstGeom prst="rect">
            <a:avLst/>
          </a:prstGeom>
        </p:spPr>
      </p:pic>
      <p:pic>
        <p:nvPicPr>
          <p:cNvPr id="7" name="Picture 6">
            <a:extLst>
              <a:ext uri="{FF2B5EF4-FFF2-40B4-BE49-F238E27FC236}">
                <a16:creationId xmlns:a16="http://schemas.microsoft.com/office/drawing/2014/main" id="{52A96DB0-65DD-4690-B591-02581FA9E1AC}"/>
              </a:ext>
            </a:extLst>
          </p:cNvPr>
          <p:cNvPicPr>
            <a:picLocks noChangeAspect="1"/>
          </p:cNvPicPr>
          <p:nvPr/>
        </p:nvPicPr>
        <p:blipFill>
          <a:blip r:embed="rId4"/>
          <a:stretch>
            <a:fillRect/>
          </a:stretch>
        </p:blipFill>
        <p:spPr>
          <a:xfrm>
            <a:off x="5388849" y="3237268"/>
            <a:ext cx="5757017" cy="1964337"/>
          </a:xfrm>
          <a:prstGeom prst="rect">
            <a:avLst/>
          </a:prstGeom>
        </p:spPr>
      </p:pic>
      <p:pic>
        <p:nvPicPr>
          <p:cNvPr id="8" name="Picture 7">
            <a:extLst>
              <a:ext uri="{FF2B5EF4-FFF2-40B4-BE49-F238E27FC236}">
                <a16:creationId xmlns:a16="http://schemas.microsoft.com/office/drawing/2014/main" id="{472E19B2-9FDB-4A9A-94D0-F4996A4A1D58}"/>
              </a:ext>
            </a:extLst>
          </p:cNvPr>
          <p:cNvPicPr>
            <a:picLocks noChangeAspect="1"/>
          </p:cNvPicPr>
          <p:nvPr/>
        </p:nvPicPr>
        <p:blipFill>
          <a:blip r:embed="rId5"/>
          <a:stretch>
            <a:fillRect/>
          </a:stretch>
        </p:blipFill>
        <p:spPr>
          <a:xfrm>
            <a:off x="5592417" y="5585398"/>
            <a:ext cx="4492487" cy="405250"/>
          </a:xfrm>
          <a:prstGeom prst="rect">
            <a:avLst/>
          </a:prstGeom>
        </p:spPr>
      </p:pic>
    </p:spTree>
    <p:extLst>
      <p:ext uri="{BB962C8B-B14F-4D97-AF65-F5344CB8AC3E}">
        <p14:creationId xmlns:p14="http://schemas.microsoft.com/office/powerpoint/2010/main" val="27204784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781878" y="188213"/>
            <a:ext cx="9164706" cy="549274"/>
          </a:xfrm>
        </p:spPr>
        <p:txBody>
          <a:bodyPr/>
          <a:lstStyle/>
          <a:p>
            <a:pPr lvl="0"/>
            <a:r>
              <a:rPr lang="en-US" dirty="0">
                <a:solidFill>
                  <a:srgbClr val="FF0000"/>
                </a:solidFill>
              </a:rPr>
              <a:t>5.4. </a:t>
            </a:r>
            <a:r>
              <a:rPr lang="en-US" sz="2800" b="1" dirty="0">
                <a:solidFill>
                  <a:srgbClr val="FF0000"/>
                </a:solidFill>
                <a:latin typeface="+mj-lt"/>
                <a:ea typeface="+mj-ea"/>
                <a:cs typeface="+mj-cs"/>
              </a:rPr>
              <a:t>Combinational Logic Using NAND and NOR Gates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927652"/>
            <a:ext cx="10774018" cy="5407836"/>
          </a:xfrm>
        </p:spPr>
        <p:txBody>
          <a:bodyPr>
            <a:normAutofit/>
          </a:bodyPr>
          <a:lstStyle/>
          <a:p>
            <a:pPr marL="0" indent="0">
              <a:lnSpc>
                <a:spcPct val="100000"/>
              </a:lnSpc>
              <a:buNone/>
            </a:pPr>
            <a:r>
              <a:rPr lang="en-US" b="1" i="1" dirty="0">
                <a:solidFill>
                  <a:schemeClr val="tx2">
                    <a:lumMod val="50000"/>
                    <a:lumOff val="50000"/>
                  </a:schemeClr>
                </a:solidFill>
                <a:latin typeface="Aptos (Body)"/>
              </a:rPr>
              <a:t>NAND Logic: </a:t>
            </a:r>
            <a:r>
              <a:rPr lang="en-US" dirty="0">
                <a:solidFill>
                  <a:srgbClr val="242021"/>
                </a:solidFill>
                <a:latin typeface="Aptos (Body)"/>
              </a:rPr>
              <a:t>A NAND gate can function as either a NAND or a negative-OR because, by </a:t>
            </a:r>
            <a:r>
              <a:rPr lang="en-US" dirty="0" err="1">
                <a:solidFill>
                  <a:srgbClr val="242021"/>
                </a:solidFill>
                <a:latin typeface="Aptos (Body)"/>
              </a:rPr>
              <a:t>DeMorgan’s</a:t>
            </a:r>
            <a:r>
              <a:rPr lang="en-US" dirty="0">
                <a:solidFill>
                  <a:srgbClr val="242021"/>
                </a:solidFill>
                <a:latin typeface="Aptos (Body)"/>
              </a:rPr>
              <a:t> theorem.</a:t>
            </a:r>
            <a:br>
              <a:rPr lang="en-US" sz="2100" dirty="0">
                <a:solidFill>
                  <a:srgbClr val="242021"/>
                </a:solidFill>
                <a:latin typeface="Aptos (Body)"/>
              </a:rPr>
            </a:br>
            <a:br>
              <a:rPr lang="en-US" sz="2100" dirty="0">
                <a:solidFill>
                  <a:srgbClr val="242021"/>
                </a:solidFill>
                <a:latin typeface="Aptos (Body)"/>
              </a:rPr>
            </a:br>
            <a:r>
              <a:rPr lang="en-US" sz="2100" b="0" i="0" dirty="0">
                <a:solidFill>
                  <a:srgbClr val="242021"/>
                </a:solidFill>
                <a:effectLst/>
                <a:latin typeface="Aptos (Body)"/>
              </a:rPr>
              <a:t> </a:t>
            </a:r>
            <a:br>
              <a:rPr lang="en-US" sz="1600" dirty="0"/>
            </a:br>
            <a:br>
              <a:rPr lang="en-US" sz="2100" dirty="0">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14</a:t>
            </a:fld>
            <a:endParaRPr lang="vi-VN" dirty="0"/>
          </a:p>
        </p:txBody>
      </p:sp>
      <p:pic>
        <p:nvPicPr>
          <p:cNvPr id="9" name="Picture 8">
            <a:extLst>
              <a:ext uri="{FF2B5EF4-FFF2-40B4-BE49-F238E27FC236}">
                <a16:creationId xmlns:a16="http://schemas.microsoft.com/office/drawing/2014/main" id="{AB600C7A-53FC-416F-8264-EE22B39F92AC}"/>
              </a:ext>
            </a:extLst>
          </p:cNvPr>
          <p:cNvPicPr>
            <a:picLocks noChangeAspect="1"/>
          </p:cNvPicPr>
          <p:nvPr/>
        </p:nvPicPr>
        <p:blipFill>
          <a:blip r:embed="rId2"/>
          <a:stretch>
            <a:fillRect/>
          </a:stretch>
        </p:blipFill>
        <p:spPr>
          <a:xfrm>
            <a:off x="2528155" y="1667901"/>
            <a:ext cx="7623009" cy="4991716"/>
          </a:xfrm>
          <a:prstGeom prst="rect">
            <a:avLst/>
          </a:prstGeom>
        </p:spPr>
      </p:pic>
    </p:spTree>
    <p:extLst>
      <p:ext uri="{BB962C8B-B14F-4D97-AF65-F5344CB8AC3E}">
        <p14:creationId xmlns:p14="http://schemas.microsoft.com/office/powerpoint/2010/main" val="21686335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781878" y="188213"/>
            <a:ext cx="9164706" cy="549274"/>
          </a:xfrm>
        </p:spPr>
        <p:txBody>
          <a:bodyPr/>
          <a:lstStyle/>
          <a:p>
            <a:pPr lvl="0"/>
            <a:r>
              <a:rPr lang="en-US" dirty="0">
                <a:solidFill>
                  <a:srgbClr val="FF0000"/>
                </a:solidFill>
              </a:rPr>
              <a:t>5.4. </a:t>
            </a:r>
            <a:r>
              <a:rPr lang="en-US" sz="2800" b="1" dirty="0">
                <a:solidFill>
                  <a:srgbClr val="FF0000"/>
                </a:solidFill>
                <a:latin typeface="+mj-lt"/>
                <a:ea typeface="+mj-ea"/>
                <a:cs typeface="+mj-cs"/>
              </a:rPr>
              <a:t>Combinational Logic Using NAND and NOR Gates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927652"/>
            <a:ext cx="10774018" cy="5407836"/>
          </a:xfrm>
        </p:spPr>
        <p:txBody>
          <a:bodyPr>
            <a:normAutofit/>
          </a:bodyPr>
          <a:lstStyle/>
          <a:p>
            <a:pPr marL="0" indent="0">
              <a:buNone/>
            </a:pPr>
            <a:r>
              <a:rPr lang="en-US" sz="2400" b="1" i="1" dirty="0">
                <a:solidFill>
                  <a:schemeClr val="tx2">
                    <a:lumMod val="50000"/>
                    <a:lumOff val="50000"/>
                  </a:schemeClr>
                </a:solidFill>
                <a:latin typeface="Aptos (Body)"/>
              </a:rPr>
              <a:t>NAND Logic Diagrams Using Dual Symbols</a:t>
            </a:r>
          </a:p>
          <a:p>
            <a:pPr marL="0" indent="0">
              <a:lnSpc>
                <a:spcPct val="150000"/>
              </a:lnSpc>
              <a:buNone/>
            </a:pPr>
            <a:r>
              <a:rPr lang="en-US" dirty="0">
                <a:solidFill>
                  <a:srgbClr val="242021"/>
                </a:solidFill>
                <a:latin typeface="Aptos (Body)"/>
              </a:rPr>
              <a:t>All logic diagrams using NAND gates should be drawn with each gate represented by either a NAND symbol or the equivalent negative-OR symbol to reflect the operation of the gate within the logic circuit. The NAND symbol and the negative-OR symbol are called dual symbols</a:t>
            </a:r>
            <a:br>
              <a:rPr lang="en-US" dirty="0">
                <a:solidFill>
                  <a:srgbClr val="242021"/>
                </a:solidFill>
                <a:latin typeface="Aptos (Body)"/>
              </a:rPr>
            </a:br>
            <a:r>
              <a:rPr lang="en-US" dirty="0">
                <a:solidFill>
                  <a:srgbClr val="242021"/>
                </a:solidFill>
                <a:latin typeface="Aptos (Body)"/>
              </a:rPr>
              <a:t> </a:t>
            </a:r>
            <a:br>
              <a:rPr lang="en-US" dirty="0">
                <a:solidFill>
                  <a:srgbClr val="242021"/>
                </a:solidFill>
                <a:latin typeface="Aptos (Body)"/>
              </a:rPr>
            </a:br>
            <a:br>
              <a:rPr lang="en-US" dirty="0">
                <a:latin typeface="Aptos (Body)"/>
              </a:rPr>
            </a:br>
            <a:endParaRPr lang="en-US" b="1" i="1" dirty="0">
              <a:solidFill>
                <a:schemeClr val="tx2">
                  <a:lumMod val="50000"/>
                  <a:lumOff val="50000"/>
                </a:schemeClr>
              </a:solidFill>
              <a:latin typeface="Aptos (Body)"/>
            </a:endParaRPr>
          </a:p>
          <a:p>
            <a:pPr marL="0" indent="0">
              <a:lnSpc>
                <a:spcPct val="150000"/>
              </a:lnSpc>
              <a:buNone/>
            </a:pPr>
            <a:endParaRPr lang="en-US"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15</a:t>
            </a:fld>
            <a:endParaRPr lang="vi-VN" dirty="0"/>
          </a:p>
        </p:txBody>
      </p:sp>
      <p:pic>
        <p:nvPicPr>
          <p:cNvPr id="3" name="Picture 2">
            <a:extLst>
              <a:ext uri="{FF2B5EF4-FFF2-40B4-BE49-F238E27FC236}">
                <a16:creationId xmlns:a16="http://schemas.microsoft.com/office/drawing/2014/main" id="{C3646786-3F77-4294-AD6F-EAC49729538E}"/>
              </a:ext>
            </a:extLst>
          </p:cNvPr>
          <p:cNvPicPr>
            <a:picLocks noChangeAspect="1"/>
          </p:cNvPicPr>
          <p:nvPr/>
        </p:nvPicPr>
        <p:blipFill>
          <a:blip r:embed="rId2"/>
          <a:stretch>
            <a:fillRect/>
          </a:stretch>
        </p:blipFill>
        <p:spPr>
          <a:xfrm>
            <a:off x="557976" y="3568055"/>
            <a:ext cx="5703677" cy="2077768"/>
          </a:xfrm>
          <a:prstGeom prst="rect">
            <a:avLst/>
          </a:prstGeom>
        </p:spPr>
      </p:pic>
      <p:pic>
        <p:nvPicPr>
          <p:cNvPr id="5" name="Picture 4">
            <a:extLst>
              <a:ext uri="{FF2B5EF4-FFF2-40B4-BE49-F238E27FC236}">
                <a16:creationId xmlns:a16="http://schemas.microsoft.com/office/drawing/2014/main" id="{D80F4AAF-AF55-4FE1-B850-95BE1F5FE68E}"/>
              </a:ext>
            </a:extLst>
          </p:cNvPr>
          <p:cNvPicPr>
            <a:picLocks noChangeAspect="1"/>
          </p:cNvPicPr>
          <p:nvPr/>
        </p:nvPicPr>
        <p:blipFill>
          <a:blip r:embed="rId3"/>
          <a:stretch>
            <a:fillRect/>
          </a:stretch>
        </p:blipFill>
        <p:spPr>
          <a:xfrm>
            <a:off x="6578320" y="3274924"/>
            <a:ext cx="5552662" cy="2227003"/>
          </a:xfrm>
          <a:prstGeom prst="rect">
            <a:avLst/>
          </a:prstGeom>
        </p:spPr>
      </p:pic>
      <p:pic>
        <p:nvPicPr>
          <p:cNvPr id="7" name="Picture 6">
            <a:extLst>
              <a:ext uri="{FF2B5EF4-FFF2-40B4-BE49-F238E27FC236}">
                <a16:creationId xmlns:a16="http://schemas.microsoft.com/office/drawing/2014/main" id="{5AE12984-0364-4ABF-AE39-023B03681CAA}"/>
              </a:ext>
            </a:extLst>
          </p:cNvPr>
          <p:cNvPicPr>
            <a:picLocks noChangeAspect="1"/>
          </p:cNvPicPr>
          <p:nvPr/>
        </p:nvPicPr>
        <p:blipFill>
          <a:blip r:embed="rId4"/>
          <a:stretch>
            <a:fillRect/>
          </a:stretch>
        </p:blipFill>
        <p:spPr>
          <a:xfrm>
            <a:off x="2888616" y="5935298"/>
            <a:ext cx="7379409" cy="661602"/>
          </a:xfrm>
          <a:prstGeom prst="rect">
            <a:avLst/>
          </a:prstGeom>
        </p:spPr>
      </p:pic>
    </p:spTree>
    <p:extLst>
      <p:ext uri="{BB962C8B-B14F-4D97-AF65-F5344CB8AC3E}">
        <p14:creationId xmlns:p14="http://schemas.microsoft.com/office/powerpoint/2010/main" val="1989439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781878" y="188213"/>
            <a:ext cx="9164706" cy="549274"/>
          </a:xfrm>
        </p:spPr>
        <p:txBody>
          <a:bodyPr/>
          <a:lstStyle/>
          <a:p>
            <a:pPr lvl="0"/>
            <a:r>
              <a:rPr lang="en-US" dirty="0">
                <a:solidFill>
                  <a:srgbClr val="FF0000"/>
                </a:solidFill>
              </a:rPr>
              <a:t>5.4. </a:t>
            </a:r>
            <a:r>
              <a:rPr lang="en-US" sz="2800" b="1" dirty="0">
                <a:solidFill>
                  <a:srgbClr val="FF0000"/>
                </a:solidFill>
                <a:latin typeface="+mj-lt"/>
                <a:ea typeface="+mj-ea"/>
                <a:cs typeface="+mj-cs"/>
              </a:rPr>
              <a:t>Combinational Logic Using NAND and NOR Gates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lnSpc>
                <a:spcPct val="100000"/>
              </a:lnSpc>
              <a:buNone/>
            </a:pPr>
            <a:r>
              <a:rPr lang="en-US" b="1" i="1" dirty="0">
                <a:solidFill>
                  <a:schemeClr val="tx2">
                    <a:lumMod val="50000"/>
                    <a:lumOff val="50000"/>
                  </a:schemeClr>
                </a:solidFill>
                <a:latin typeface="Aptos (Body)"/>
              </a:rPr>
              <a:t>NOR Logic: </a:t>
            </a:r>
            <a:r>
              <a:rPr lang="en-US" dirty="0">
                <a:solidFill>
                  <a:srgbClr val="242021"/>
                </a:solidFill>
                <a:latin typeface="Aptos (Body)"/>
              </a:rPr>
              <a:t>A NOR gate can function as either a NOR or a negative-AND, as shown by </a:t>
            </a:r>
            <a:r>
              <a:rPr lang="en-US" dirty="0" err="1">
                <a:solidFill>
                  <a:srgbClr val="242021"/>
                </a:solidFill>
                <a:latin typeface="Aptos (Body)"/>
              </a:rPr>
              <a:t>DeMorgan’s</a:t>
            </a:r>
            <a:r>
              <a:rPr lang="en-US" dirty="0">
                <a:solidFill>
                  <a:srgbClr val="242021"/>
                </a:solidFill>
                <a:latin typeface="Aptos (Body)"/>
              </a:rPr>
              <a:t> theorem </a:t>
            </a:r>
            <a:br>
              <a:rPr lang="en-US" dirty="0">
                <a:solidFill>
                  <a:srgbClr val="242021"/>
                </a:solidFill>
                <a:latin typeface="Aptos (Body)"/>
              </a:rPr>
            </a:br>
            <a:br>
              <a:rPr lang="en-US" dirty="0">
                <a:solidFill>
                  <a:srgbClr val="242021"/>
                </a:solidFill>
                <a:latin typeface="Aptos (Body)"/>
              </a:rPr>
            </a:br>
            <a:br>
              <a:rPr lang="en-US" dirty="0">
                <a:solidFill>
                  <a:srgbClr val="242021"/>
                </a:solidFill>
                <a:latin typeface="Aptos (Body)"/>
              </a:rPr>
            </a:br>
            <a:r>
              <a:rPr lang="en-US" b="0" i="0" dirty="0">
                <a:solidFill>
                  <a:srgbClr val="242021"/>
                </a:solidFill>
                <a:effectLst/>
                <a:latin typeface="Aptos (Body)"/>
              </a:rPr>
              <a:t> </a:t>
            </a:r>
            <a:br>
              <a:rPr lang="en-US" dirty="0"/>
            </a:br>
            <a:br>
              <a:rPr lang="en-US" dirty="0">
                <a:latin typeface="Aptos (Body)"/>
              </a:rPr>
            </a:br>
            <a:endParaRPr lang="en-US" b="1" i="1" dirty="0">
              <a:solidFill>
                <a:schemeClr val="tx2">
                  <a:lumMod val="50000"/>
                  <a:lumOff val="50000"/>
                </a:schemeClr>
              </a:solidFill>
              <a:latin typeface="Aptos (Body)"/>
            </a:endParaRPr>
          </a:p>
          <a:p>
            <a:pPr marL="0" indent="0">
              <a:lnSpc>
                <a:spcPct val="150000"/>
              </a:lnSpc>
              <a:buNone/>
            </a:pPr>
            <a:endParaRPr lang="en-US"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16</a:t>
            </a:fld>
            <a:endParaRPr lang="vi-VN" dirty="0"/>
          </a:p>
        </p:txBody>
      </p:sp>
      <p:pic>
        <p:nvPicPr>
          <p:cNvPr id="9" name="Picture 8">
            <a:extLst>
              <a:ext uri="{FF2B5EF4-FFF2-40B4-BE49-F238E27FC236}">
                <a16:creationId xmlns:a16="http://schemas.microsoft.com/office/drawing/2014/main" id="{57B15ECF-307B-4526-8F80-3F8B570DA721}"/>
              </a:ext>
            </a:extLst>
          </p:cNvPr>
          <p:cNvPicPr>
            <a:picLocks noChangeAspect="1"/>
          </p:cNvPicPr>
          <p:nvPr/>
        </p:nvPicPr>
        <p:blipFill>
          <a:blip r:embed="rId2"/>
          <a:stretch>
            <a:fillRect/>
          </a:stretch>
        </p:blipFill>
        <p:spPr>
          <a:xfrm>
            <a:off x="3580236" y="1921468"/>
            <a:ext cx="5362833" cy="1026638"/>
          </a:xfrm>
          <a:prstGeom prst="rect">
            <a:avLst/>
          </a:prstGeom>
        </p:spPr>
      </p:pic>
      <p:pic>
        <p:nvPicPr>
          <p:cNvPr id="10" name="Picture 9">
            <a:extLst>
              <a:ext uri="{FF2B5EF4-FFF2-40B4-BE49-F238E27FC236}">
                <a16:creationId xmlns:a16="http://schemas.microsoft.com/office/drawing/2014/main" id="{945AEDD6-E100-4025-90E6-85E951F88ECA}"/>
              </a:ext>
            </a:extLst>
          </p:cNvPr>
          <p:cNvPicPr>
            <a:picLocks noChangeAspect="1"/>
          </p:cNvPicPr>
          <p:nvPr/>
        </p:nvPicPr>
        <p:blipFill>
          <a:blip r:embed="rId3"/>
          <a:stretch>
            <a:fillRect/>
          </a:stretch>
        </p:blipFill>
        <p:spPr>
          <a:xfrm>
            <a:off x="2858218" y="4231200"/>
            <a:ext cx="6475564" cy="1822358"/>
          </a:xfrm>
          <a:prstGeom prst="rect">
            <a:avLst/>
          </a:prstGeom>
        </p:spPr>
      </p:pic>
      <p:pic>
        <p:nvPicPr>
          <p:cNvPr id="11" name="Picture 10">
            <a:extLst>
              <a:ext uri="{FF2B5EF4-FFF2-40B4-BE49-F238E27FC236}">
                <a16:creationId xmlns:a16="http://schemas.microsoft.com/office/drawing/2014/main" id="{EA8217B4-6D1E-443B-B3CD-1A29D019907E}"/>
              </a:ext>
            </a:extLst>
          </p:cNvPr>
          <p:cNvPicPr>
            <a:picLocks noChangeAspect="1"/>
          </p:cNvPicPr>
          <p:nvPr/>
        </p:nvPicPr>
        <p:blipFill>
          <a:blip r:embed="rId4"/>
          <a:stretch>
            <a:fillRect/>
          </a:stretch>
        </p:blipFill>
        <p:spPr>
          <a:xfrm>
            <a:off x="3487564" y="6306284"/>
            <a:ext cx="4824619" cy="569941"/>
          </a:xfrm>
          <a:prstGeom prst="rect">
            <a:avLst/>
          </a:prstGeom>
        </p:spPr>
      </p:pic>
      <p:pic>
        <p:nvPicPr>
          <p:cNvPr id="12" name="Picture 11">
            <a:extLst>
              <a:ext uri="{FF2B5EF4-FFF2-40B4-BE49-F238E27FC236}">
                <a16:creationId xmlns:a16="http://schemas.microsoft.com/office/drawing/2014/main" id="{17A0AC47-FF41-4BBE-B197-F9E463460239}"/>
              </a:ext>
            </a:extLst>
          </p:cNvPr>
          <p:cNvPicPr>
            <a:picLocks noChangeAspect="1"/>
          </p:cNvPicPr>
          <p:nvPr/>
        </p:nvPicPr>
        <p:blipFill>
          <a:blip r:embed="rId5"/>
          <a:stretch>
            <a:fillRect/>
          </a:stretch>
        </p:blipFill>
        <p:spPr>
          <a:xfrm>
            <a:off x="2603672" y="3488843"/>
            <a:ext cx="7691605" cy="615994"/>
          </a:xfrm>
          <a:prstGeom prst="rect">
            <a:avLst/>
          </a:prstGeom>
        </p:spPr>
      </p:pic>
    </p:spTree>
    <p:extLst>
      <p:ext uri="{BB962C8B-B14F-4D97-AF65-F5344CB8AC3E}">
        <p14:creationId xmlns:p14="http://schemas.microsoft.com/office/powerpoint/2010/main" val="39847260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781878" y="188213"/>
            <a:ext cx="9164706" cy="549274"/>
          </a:xfrm>
        </p:spPr>
        <p:txBody>
          <a:bodyPr/>
          <a:lstStyle/>
          <a:p>
            <a:pPr lvl="0"/>
            <a:r>
              <a:rPr lang="en-US" dirty="0">
                <a:solidFill>
                  <a:srgbClr val="FF0000"/>
                </a:solidFill>
              </a:rPr>
              <a:t>5.4. </a:t>
            </a:r>
            <a:r>
              <a:rPr lang="en-US" sz="2800" b="1" dirty="0">
                <a:solidFill>
                  <a:srgbClr val="FF0000"/>
                </a:solidFill>
                <a:latin typeface="+mj-lt"/>
                <a:ea typeface="+mj-ea"/>
                <a:cs typeface="+mj-cs"/>
              </a:rPr>
              <a:t>Combinational Logic Using NAND and NOR Gates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lnSpc>
                <a:spcPct val="100000"/>
              </a:lnSpc>
              <a:buNone/>
            </a:pPr>
            <a:r>
              <a:rPr lang="en-US" b="1" i="1" dirty="0">
                <a:solidFill>
                  <a:schemeClr val="tx2">
                    <a:lumMod val="50000"/>
                    <a:lumOff val="50000"/>
                  </a:schemeClr>
                </a:solidFill>
                <a:latin typeface="Aptos (Body)"/>
              </a:rPr>
              <a:t>NOR Logic: </a:t>
            </a:r>
            <a:r>
              <a:rPr lang="en-US" dirty="0">
                <a:solidFill>
                  <a:srgbClr val="242021"/>
                </a:solidFill>
                <a:latin typeface="Aptos (Body)"/>
              </a:rPr>
              <a:t>A NOR gate can function as either a NOR or a negative-AND, as shown by </a:t>
            </a:r>
            <a:r>
              <a:rPr lang="en-US" dirty="0" err="1">
                <a:solidFill>
                  <a:srgbClr val="242021"/>
                </a:solidFill>
                <a:latin typeface="Aptos (Body)"/>
              </a:rPr>
              <a:t>DeMorgan’s</a:t>
            </a:r>
            <a:r>
              <a:rPr lang="en-US" dirty="0">
                <a:solidFill>
                  <a:srgbClr val="242021"/>
                </a:solidFill>
                <a:latin typeface="Aptos (Body)"/>
              </a:rPr>
              <a:t> theorem </a:t>
            </a:r>
            <a:br>
              <a:rPr lang="en-US" dirty="0">
                <a:solidFill>
                  <a:srgbClr val="242021"/>
                </a:solidFill>
                <a:latin typeface="Aptos (Body)"/>
              </a:rPr>
            </a:br>
            <a:br>
              <a:rPr lang="en-US" dirty="0">
                <a:solidFill>
                  <a:srgbClr val="242021"/>
                </a:solidFill>
                <a:latin typeface="Aptos (Body)"/>
              </a:rPr>
            </a:br>
            <a:br>
              <a:rPr lang="en-US" dirty="0">
                <a:solidFill>
                  <a:srgbClr val="242021"/>
                </a:solidFill>
                <a:latin typeface="Aptos (Body)"/>
              </a:rPr>
            </a:br>
            <a:r>
              <a:rPr lang="en-US" b="0" i="0" dirty="0">
                <a:solidFill>
                  <a:srgbClr val="242021"/>
                </a:solidFill>
                <a:effectLst/>
                <a:latin typeface="Aptos (Body)"/>
              </a:rPr>
              <a:t> </a:t>
            </a:r>
            <a:br>
              <a:rPr lang="en-US" dirty="0"/>
            </a:br>
            <a:br>
              <a:rPr lang="en-US" dirty="0">
                <a:latin typeface="Aptos (Body)"/>
              </a:rPr>
            </a:br>
            <a:endParaRPr lang="en-US" b="1" i="1" dirty="0">
              <a:solidFill>
                <a:schemeClr val="tx2">
                  <a:lumMod val="50000"/>
                  <a:lumOff val="50000"/>
                </a:schemeClr>
              </a:solidFill>
              <a:latin typeface="Aptos (Body)"/>
            </a:endParaRPr>
          </a:p>
          <a:p>
            <a:pPr marL="0" indent="0">
              <a:lnSpc>
                <a:spcPct val="150000"/>
              </a:lnSpc>
              <a:buNone/>
            </a:pPr>
            <a:endParaRPr lang="en-US"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17</a:t>
            </a:fld>
            <a:endParaRPr lang="vi-VN" dirty="0"/>
          </a:p>
        </p:txBody>
      </p:sp>
      <p:pic>
        <p:nvPicPr>
          <p:cNvPr id="3" name="Picture 2">
            <a:extLst>
              <a:ext uri="{FF2B5EF4-FFF2-40B4-BE49-F238E27FC236}">
                <a16:creationId xmlns:a16="http://schemas.microsoft.com/office/drawing/2014/main" id="{FA0173DD-C741-4E8D-8187-3BBCAE78FF0F}"/>
              </a:ext>
            </a:extLst>
          </p:cNvPr>
          <p:cNvPicPr>
            <a:picLocks noChangeAspect="1"/>
          </p:cNvPicPr>
          <p:nvPr/>
        </p:nvPicPr>
        <p:blipFill>
          <a:blip r:embed="rId2"/>
          <a:stretch>
            <a:fillRect/>
          </a:stretch>
        </p:blipFill>
        <p:spPr>
          <a:xfrm>
            <a:off x="1067584" y="3231487"/>
            <a:ext cx="10872624" cy="3191807"/>
          </a:xfrm>
          <a:prstGeom prst="rect">
            <a:avLst/>
          </a:prstGeom>
        </p:spPr>
      </p:pic>
      <p:pic>
        <p:nvPicPr>
          <p:cNvPr id="13" name="Picture 12">
            <a:extLst>
              <a:ext uri="{FF2B5EF4-FFF2-40B4-BE49-F238E27FC236}">
                <a16:creationId xmlns:a16="http://schemas.microsoft.com/office/drawing/2014/main" id="{8EB2E06B-A7F9-4B4F-82ED-63C92FA1819E}"/>
              </a:ext>
            </a:extLst>
          </p:cNvPr>
          <p:cNvPicPr>
            <a:picLocks noChangeAspect="1"/>
          </p:cNvPicPr>
          <p:nvPr/>
        </p:nvPicPr>
        <p:blipFill>
          <a:blip r:embed="rId3"/>
          <a:stretch>
            <a:fillRect/>
          </a:stretch>
        </p:blipFill>
        <p:spPr>
          <a:xfrm>
            <a:off x="2415850" y="2152341"/>
            <a:ext cx="7691605" cy="615994"/>
          </a:xfrm>
          <a:prstGeom prst="rect">
            <a:avLst/>
          </a:prstGeom>
        </p:spPr>
      </p:pic>
    </p:spTree>
    <p:extLst>
      <p:ext uri="{BB962C8B-B14F-4D97-AF65-F5344CB8AC3E}">
        <p14:creationId xmlns:p14="http://schemas.microsoft.com/office/powerpoint/2010/main" val="18976736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781878" y="188213"/>
            <a:ext cx="9164706" cy="549274"/>
          </a:xfrm>
        </p:spPr>
        <p:txBody>
          <a:bodyPr/>
          <a:lstStyle/>
          <a:p>
            <a:pPr lvl="0"/>
            <a:r>
              <a:rPr lang="en-US" dirty="0">
                <a:solidFill>
                  <a:srgbClr val="FF0000"/>
                </a:solidFill>
              </a:rPr>
              <a:t>5.4. </a:t>
            </a:r>
            <a:r>
              <a:rPr lang="en-US" sz="2800" b="1" dirty="0">
                <a:solidFill>
                  <a:srgbClr val="FF0000"/>
                </a:solidFill>
                <a:latin typeface="+mj-lt"/>
                <a:ea typeface="+mj-ea"/>
                <a:cs typeface="+mj-cs"/>
              </a:rPr>
              <a:t>Combinational Logic Using NAND and NOR Gates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87858" y="914400"/>
            <a:ext cx="10774018" cy="5394583"/>
          </a:xfrm>
        </p:spPr>
        <p:txBody>
          <a:bodyPr>
            <a:normAutofit/>
          </a:bodyPr>
          <a:lstStyle/>
          <a:p>
            <a:pPr marL="0" indent="0">
              <a:lnSpc>
                <a:spcPct val="150000"/>
              </a:lnSpc>
              <a:buNone/>
            </a:pPr>
            <a:r>
              <a:rPr lang="en-US" b="1" i="1" dirty="0">
                <a:solidFill>
                  <a:schemeClr val="tx2">
                    <a:lumMod val="50000"/>
                    <a:lumOff val="50000"/>
                  </a:schemeClr>
                </a:solidFill>
                <a:latin typeface="Aptos (Body)"/>
              </a:rPr>
              <a:t>NOR Logic Diagram Using Dual Symbols </a:t>
            </a:r>
            <a:br>
              <a:rPr lang="en-US" b="1" i="1" dirty="0">
                <a:solidFill>
                  <a:schemeClr val="tx2">
                    <a:lumMod val="50000"/>
                    <a:lumOff val="50000"/>
                  </a:schemeClr>
                </a:solidFill>
                <a:latin typeface="Aptos (Body)"/>
              </a:rPr>
            </a:br>
            <a:r>
              <a:rPr lang="en-US" dirty="0">
                <a:solidFill>
                  <a:srgbClr val="242021"/>
                </a:solidFill>
                <a:latin typeface="Aptos (Body)"/>
              </a:rPr>
              <a:t>As with NAND logic, the purpose for using the dual symbols is to make the logic diagram easier to read and analyze, as illustrated in the NOR logic circuit in Figure 5–28. </a:t>
            </a:r>
            <a:br>
              <a:rPr lang="en-US" dirty="0">
                <a:solidFill>
                  <a:srgbClr val="242021"/>
                </a:solidFill>
                <a:latin typeface="Aptos (Body)"/>
              </a:rPr>
            </a:br>
            <a:br>
              <a:rPr lang="en-US" dirty="0">
                <a:solidFill>
                  <a:srgbClr val="242021"/>
                </a:solidFill>
                <a:latin typeface="Aptos (Body)"/>
              </a:rPr>
            </a:br>
            <a:br>
              <a:rPr lang="en-US" b="1" i="1" dirty="0">
                <a:solidFill>
                  <a:schemeClr val="tx2">
                    <a:lumMod val="50000"/>
                    <a:lumOff val="50000"/>
                  </a:schemeClr>
                </a:solidFill>
                <a:latin typeface="Aptos (Body)"/>
              </a:rPr>
            </a:br>
            <a:br>
              <a:rPr lang="en-US" dirty="0">
                <a:solidFill>
                  <a:srgbClr val="242021"/>
                </a:solidFill>
                <a:latin typeface="Aptos (Body)"/>
              </a:rPr>
            </a:br>
            <a:r>
              <a:rPr lang="en-US" b="0" i="0" dirty="0">
                <a:solidFill>
                  <a:srgbClr val="242021"/>
                </a:solidFill>
                <a:effectLst/>
                <a:latin typeface="Aptos (Body)"/>
              </a:rPr>
              <a:t> </a:t>
            </a:r>
            <a:br>
              <a:rPr lang="en-US" dirty="0"/>
            </a:br>
            <a:br>
              <a:rPr lang="en-US" dirty="0">
                <a:latin typeface="Aptos (Body)"/>
              </a:rPr>
            </a:br>
            <a:endParaRPr lang="en-US" b="1" i="1" dirty="0">
              <a:solidFill>
                <a:schemeClr val="tx2">
                  <a:lumMod val="50000"/>
                  <a:lumOff val="50000"/>
                </a:schemeClr>
              </a:solidFill>
              <a:latin typeface="Aptos (Body)"/>
            </a:endParaRPr>
          </a:p>
          <a:p>
            <a:pPr marL="0" indent="0">
              <a:lnSpc>
                <a:spcPct val="150000"/>
              </a:lnSpc>
              <a:buNone/>
            </a:pPr>
            <a:endParaRPr lang="en-US"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18</a:t>
            </a:fld>
            <a:endParaRPr lang="vi-VN" dirty="0"/>
          </a:p>
        </p:txBody>
      </p:sp>
      <p:pic>
        <p:nvPicPr>
          <p:cNvPr id="5" name="Picture 4">
            <a:extLst>
              <a:ext uri="{FF2B5EF4-FFF2-40B4-BE49-F238E27FC236}">
                <a16:creationId xmlns:a16="http://schemas.microsoft.com/office/drawing/2014/main" id="{98C69D0C-D2DC-4427-A547-0A6EF93C1B9E}"/>
              </a:ext>
            </a:extLst>
          </p:cNvPr>
          <p:cNvPicPr>
            <a:picLocks noChangeAspect="1"/>
          </p:cNvPicPr>
          <p:nvPr/>
        </p:nvPicPr>
        <p:blipFill>
          <a:blip r:embed="rId2"/>
          <a:stretch>
            <a:fillRect/>
          </a:stretch>
        </p:blipFill>
        <p:spPr>
          <a:xfrm>
            <a:off x="530124" y="2840803"/>
            <a:ext cx="5993710" cy="1988298"/>
          </a:xfrm>
          <a:prstGeom prst="rect">
            <a:avLst/>
          </a:prstGeom>
        </p:spPr>
      </p:pic>
      <p:pic>
        <p:nvPicPr>
          <p:cNvPr id="7" name="Picture 6">
            <a:extLst>
              <a:ext uri="{FF2B5EF4-FFF2-40B4-BE49-F238E27FC236}">
                <a16:creationId xmlns:a16="http://schemas.microsoft.com/office/drawing/2014/main" id="{D850062E-C5D3-4AF8-8A6C-8ABC5F2CC5BB}"/>
              </a:ext>
            </a:extLst>
          </p:cNvPr>
          <p:cNvPicPr>
            <a:picLocks noChangeAspect="1"/>
          </p:cNvPicPr>
          <p:nvPr/>
        </p:nvPicPr>
        <p:blipFill>
          <a:blip r:embed="rId3"/>
          <a:stretch>
            <a:fillRect/>
          </a:stretch>
        </p:blipFill>
        <p:spPr>
          <a:xfrm>
            <a:off x="6523834" y="2703955"/>
            <a:ext cx="5495776" cy="2172003"/>
          </a:xfrm>
          <a:prstGeom prst="rect">
            <a:avLst/>
          </a:prstGeom>
        </p:spPr>
      </p:pic>
      <p:pic>
        <p:nvPicPr>
          <p:cNvPr id="8" name="Picture 7">
            <a:extLst>
              <a:ext uri="{FF2B5EF4-FFF2-40B4-BE49-F238E27FC236}">
                <a16:creationId xmlns:a16="http://schemas.microsoft.com/office/drawing/2014/main" id="{BEFBBE81-A686-4BA8-8BA6-2F6E0AF4C506}"/>
              </a:ext>
            </a:extLst>
          </p:cNvPr>
          <p:cNvPicPr>
            <a:picLocks noChangeAspect="1"/>
          </p:cNvPicPr>
          <p:nvPr/>
        </p:nvPicPr>
        <p:blipFill>
          <a:blip r:embed="rId4"/>
          <a:stretch>
            <a:fillRect/>
          </a:stretch>
        </p:blipFill>
        <p:spPr>
          <a:xfrm>
            <a:off x="2574338" y="5688738"/>
            <a:ext cx="7994270" cy="620245"/>
          </a:xfrm>
          <a:prstGeom prst="rect">
            <a:avLst/>
          </a:prstGeom>
        </p:spPr>
      </p:pic>
    </p:spTree>
    <p:extLst>
      <p:ext uri="{BB962C8B-B14F-4D97-AF65-F5344CB8AC3E}">
        <p14:creationId xmlns:p14="http://schemas.microsoft.com/office/powerpoint/2010/main" val="8943962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781878" y="188213"/>
            <a:ext cx="9164706" cy="549274"/>
          </a:xfrm>
        </p:spPr>
        <p:txBody>
          <a:bodyPr/>
          <a:lstStyle/>
          <a:p>
            <a:pPr lvl="0"/>
            <a:r>
              <a:rPr lang="en-US" dirty="0">
                <a:solidFill>
                  <a:srgbClr val="FF0000"/>
                </a:solidFill>
              </a:rPr>
              <a:t>5.5. </a:t>
            </a:r>
            <a:r>
              <a:rPr lang="en-US" sz="2800" b="1" dirty="0">
                <a:solidFill>
                  <a:srgbClr val="FF0000"/>
                </a:solidFill>
                <a:latin typeface="+mj-lt"/>
                <a:ea typeface="+mj-ea"/>
                <a:cs typeface="+mj-cs"/>
              </a:rPr>
              <a:t>Pulse Waveform Operation</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lnSpc>
                <a:spcPct val="150000"/>
              </a:lnSpc>
              <a:buNone/>
            </a:pPr>
            <a:r>
              <a:rPr lang="en-US" dirty="0">
                <a:solidFill>
                  <a:srgbClr val="242021"/>
                </a:solidFill>
                <a:latin typeface="Aptos (Body)"/>
              </a:rPr>
              <a:t>The output of a logic circuit at any given time depends on the inputs at that particular time, so the relationship of the time-varying inputs is of primary importance</a:t>
            </a:r>
            <a:r>
              <a:rPr lang="en-US" dirty="0"/>
              <a:t>.</a:t>
            </a:r>
            <a:br>
              <a:rPr lang="en-US" sz="2100" dirty="0">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19</a:t>
            </a:fld>
            <a:endParaRPr lang="vi-VN" dirty="0"/>
          </a:p>
        </p:txBody>
      </p:sp>
      <p:pic>
        <p:nvPicPr>
          <p:cNvPr id="3" name="Picture 2">
            <a:extLst>
              <a:ext uri="{FF2B5EF4-FFF2-40B4-BE49-F238E27FC236}">
                <a16:creationId xmlns:a16="http://schemas.microsoft.com/office/drawing/2014/main" id="{73DE41A6-0B46-4D26-A680-379E1710AD3F}"/>
              </a:ext>
            </a:extLst>
          </p:cNvPr>
          <p:cNvPicPr>
            <a:picLocks noChangeAspect="1"/>
          </p:cNvPicPr>
          <p:nvPr/>
        </p:nvPicPr>
        <p:blipFill>
          <a:blip r:embed="rId2"/>
          <a:stretch>
            <a:fillRect/>
          </a:stretch>
        </p:blipFill>
        <p:spPr>
          <a:xfrm>
            <a:off x="1679738" y="2300041"/>
            <a:ext cx="9163829" cy="4035447"/>
          </a:xfrm>
          <a:prstGeom prst="rect">
            <a:avLst/>
          </a:prstGeom>
        </p:spPr>
      </p:pic>
    </p:spTree>
    <p:extLst>
      <p:ext uri="{BB962C8B-B14F-4D97-AF65-F5344CB8AC3E}">
        <p14:creationId xmlns:p14="http://schemas.microsoft.com/office/powerpoint/2010/main" val="36084975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781878" y="188213"/>
            <a:ext cx="9164706" cy="549274"/>
          </a:xfrm>
        </p:spPr>
        <p:txBody>
          <a:bodyPr/>
          <a:lstStyle/>
          <a:p>
            <a:pPr lvl="0"/>
            <a:r>
              <a:rPr lang="en-US" dirty="0">
                <a:solidFill>
                  <a:srgbClr val="FF0000"/>
                </a:solidFill>
              </a:rPr>
              <a:t>5.6. </a:t>
            </a:r>
            <a:r>
              <a:rPr lang="en-US" sz="2800" b="1" dirty="0">
                <a:solidFill>
                  <a:srgbClr val="FF0000"/>
                </a:solidFill>
                <a:latin typeface="+mj-lt"/>
                <a:ea typeface="+mj-ea"/>
                <a:cs typeface="+mj-cs"/>
              </a:rPr>
              <a:t>Implementing Combinational Logic with VHDL</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lnSpc>
                <a:spcPct val="100000"/>
              </a:lnSpc>
              <a:buNone/>
            </a:pPr>
            <a:r>
              <a:rPr lang="en-US" sz="2100" b="1" i="1" dirty="0">
                <a:solidFill>
                  <a:schemeClr val="tx2">
                    <a:lumMod val="50000"/>
                    <a:lumOff val="50000"/>
                  </a:schemeClr>
                </a:solidFill>
                <a:latin typeface="Aptos (Body)"/>
              </a:rPr>
              <a:t>Structural Approach to VHDL Programming </a:t>
            </a:r>
            <a:br>
              <a:rPr lang="en-US" sz="1600" dirty="0"/>
            </a:br>
            <a:r>
              <a:rPr lang="en-US" sz="2100" dirty="0">
                <a:solidFill>
                  <a:srgbClr val="242021"/>
                </a:solidFill>
                <a:latin typeface="Aptos (Body)"/>
              </a:rPr>
              <a:t>The VHDL component is a way to predefine a logic function for repeated use in a program or in other programs. The component can be used to describe anything from a simple logic gate to a complex logic function. The VHDL signal can be thought of as a way to specify a “wire” connection between components.</a:t>
            </a:r>
            <a:br>
              <a:rPr lang="en-US" sz="2100" dirty="0">
                <a:solidFill>
                  <a:srgbClr val="242021"/>
                </a:solidFill>
                <a:latin typeface="Aptos (Body)"/>
              </a:rPr>
            </a:br>
            <a:br>
              <a:rPr lang="en-US" sz="2100" dirty="0">
                <a:solidFill>
                  <a:srgbClr val="242021"/>
                </a:solidFill>
                <a:latin typeface="Aptos (Body)"/>
              </a:rPr>
            </a:br>
            <a:endParaRPr lang="en-US" sz="2100" dirty="0">
              <a:solidFill>
                <a:srgbClr val="242021"/>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20</a:t>
            </a:fld>
            <a:endParaRPr lang="vi-VN" dirty="0"/>
          </a:p>
        </p:txBody>
      </p:sp>
      <p:pic>
        <p:nvPicPr>
          <p:cNvPr id="3" name="Picture 2">
            <a:extLst>
              <a:ext uri="{FF2B5EF4-FFF2-40B4-BE49-F238E27FC236}">
                <a16:creationId xmlns:a16="http://schemas.microsoft.com/office/drawing/2014/main" id="{15105AAE-71DE-459A-8039-F860B012FC2B}"/>
              </a:ext>
            </a:extLst>
          </p:cNvPr>
          <p:cNvPicPr>
            <a:picLocks noChangeAspect="1"/>
          </p:cNvPicPr>
          <p:nvPr/>
        </p:nvPicPr>
        <p:blipFill>
          <a:blip r:embed="rId2"/>
          <a:stretch>
            <a:fillRect/>
          </a:stretch>
        </p:blipFill>
        <p:spPr>
          <a:xfrm>
            <a:off x="1563803" y="2901595"/>
            <a:ext cx="9449394" cy="3956405"/>
          </a:xfrm>
          <a:prstGeom prst="rect">
            <a:avLst/>
          </a:prstGeom>
        </p:spPr>
      </p:pic>
    </p:spTree>
    <p:extLst>
      <p:ext uri="{BB962C8B-B14F-4D97-AF65-F5344CB8AC3E}">
        <p14:creationId xmlns:p14="http://schemas.microsoft.com/office/powerpoint/2010/main" val="27616199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781878" y="188213"/>
            <a:ext cx="9164706" cy="549274"/>
          </a:xfrm>
        </p:spPr>
        <p:txBody>
          <a:bodyPr/>
          <a:lstStyle/>
          <a:p>
            <a:pPr lvl="0"/>
            <a:r>
              <a:rPr lang="en-US" dirty="0">
                <a:solidFill>
                  <a:srgbClr val="FF0000"/>
                </a:solidFill>
              </a:rPr>
              <a:t>5.6. </a:t>
            </a:r>
            <a:r>
              <a:rPr lang="en-US" sz="2800" b="1" dirty="0">
                <a:solidFill>
                  <a:srgbClr val="FF0000"/>
                </a:solidFill>
                <a:latin typeface="+mj-lt"/>
                <a:ea typeface="+mj-ea"/>
                <a:cs typeface="+mj-cs"/>
              </a:rPr>
              <a:t>Implementing Combinational Logic with VHDL</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901148"/>
            <a:ext cx="10774018" cy="5434340"/>
          </a:xfrm>
        </p:spPr>
        <p:txBody>
          <a:bodyPr>
            <a:normAutofit/>
          </a:bodyPr>
          <a:lstStyle/>
          <a:p>
            <a:pPr marL="0" indent="0">
              <a:lnSpc>
                <a:spcPct val="100000"/>
              </a:lnSpc>
              <a:buNone/>
            </a:pPr>
            <a:r>
              <a:rPr lang="en-US" sz="2100" b="1" i="1" dirty="0">
                <a:solidFill>
                  <a:schemeClr val="tx2">
                    <a:lumMod val="50000"/>
                    <a:lumOff val="50000"/>
                  </a:schemeClr>
                </a:solidFill>
                <a:latin typeface="Aptos (Body)"/>
              </a:rPr>
              <a:t>Structural Approach to VHDL Programming </a:t>
            </a:r>
            <a:br>
              <a:rPr lang="en-US" sz="1600" dirty="0"/>
            </a:br>
            <a:r>
              <a:rPr lang="en-US" sz="2100" dirty="0">
                <a:solidFill>
                  <a:srgbClr val="242021"/>
                </a:solidFill>
                <a:latin typeface="Aptos (Body)"/>
              </a:rPr>
              <a:t>The VHDL component is a way to predefine a logic function for repeated use in a program or in other programs. </a:t>
            </a:r>
            <a:br>
              <a:rPr lang="en-US" sz="2100" dirty="0">
                <a:solidFill>
                  <a:srgbClr val="242021"/>
                </a:solidFill>
                <a:latin typeface="Aptos (Body)"/>
              </a:rPr>
            </a:br>
            <a:endParaRPr lang="en-US" sz="2100" dirty="0">
              <a:solidFill>
                <a:srgbClr val="242021"/>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21</a:t>
            </a:fld>
            <a:endParaRPr lang="vi-VN" dirty="0"/>
          </a:p>
        </p:txBody>
      </p:sp>
      <p:pic>
        <p:nvPicPr>
          <p:cNvPr id="5" name="Picture 4">
            <a:extLst>
              <a:ext uri="{FF2B5EF4-FFF2-40B4-BE49-F238E27FC236}">
                <a16:creationId xmlns:a16="http://schemas.microsoft.com/office/drawing/2014/main" id="{FD07C246-4E83-41B1-8E6F-A7A1E4CE4852}"/>
              </a:ext>
            </a:extLst>
          </p:cNvPr>
          <p:cNvPicPr>
            <a:picLocks noChangeAspect="1"/>
          </p:cNvPicPr>
          <p:nvPr/>
        </p:nvPicPr>
        <p:blipFill>
          <a:blip r:embed="rId2"/>
          <a:stretch>
            <a:fillRect/>
          </a:stretch>
        </p:blipFill>
        <p:spPr>
          <a:xfrm>
            <a:off x="1294683" y="2865755"/>
            <a:ext cx="3914552" cy="1126489"/>
          </a:xfrm>
          <a:prstGeom prst="rect">
            <a:avLst/>
          </a:prstGeom>
        </p:spPr>
      </p:pic>
      <p:pic>
        <p:nvPicPr>
          <p:cNvPr id="7" name="Picture 6">
            <a:extLst>
              <a:ext uri="{FF2B5EF4-FFF2-40B4-BE49-F238E27FC236}">
                <a16:creationId xmlns:a16="http://schemas.microsoft.com/office/drawing/2014/main" id="{DA11AC5A-BE44-4C3D-AA24-2505C11C7499}"/>
              </a:ext>
            </a:extLst>
          </p:cNvPr>
          <p:cNvPicPr>
            <a:picLocks noChangeAspect="1"/>
          </p:cNvPicPr>
          <p:nvPr/>
        </p:nvPicPr>
        <p:blipFill>
          <a:blip r:embed="rId3"/>
          <a:stretch>
            <a:fillRect/>
          </a:stretch>
        </p:blipFill>
        <p:spPr>
          <a:xfrm>
            <a:off x="5059431" y="2105096"/>
            <a:ext cx="6257925" cy="4164606"/>
          </a:xfrm>
          <a:prstGeom prst="rect">
            <a:avLst/>
          </a:prstGeom>
        </p:spPr>
      </p:pic>
    </p:spTree>
    <p:extLst>
      <p:ext uri="{BB962C8B-B14F-4D97-AF65-F5344CB8AC3E}">
        <p14:creationId xmlns:p14="http://schemas.microsoft.com/office/powerpoint/2010/main" val="27843673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781878" y="188213"/>
            <a:ext cx="9164706" cy="549274"/>
          </a:xfrm>
        </p:spPr>
        <p:txBody>
          <a:bodyPr/>
          <a:lstStyle/>
          <a:p>
            <a:pPr lvl="0"/>
            <a:r>
              <a:rPr lang="en-US" dirty="0">
                <a:solidFill>
                  <a:srgbClr val="FF0000"/>
                </a:solidFill>
              </a:rPr>
              <a:t>5.6. </a:t>
            </a:r>
            <a:r>
              <a:rPr lang="en-US" sz="2800" b="1" dirty="0">
                <a:solidFill>
                  <a:srgbClr val="FF0000"/>
                </a:solidFill>
                <a:latin typeface="+mj-lt"/>
                <a:ea typeface="+mj-ea"/>
                <a:cs typeface="+mj-cs"/>
              </a:rPr>
              <a:t>Implementing Combinational Logic with VHDL</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86678"/>
            <a:ext cx="10774018" cy="5248810"/>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Using Components in a Program</a:t>
            </a:r>
            <a:br>
              <a:rPr lang="en-US" b="1" i="0" dirty="0">
                <a:solidFill>
                  <a:srgbClr val="0090D6"/>
                </a:solidFill>
                <a:effectLst/>
                <a:latin typeface="Helvetica-Bold"/>
              </a:rPr>
            </a:br>
            <a:r>
              <a:rPr lang="en-US" dirty="0">
                <a:solidFill>
                  <a:srgbClr val="242021"/>
                </a:solidFill>
                <a:latin typeface="Aptos (Body)"/>
              </a:rPr>
              <a:t>The port statement in the component declaration must correspond to the port statement in the entity declaration of the AND gate. </a:t>
            </a: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22</a:t>
            </a:fld>
            <a:endParaRPr lang="vi-VN" dirty="0"/>
          </a:p>
        </p:txBody>
      </p:sp>
      <p:pic>
        <p:nvPicPr>
          <p:cNvPr id="3" name="Picture 2">
            <a:extLst>
              <a:ext uri="{FF2B5EF4-FFF2-40B4-BE49-F238E27FC236}">
                <a16:creationId xmlns:a16="http://schemas.microsoft.com/office/drawing/2014/main" id="{8603F3DA-19FF-4304-A0F2-1F2E458A525A}"/>
              </a:ext>
            </a:extLst>
          </p:cNvPr>
          <p:cNvPicPr>
            <a:picLocks noChangeAspect="1"/>
          </p:cNvPicPr>
          <p:nvPr/>
        </p:nvPicPr>
        <p:blipFill>
          <a:blip r:embed="rId2"/>
          <a:stretch>
            <a:fillRect/>
          </a:stretch>
        </p:blipFill>
        <p:spPr>
          <a:xfrm>
            <a:off x="1046922" y="3087757"/>
            <a:ext cx="4084252" cy="1378225"/>
          </a:xfrm>
          <a:prstGeom prst="rect">
            <a:avLst/>
          </a:prstGeom>
        </p:spPr>
      </p:pic>
      <p:pic>
        <p:nvPicPr>
          <p:cNvPr id="8" name="Picture 7">
            <a:extLst>
              <a:ext uri="{FF2B5EF4-FFF2-40B4-BE49-F238E27FC236}">
                <a16:creationId xmlns:a16="http://schemas.microsoft.com/office/drawing/2014/main" id="{C8876E72-A462-4679-BC7E-00F1C2632C8A}"/>
              </a:ext>
            </a:extLst>
          </p:cNvPr>
          <p:cNvPicPr>
            <a:picLocks noChangeAspect="1"/>
          </p:cNvPicPr>
          <p:nvPr/>
        </p:nvPicPr>
        <p:blipFill>
          <a:blip r:embed="rId3"/>
          <a:stretch>
            <a:fillRect/>
          </a:stretch>
        </p:blipFill>
        <p:spPr>
          <a:xfrm>
            <a:off x="6056527" y="2631030"/>
            <a:ext cx="5260829" cy="2658497"/>
          </a:xfrm>
          <a:prstGeom prst="rect">
            <a:avLst/>
          </a:prstGeom>
        </p:spPr>
      </p:pic>
    </p:spTree>
    <p:extLst>
      <p:ext uri="{BB962C8B-B14F-4D97-AF65-F5344CB8AC3E}">
        <p14:creationId xmlns:p14="http://schemas.microsoft.com/office/powerpoint/2010/main" val="15881762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781878" y="188213"/>
            <a:ext cx="9164706" cy="549274"/>
          </a:xfrm>
        </p:spPr>
        <p:txBody>
          <a:bodyPr/>
          <a:lstStyle/>
          <a:p>
            <a:pPr lvl="0"/>
            <a:r>
              <a:rPr lang="en-US" dirty="0">
                <a:solidFill>
                  <a:srgbClr val="FF0000"/>
                </a:solidFill>
              </a:rPr>
              <a:t>5.6. </a:t>
            </a:r>
            <a:r>
              <a:rPr lang="en-US" sz="2800" b="1" dirty="0">
                <a:solidFill>
                  <a:srgbClr val="FF0000"/>
                </a:solidFill>
                <a:latin typeface="+mj-lt"/>
                <a:ea typeface="+mj-ea"/>
                <a:cs typeface="+mj-cs"/>
              </a:rPr>
              <a:t>Implementing Combinational Logic with VHDL</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901148"/>
            <a:ext cx="10774018" cy="5434340"/>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The Program </a:t>
            </a:r>
          </a:p>
          <a:p>
            <a:pPr marL="0" indent="0">
              <a:lnSpc>
                <a:spcPct val="100000"/>
              </a:lnSpc>
              <a:buNone/>
            </a:pPr>
            <a:endParaRPr lang="en-US" sz="1600" dirty="0"/>
          </a:p>
          <a:p>
            <a:pPr marL="0" indent="0">
              <a:lnSpc>
                <a:spcPct val="100000"/>
              </a:lnSpc>
              <a:buNone/>
            </a:pPr>
            <a:endParaRPr lang="en-US" sz="1600" dirty="0"/>
          </a:p>
          <a:p>
            <a:pPr marL="0" indent="0">
              <a:lnSpc>
                <a:spcPct val="100000"/>
              </a:lnSpc>
              <a:buNone/>
            </a:pPr>
            <a:br>
              <a:rPr lang="en-US" sz="1600" dirty="0"/>
            </a:br>
            <a:r>
              <a:rPr lang="en-US" dirty="0">
                <a:solidFill>
                  <a:srgbClr val="242021"/>
                </a:solidFill>
                <a:latin typeface="Aptos (Body)"/>
              </a:rPr>
              <a:t>The architecture declaration contains the component declarations for the AND gate and the OR gate, the signal definitions, and the component instantiations.</a:t>
            </a:r>
            <a:br>
              <a:rPr lang="en-US" sz="2100" dirty="0">
                <a:solidFill>
                  <a:srgbClr val="242021"/>
                </a:solidFill>
                <a:latin typeface="Aptos (Body)"/>
              </a:rPr>
            </a:br>
            <a:endParaRPr lang="en-US" sz="2100" dirty="0">
              <a:solidFill>
                <a:srgbClr val="242021"/>
              </a:solidFill>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23</a:t>
            </a:fld>
            <a:endParaRPr lang="vi-VN" dirty="0"/>
          </a:p>
        </p:txBody>
      </p:sp>
      <p:pic>
        <p:nvPicPr>
          <p:cNvPr id="5" name="Picture 4">
            <a:extLst>
              <a:ext uri="{FF2B5EF4-FFF2-40B4-BE49-F238E27FC236}">
                <a16:creationId xmlns:a16="http://schemas.microsoft.com/office/drawing/2014/main" id="{D28A6B4E-13EF-4ACE-9FB0-F08C8AC178C5}"/>
              </a:ext>
            </a:extLst>
          </p:cNvPr>
          <p:cNvPicPr>
            <a:picLocks noChangeAspect="1"/>
          </p:cNvPicPr>
          <p:nvPr/>
        </p:nvPicPr>
        <p:blipFill>
          <a:blip r:embed="rId2"/>
          <a:stretch>
            <a:fillRect/>
          </a:stretch>
        </p:blipFill>
        <p:spPr>
          <a:xfrm>
            <a:off x="3845943" y="1161376"/>
            <a:ext cx="5231797" cy="965321"/>
          </a:xfrm>
          <a:prstGeom prst="rect">
            <a:avLst/>
          </a:prstGeom>
        </p:spPr>
      </p:pic>
      <p:pic>
        <p:nvPicPr>
          <p:cNvPr id="7" name="Picture 6">
            <a:extLst>
              <a:ext uri="{FF2B5EF4-FFF2-40B4-BE49-F238E27FC236}">
                <a16:creationId xmlns:a16="http://schemas.microsoft.com/office/drawing/2014/main" id="{E6E4D604-A6A8-422A-8941-305704192213}"/>
              </a:ext>
            </a:extLst>
          </p:cNvPr>
          <p:cNvPicPr>
            <a:picLocks noChangeAspect="1"/>
          </p:cNvPicPr>
          <p:nvPr/>
        </p:nvPicPr>
        <p:blipFill>
          <a:blip r:embed="rId3"/>
          <a:stretch>
            <a:fillRect/>
          </a:stretch>
        </p:blipFill>
        <p:spPr>
          <a:xfrm>
            <a:off x="3266151" y="3276462"/>
            <a:ext cx="6832006" cy="3362628"/>
          </a:xfrm>
          <a:prstGeom prst="rect">
            <a:avLst/>
          </a:prstGeom>
        </p:spPr>
      </p:pic>
    </p:spTree>
    <p:extLst>
      <p:ext uri="{BB962C8B-B14F-4D97-AF65-F5344CB8AC3E}">
        <p14:creationId xmlns:p14="http://schemas.microsoft.com/office/powerpoint/2010/main" val="29541659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781878" y="188213"/>
            <a:ext cx="9164706" cy="549274"/>
          </a:xfrm>
        </p:spPr>
        <p:txBody>
          <a:bodyPr/>
          <a:lstStyle/>
          <a:p>
            <a:pPr lvl="0"/>
            <a:r>
              <a:rPr lang="en-US" dirty="0">
                <a:solidFill>
                  <a:srgbClr val="FF0000"/>
                </a:solidFill>
              </a:rPr>
              <a:t>5.6. </a:t>
            </a:r>
            <a:r>
              <a:rPr lang="en-US" sz="2800" b="1" dirty="0">
                <a:solidFill>
                  <a:srgbClr val="FF0000"/>
                </a:solidFill>
                <a:latin typeface="+mj-lt"/>
                <a:ea typeface="+mj-ea"/>
                <a:cs typeface="+mj-cs"/>
              </a:rPr>
              <a:t>Implementing Combinational Logic with VHDL</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742121" y="938767"/>
            <a:ext cx="10774018" cy="5434340"/>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Applying Software Development Tools </a:t>
            </a:r>
            <a:br>
              <a:rPr lang="en-US" b="1" i="1" dirty="0">
                <a:solidFill>
                  <a:schemeClr val="tx2">
                    <a:lumMod val="50000"/>
                    <a:lumOff val="50000"/>
                  </a:schemeClr>
                </a:solidFill>
                <a:latin typeface="Aptos (Body)"/>
              </a:rPr>
            </a:br>
            <a:r>
              <a:rPr lang="en-US" dirty="0">
                <a:solidFill>
                  <a:srgbClr val="242021"/>
                </a:solidFill>
                <a:latin typeface="Aptos (Body)"/>
              </a:rPr>
              <a:t>Once the logic has been described using an HDL and entered via a software tool called a code or text editor, it can be tested using a simulation to verify that it performs properly before actually programming the target device.</a:t>
            </a: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24</a:t>
            </a:fld>
            <a:endParaRPr lang="vi-VN" dirty="0"/>
          </a:p>
        </p:txBody>
      </p:sp>
      <p:pic>
        <p:nvPicPr>
          <p:cNvPr id="3" name="Picture 2">
            <a:extLst>
              <a:ext uri="{FF2B5EF4-FFF2-40B4-BE49-F238E27FC236}">
                <a16:creationId xmlns:a16="http://schemas.microsoft.com/office/drawing/2014/main" id="{5537EFB9-2A57-4BC1-8AE1-ACE4A67AA889}"/>
              </a:ext>
            </a:extLst>
          </p:cNvPr>
          <p:cNvPicPr>
            <a:picLocks noChangeAspect="1"/>
          </p:cNvPicPr>
          <p:nvPr/>
        </p:nvPicPr>
        <p:blipFill>
          <a:blip r:embed="rId2"/>
          <a:stretch>
            <a:fillRect/>
          </a:stretch>
        </p:blipFill>
        <p:spPr>
          <a:xfrm>
            <a:off x="556592" y="2967825"/>
            <a:ext cx="5700572" cy="3096945"/>
          </a:xfrm>
          <a:prstGeom prst="rect">
            <a:avLst/>
          </a:prstGeom>
        </p:spPr>
      </p:pic>
      <p:pic>
        <p:nvPicPr>
          <p:cNvPr id="8" name="Picture 7">
            <a:extLst>
              <a:ext uri="{FF2B5EF4-FFF2-40B4-BE49-F238E27FC236}">
                <a16:creationId xmlns:a16="http://schemas.microsoft.com/office/drawing/2014/main" id="{53D2F28A-8E87-4D3F-97ED-8B2FF0D44479}"/>
              </a:ext>
            </a:extLst>
          </p:cNvPr>
          <p:cNvPicPr>
            <a:picLocks noChangeAspect="1"/>
          </p:cNvPicPr>
          <p:nvPr/>
        </p:nvPicPr>
        <p:blipFill>
          <a:blip r:embed="rId3"/>
          <a:stretch>
            <a:fillRect/>
          </a:stretch>
        </p:blipFill>
        <p:spPr>
          <a:xfrm>
            <a:off x="6320795" y="3178962"/>
            <a:ext cx="5752421" cy="2174018"/>
          </a:xfrm>
          <a:prstGeom prst="rect">
            <a:avLst/>
          </a:prstGeom>
        </p:spPr>
      </p:pic>
      <p:pic>
        <p:nvPicPr>
          <p:cNvPr id="9" name="Picture 8">
            <a:extLst>
              <a:ext uri="{FF2B5EF4-FFF2-40B4-BE49-F238E27FC236}">
                <a16:creationId xmlns:a16="http://schemas.microsoft.com/office/drawing/2014/main" id="{EECC0B85-831B-4F12-A49F-A1F9D82C6BC8}"/>
              </a:ext>
            </a:extLst>
          </p:cNvPr>
          <p:cNvPicPr>
            <a:picLocks noChangeAspect="1"/>
          </p:cNvPicPr>
          <p:nvPr/>
        </p:nvPicPr>
        <p:blipFill>
          <a:blip r:embed="rId4"/>
          <a:stretch>
            <a:fillRect/>
          </a:stretch>
        </p:blipFill>
        <p:spPr>
          <a:xfrm>
            <a:off x="6601050" y="5604772"/>
            <a:ext cx="5191913" cy="402745"/>
          </a:xfrm>
          <a:prstGeom prst="rect">
            <a:avLst/>
          </a:prstGeom>
        </p:spPr>
      </p:pic>
    </p:spTree>
    <p:extLst>
      <p:ext uri="{BB962C8B-B14F-4D97-AF65-F5344CB8AC3E}">
        <p14:creationId xmlns:p14="http://schemas.microsoft.com/office/powerpoint/2010/main" val="8562267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B787D-A297-DF1F-4825-FC3889EE16E3}"/>
              </a:ext>
            </a:extLst>
          </p:cNvPr>
          <p:cNvSpPr>
            <a:spLocks noGrp="1"/>
          </p:cNvSpPr>
          <p:nvPr>
            <p:ph type="title"/>
          </p:nvPr>
        </p:nvSpPr>
        <p:spPr>
          <a:xfrm>
            <a:off x="834887" y="217305"/>
            <a:ext cx="9204463" cy="549274"/>
          </a:xfrm>
        </p:spPr>
        <p:txBody>
          <a:bodyPr/>
          <a:lstStyle/>
          <a:p>
            <a:r>
              <a:rPr lang="en-US" dirty="0">
                <a:solidFill>
                  <a:srgbClr val="FF0000"/>
                </a:solidFill>
              </a:rPr>
              <a:t>SUMMARY</a:t>
            </a:r>
            <a:endParaRPr lang="vi-VN" dirty="0">
              <a:solidFill>
                <a:srgbClr val="FF0000"/>
              </a:solidFill>
            </a:endParaRPr>
          </a:p>
        </p:txBody>
      </p:sp>
      <p:sp>
        <p:nvSpPr>
          <p:cNvPr id="4" name="Content Placeholder 3">
            <a:extLst>
              <a:ext uri="{FF2B5EF4-FFF2-40B4-BE49-F238E27FC236}">
                <a16:creationId xmlns:a16="http://schemas.microsoft.com/office/drawing/2014/main" id="{C46E0FDF-6605-A786-B6B6-E7920844DBE0}"/>
              </a:ext>
            </a:extLst>
          </p:cNvPr>
          <p:cNvSpPr>
            <a:spLocks noGrp="1"/>
          </p:cNvSpPr>
          <p:nvPr>
            <p:ph idx="1"/>
          </p:nvPr>
        </p:nvSpPr>
        <p:spPr>
          <a:xfrm>
            <a:off x="1086677" y="1567993"/>
            <a:ext cx="10747513" cy="4970921"/>
          </a:xfrm>
        </p:spPr>
        <p:txBody>
          <a:bodyPr>
            <a:noAutofit/>
          </a:bodyPr>
          <a:lstStyle/>
          <a:p>
            <a:pPr marL="0" marR="0"/>
            <a:r>
              <a:rPr lang="en-US" dirty="0">
                <a:effectLst/>
                <a:latin typeface="Aptos (Body)"/>
                <a:ea typeface="Times New Roman" panose="02020603050405020304" pitchFamily="18" charset="0"/>
              </a:rPr>
              <a:t>AND-OR logic circuits produce output expressions in sum-of-products (SOP) form.</a:t>
            </a:r>
          </a:p>
          <a:p>
            <a:pPr marL="0" marR="0"/>
            <a:r>
              <a:rPr lang="en-US" dirty="0">
                <a:effectLst/>
                <a:latin typeface="Aptos (Body)"/>
                <a:ea typeface="Times New Roman" panose="02020603050405020304" pitchFamily="18" charset="0"/>
              </a:rPr>
              <a:t>AND-OR-Invert logic circuits produce complemented SOP form, which is actually a product-of-sums (POS) form.</a:t>
            </a:r>
          </a:p>
          <a:p>
            <a:pPr marL="0" marR="0"/>
            <a:r>
              <a:rPr lang="en-US" dirty="0">
                <a:effectLst/>
                <a:latin typeface="Aptos (Body)"/>
                <a:ea typeface="Times New Roman" panose="02020603050405020304" pitchFamily="18" charset="0"/>
              </a:rPr>
              <a:t>The exclusive-OR operation can be expressed in multiple equivalent ways.</a:t>
            </a:r>
          </a:p>
          <a:p>
            <a:pPr marL="0" marR="0"/>
            <a:r>
              <a:rPr lang="en-US" dirty="0">
                <a:effectLst/>
                <a:latin typeface="Aptos (Body)"/>
                <a:ea typeface="Times New Roman" panose="02020603050405020304" pitchFamily="18" charset="0"/>
              </a:rPr>
              <a:t>To analyze a logic circuit, start with the circuit and then develop the Boolean expression or truth table.</a:t>
            </a:r>
          </a:p>
          <a:p>
            <a:pPr marL="0" marR="0"/>
            <a:r>
              <a:rPr lang="en-US" dirty="0">
                <a:effectLst/>
                <a:latin typeface="Aptos (Body)"/>
                <a:ea typeface="Times New Roman" panose="02020603050405020304" pitchFamily="18" charset="0"/>
              </a:rPr>
              <a:t>NAND and NOR logic diagrams should use correct symbols to indicate bubbled and non-bubbled inputs and outputs.</a:t>
            </a:r>
          </a:p>
          <a:p>
            <a:pPr marL="0" marR="0"/>
            <a:r>
              <a:rPr lang="en-US" dirty="0">
                <a:effectLst/>
                <a:latin typeface="Aptos (Body)"/>
                <a:ea typeface="Times New Roman" panose="02020603050405020304" pitchFamily="18" charset="0"/>
              </a:rPr>
              <a:t>In VHDL, a component is a predefined logic function, and a signal acts as an internal connection between components in a structural description.</a:t>
            </a:r>
          </a:p>
          <a:p>
            <a:pPr marL="0" marR="0">
              <a:lnSpc>
                <a:spcPct val="107000"/>
              </a:lnSpc>
              <a:spcBef>
                <a:spcPts val="0"/>
              </a:spcBef>
              <a:spcAft>
                <a:spcPts val="800"/>
              </a:spcAft>
            </a:pPr>
            <a:endParaRPr lang="en-US" dirty="0">
              <a:effectLst/>
              <a:latin typeface="Aptos (Body)"/>
              <a:ea typeface="Calibri" panose="020F0502020204030204" pitchFamily="34" charset="0"/>
              <a:cs typeface="Times New Roman" panose="02020603050405020304" pitchFamily="18" charset="0"/>
            </a:endParaRPr>
          </a:p>
          <a:p>
            <a:pPr marL="0" marR="0" indent="0">
              <a:spcBef>
                <a:spcPts val="0"/>
              </a:spcBef>
              <a:buNone/>
            </a:pPr>
            <a:endParaRPr lang="en-US" dirty="0">
              <a:latin typeface="Aptos (Body)"/>
              <a:ea typeface="Times New Roman" panose="02020603050405020304" pitchFamily="18" charset="0"/>
              <a:cs typeface="Times New Roman" panose="02020603050405020304" pitchFamily="18" charset="0"/>
            </a:endParaRPr>
          </a:p>
          <a:p>
            <a:pPr marL="0" indent="0">
              <a:spcBef>
                <a:spcPts val="0"/>
              </a:spcBef>
              <a:buNone/>
            </a:pPr>
            <a:endParaRPr lang="en-US" dirty="0">
              <a:latin typeface="Aptos (Body)"/>
            </a:endParaRPr>
          </a:p>
          <a:p>
            <a:pPr marL="0" indent="0">
              <a:spcBef>
                <a:spcPts val="0"/>
              </a:spcBef>
              <a:buNone/>
            </a:pPr>
            <a:endParaRPr lang="en-US" dirty="0">
              <a:latin typeface="Aptos (Body)"/>
            </a:endParaRPr>
          </a:p>
        </p:txBody>
      </p:sp>
      <p:sp>
        <p:nvSpPr>
          <p:cNvPr id="5" name="TextBox 4">
            <a:extLst>
              <a:ext uri="{FF2B5EF4-FFF2-40B4-BE49-F238E27FC236}">
                <a16:creationId xmlns:a16="http://schemas.microsoft.com/office/drawing/2014/main" id="{AA3C51AB-85E1-47DC-B5CD-F6E107480075}"/>
              </a:ext>
            </a:extLst>
          </p:cNvPr>
          <p:cNvSpPr txBox="1"/>
          <p:nvPr/>
        </p:nvSpPr>
        <p:spPr>
          <a:xfrm>
            <a:off x="834887" y="956566"/>
            <a:ext cx="8584884" cy="523220"/>
          </a:xfrm>
          <a:prstGeom prst="rect">
            <a:avLst/>
          </a:prstGeom>
          <a:noFill/>
        </p:spPr>
        <p:txBody>
          <a:bodyPr wrap="square">
            <a:spAutoFit/>
          </a:bodyPr>
          <a:lstStyle/>
          <a:p>
            <a:r>
              <a:rPr lang="en-US" sz="2800" b="1" dirty="0">
                <a:solidFill>
                  <a:srgbClr val="0070C0"/>
                </a:solidFill>
                <a:latin typeface="Aptos (Body)"/>
                <a:cs typeface="Times New Roman" panose="02020603050405020304" pitchFamily="18" charset="0"/>
              </a:rPr>
              <a:t>Chapter 5: Combinational Logic Analysis </a:t>
            </a:r>
          </a:p>
        </p:txBody>
      </p:sp>
      <p:sp>
        <p:nvSpPr>
          <p:cNvPr id="3" name="Slide Number Placeholder 2">
            <a:extLst>
              <a:ext uri="{FF2B5EF4-FFF2-40B4-BE49-F238E27FC236}">
                <a16:creationId xmlns:a16="http://schemas.microsoft.com/office/drawing/2014/main" id="{B1CF23F5-C312-73D4-727D-A3CBBB3BBED5}"/>
              </a:ext>
            </a:extLst>
          </p:cNvPr>
          <p:cNvSpPr>
            <a:spLocks noGrp="1"/>
          </p:cNvSpPr>
          <p:nvPr>
            <p:ph type="sldNum" sz="quarter" idx="12"/>
          </p:nvPr>
        </p:nvSpPr>
        <p:spPr/>
        <p:txBody>
          <a:bodyPr/>
          <a:lstStyle/>
          <a:p>
            <a:fld id="{644A9409-5B7A-4A68-9AEC-D10994391474}" type="slidenum">
              <a:rPr lang="vi-VN" smtClean="0"/>
              <a:t>25</a:t>
            </a:fld>
            <a:endParaRPr lang="vi-VN"/>
          </a:p>
        </p:txBody>
      </p:sp>
    </p:spTree>
    <p:extLst>
      <p:ext uri="{BB962C8B-B14F-4D97-AF65-F5344CB8AC3E}">
        <p14:creationId xmlns:p14="http://schemas.microsoft.com/office/powerpoint/2010/main" val="18867195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9C23C-E04A-4EDE-A572-3C9C5AF03F80}"/>
              </a:ext>
            </a:extLst>
          </p:cNvPr>
          <p:cNvSpPr>
            <a:spLocks noGrp="1"/>
          </p:cNvSpPr>
          <p:nvPr>
            <p:ph type="title"/>
          </p:nvPr>
        </p:nvSpPr>
        <p:spPr/>
        <p:txBody>
          <a:bodyPr/>
          <a:lstStyle/>
          <a:p>
            <a:r>
              <a:rPr lang="en-US" dirty="0">
                <a:solidFill>
                  <a:srgbClr val="FF0000"/>
                </a:solidFill>
              </a:rPr>
              <a:t>MULTIPLE-CHOICE TEST AND PROBLEMS</a:t>
            </a:r>
          </a:p>
        </p:txBody>
      </p:sp>
      <p:sp>
        <p:nvSpPr>
          <p:cNvPr id="3" name="Content Placeholder 2">
            <a:extLst>
              <a:ext uri="{FF2B5EF4-FFF2-40B4-BE49-F238E27FC236}">
                <a16:creationId xmlns:a16="http://schemas.microsoft.com/office/drawing/2014/main" id="{23951463-7E92-4307-A413-682266047F68}"/>
              </a:ext>
            </a:extLst>
          </p:cNvPr>
          <p:cNvSpPr>
            <a:spLocks noGrp="1"/>
          </p:cNvSpPr>
          <p:nvPr>
            <p:ph idx="1"/>
          </p:nvPr>
        </p:nvSpPr>
        <p:spPr>
          <a:xfrm>
            <a:off x="1036982" y="2621884"/>
            <a:ext cx="10515600" cy="1976621"/>
          </a:xfrm>
        </p:spPr>
        <p:txBody>
          <a:bodyPr>
            <a:normAutofit/>
          </a:bodyPr>
          <a:lstStyle/>
          <a:p>
            <a:pPr marL="0" indent="0" algn="ctr">
              <a:buNone/>
            </a:pPr>
            <a:r>
              <a:rPr lang="en-US" sz="3600" dirty="0">
                <a:solidFill>
                  <a:srgbClr val="0070C0"/>
                </a:solidFill>
              </a:rPr>
              <a:t>Complete the true/false questions, multiple-choice questions, and end-of-chapter exercises in the primary textbook.</a:t>
            </a:r>
          </a:p>
        </p:txBody>
      </p:sp>
      <p:sp>
        <p:nvSpPr>
          <p:cNvPr id="4" name="Slide Number Placeholder 3">
            <a:extLst>
              <a:ext uri="{FF2B5EF4-FFF2-40B4-BE49-F238E27FC236}">
                <a16:creationId xmlns:a16="http://schemas.microsoft.com/office/drawing/2014/main" id="{D8CA8595-C7DB-4A6B-833E-76AEA3A08A6A}"/>
              </a:ext>
            </a:extLst>
          </p:cNvPr>
          <p:cNvSpPr>
            <a:spLocks noGrp="1"/>
          </p:cNvSpPr>
          <p:nvPr>
            <p:ph type="sldNum" sz="quarter" idx="12"/>
          </p:nvPr>
        </p:nvSpPr>
        <p:spPr/>
        <p:txBody>
          <a:bodyPr/>
          <a:lstStyle/>
          <a:p>
            <a:fld id="{644A9409-5B7A-4A68-9AEC-D10994391474}" type="slidenum">
              <a:rPr lang="vi-VN" smtClean="0"/>
              <a:t>26</a:t>
            </a:fld>
            <a:endParaRPr lang="vi-VN"/>
          </a:p>
        </p:txBody>
      </p:sp>
    </p:spTree>
    <p:extLst>
      <p:ext uri="{BB962C8B-B14F-4D97-AF65-F5344CB8AC3E}">
        <p14:creationId xmlns:p14="http://schemas.microsoft.com/office/powerpoint/2010/main" val="360472371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5126</TotalTime>
  <Words>1196</Words>
  <Application>Microsoft Office PowerPoint</Application>
  <PresentationFormat>Widescreen</PresentationFormat>
  <Paragraphs>98</Paragraphs>
  <Slides>26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Aptos</vt:lpstr>
      <vt:lpstr>Aptos (Body)</vt:lpstr>
      <vt:lpstr>Aptos Display</vt:lpstr>
      <vt:lpstr>Arial</vt:lpstr>
      <vt:lpstr>Helvetica-Bold</vt:lpstr>
      <vt:lpstr>Times New Roman</vt:lpstr>
      <vt:lpstr>Office Theme</vt:lpstr>
      <vt:lpstr>Chapter 5: Combinational Logic Analysis  </vt:lpstr>
      <vt:lpstr>Chapter Objectives</vt:lpstr>
      <vt:lpstr>Chapter Outline</vt:lpstr>
      <vt:lpstr>5.1. Basic Combinational Logic Circuits</vt:lpstr>
      <vt:lpstr>5.1. Basic Combinational Logic Circuits</vt:lpstr>
      <vt:lpstr>5.1. Basic Combinational Logic Circuits</vt:lpstr>
      <vt:lpstr>5.1. Basic Combinational Logic Circuits</vt:lpstr>
      <vt:lpstr>5.2. Implementing Combinational Logic</vt:lpstr>
      <vt:lpstr>5.2. Implementing Combinational Logic</vt:lpstr>
      <vt:lpstr>5.2. Implementing Combinational Logic</vt:lpstr>
      <vt:lpstr>5.3. The Universal Property of NAND and NOR Gates</vt:lpstr>
      <vt:lpstr>5.3. The Universal Property of NAND and NOR Gates</vt:lpstr>
      <vt:lpstr>5.4. Combinational Logic Using NAND and NOR Gates</vt:lpstr>
      <vt:lpstr>5.4. Combinational Logic Using NAND and NOR Gates</vt:lpstr>
      <vt:lpstr>5.4. Combinational Logic Using NAND and NOR Gates</vt:lpstr>
      <vt:lpstr>5.4. Combinational Logic Using NAND and NOR Gates</vt:lpstr>
      <vt:lpstr>5.4. Combinational Logic Using NAND and NOR Gates</vt:lpstr>
      <vt:lpstr>5.4. Combinational Logic Using NAND and NOR Gates</vt:lpstr>
      <vt:lpstr>5.5. Pulse Waveform Operation</vt:lpstr>
      <vt:lpstr>5.6. Implementing Combinational Logic with VHDL</vt:lpstr>
      <vt:lpstr>5.6. Implementing Combinational Logic with VHDL</vt:lpstr>
      <vt:lpstr>5.6. Implementing Combinational Logic with VHDL</vt:lpstr>
      <vt:lpstr>5.6. Implementing Combinational Logic with VHDL</vt:lpstr>
      <vt:lpstr>5.6. Implementing Combinational Logic with VHDL</vt:lpstr>
      <vt:lpstr>SUMMARY</vt:lpstr>
      <vt:lpstr>MULTIPLE-CHOICE TEST AND PROBLEMS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overview Chapter 1: Electrical fundamentals 1.1. Fundamentals units (SI) 1.2. Conductors, insulators, voltage and resistance 1.3. Ohm’s Law 1.4. Electric fields 1.5. Magnetic fields 1.6. Circuit diagrams 1.7. Practical investigation &amp; Problems</dc:title>
  <dc:creator>MaiCV2</dc:creator>
  <cp:keywords>ICI101</cp:keywords>
  <cp:lastModifiedBy>Đặng Văn Hiếu</cp:lastModifiedBy>
  <cp:revision>161</cp:revision>
  <dcterms:created xsi:type="dcterms:W3CDTF">2024-04-08T01:59:57Z</dcterms:created>
  <dcterms:modified xsi:type="dcterms:W3CDTF">2025-08-27T03:44:56Z</dcterms:modified>
</cp:coreProperties>
</file>