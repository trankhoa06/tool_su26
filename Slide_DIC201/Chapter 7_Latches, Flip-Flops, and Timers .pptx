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258" r:id="rId2"/>
    <p:sldId id="327" r:id="rId3"/>
    <p:sldId id="296" r:id="rId4"/>
    <p:sldId id="329" r:id="rId5"/>
    <p:sldId id="376" r:id="rId6"/>
    <p:sldId id="377" r:id="rId7"/>
    <p:sldId id="378" r:id="rId8"/>
    <p:sldId id="380" r:id="rId9"/>
    <p:sldId id="370" r:id="rId10"/>
    <p:sldId id="381" r:id="rId11"/>
    <p:sldId id="382" r:id="rId12"/>
    <p:sldId id="383" r:id="rId13"/>
    <p:sldId id="384" r:id="rId14"/>
    <p:sldId id="385" r:id="rId15"/>
    <p:sldId id="386" r:id="rId16"/>
    <p:sldId id="387" r:id="rId17"/>
    <p:sldId id="371" r:id="rId18"/>
    <p:sldId id="388" r:id="rId19"/>
    <p:sldId id="389" r:id="rId20"/>
    <p:sldId id="390" r:id="rId21"/>
    <p:sldId id="391" r:id="rId22"/>
    <p:sldId id="372" r:id="rId23"/>
    <p:sldId id="392" r:id="rId24"/>
    <p:sldId id="394" r:id="rId25"/>
    <p:sldId id="393" r:id="rId26"/>
    <p:sldId id="373" r:id="rId27"/>
    <p:sldId id="395" r:id="rId28"/>
    <p:sldId id="396" r:id="rId29"/>
    <p:sldId id="397" r:id="rId30"/>
    <p:sldId id="398" r:id="rId31"/>
    <p:sldId id="399" r:id="rId32"/>
    <p:sldId id="400" r:id="rId33"/>
    <p:sldId id="402" r:id="rId34"/>
    <p:sldId id="403" r:id="rId35"/>
    <p:sldId id="401" r:id="rId36"/>
    <p:sldId id="374" r:id="rId37"/>
    <p:sldId id="404" r:id="rId38"/>
    <p:sldId id="405" r:id="rId39"/>
    <p:sldId id="368" r:id="rId40"/>
    <p:sldId id="367"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112020-9413-486F-BA5D-75CDAEC9B132}" v="33" dt="2024-04-17T15:14:20.5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015" autoAdjust="0"/>
    <p:restoredTop sz="94249" autoAdjust="0"/>
  </p:normalViewPr>
  <p:slideViewPr>
    <p:cSldViewPr snapToGrid="0">
      <p:cViewPr varScale="1">
        <p:scale>
          <a:sx n="72" d="100"/>
          <a:sy n="72" d="100"/>
        </p:scale>
        <p:origin x="330" y="6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55" d="100"/>
          <a:sy n="55" d="100"/>
        </p:scale>
        <p:origin x="2880"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i Cao Van" userId="f7949ac2-728d-41dd-ad7e-3544eb396517" providerId="ADAL" clId="{9A112020-9413-486F-BA5D-75CDAEC9B132}"/>
    <pc:docChg chg="undo custSel addSld delSld modSld">
      <pc:chgData name="Mai Cao Van" userId="f7949ac2-728d-41dd-ad7e-3544eb396517" providerId="ADAL" clId="{9A112020-9413-486F-BA5D-75CDAEC9B132}" dt="2024-04-17T15:14:29.613" v="118" actId="14100"/>
      <pc:docMkLst>
        <pc:docMk/>
      </pc:docMkLst>
      <pc:sldChg chg="del">
        <pc:chgData name="Mai Cao Van" userId="f7949ac2-728d-41dd-ad7e-3544eb396517" providerId="ADAL" clId="{9A112020-9413-486F-BA5D-75CDAEC9B132}" dt="2024-04-17T14:19:53.332" v="0" actId="47"/>
        <pc:sldMkLst>
          <pc:docMk/>
          <pc:sldMk cId="2414208525" sldId="256"/>
        </pc:sldMkLst>
      </pc:sldChg>
      <pc:sldChg chg="del">
        <pc:chgData name="Mai Cao Van" userId="f7949ac2-728d-41dd-ad7e-3544eb396517" providerId="ADAL" clId="{9A112020-9413-486F-BA5D-75CDAEC9B132}" dt="2024-04-17T14:19:53.332" v="0" actId="47"/>
        <pc:sldMkLst>
          <pc:docMk/>
          <pc:sldMk cId="3626776459" sldId="257"/>
        </pc:sldMkLst>
      </pc:sldChg>
      <pc:sldChg chg="modSp mod modClrScheme chgLayout">
        <pc:chgData name="Mai Cao Van" userId="f7949ac2-728d-41dd-ad7e-3544eb396517" providerId="ADAL" clId="{9A112020-9413-486F-BA5D-75CDAEC9B132}" dt="2024-04-17T14:20:18.691" v="9" actId="207"/>
        <pc:sldMkLst>
          <pc:docMk/>
          <pc:sldMk cId="3190321118" sldId="258"/>
        </pc:sldMkLst>
        <pc:spChg chg="mod ord">
          <ac:chgData name="Mai Cao Van" userId="f7949ac2-728d-41dd-ad7e-3544eb396517" providerId="ADAL" clId="{9A112020-9413-486F-BA5D-75CDAEC9B132}" dt="2024-04-17T14:20:18.691" v="9" actId="207"/>
          <ac:spMkLst>
            <pc:docMk/>
            <pc:sldMk cId="3190321118" sldId="258"/>
            <ac:spMk id="2" creationId="{07CF3735-88FE-51EE-7EA1-A930D1D9D4F9}"/>
          </ac:spMkLst>
        </pc:spChg>
        <pc:spChg chg="mod ord">
          <ac:chgData name="Mai Cao Van" userId="f7949ac2-728d-41dd-ad7e-3544eb396517" providerId="ADAL" clId="{9A112020-9413-486F-BA5D-75CDAEC9B132}" dt="2024-04-17T14:20:02.053" v="5" actId="120"/>
          <ac:spMkLst>
            <pc:docMk/>
            <pc:sldMk cId="3190321118" sldId="258"/>
            <ac:spMk id="9" creationId="{F0932675-FEE9-806C-4C5C-4E45D1CBCBF5}"/>
          </ac:spMkLst>
        </pc:spChg>
      </pc:sldChg>
      <pc:sldChg chg="del">
        <pc:chgData name="Mai Cao Van" userId="f7949ac2-728d-41dd-ad7e-3544eb396517" providerId="ADAL" clId="{9A112020-9413-486F-BA5D-75CDAEC9B132}" dt="2024-04-17T14:20:32.404" v="10" actId="47"/>
        <pc:sldMkLst>
          <pc:docMk/>
          <pc:sldMk cId="671320278" sldId="259"/>
        </pc:sldMkLst>
      </pc:sldChg>
      <pc:sldChg chg="del">
        <pc:chgData name="Mai Cao Van" userId="f7949ac2-728d-41dd-ad7e-3544eb396517" providerId="ADAL" clId="{9A112020-9413-486F-BA5D-75CDAEC9B132}" dt="2024-04-17T14:20:32.404" v="10" actId="47"/>
        <pc:sldMkLst>
          <pc:docMk/>
          <pc:sldMk cId="997350594" sldId="260"/>
        </pc:sldMkLst>
      </pc:sldChg>
      <pc:sldChg chg="del">
        <pc:chgData name="Mai Cao Van" userId="f7949ac2-728d-41dd-ad7e-3544eb396517" providerId="ADAL" clId="{9A112020-9413-486F-BA5D-75CDAEC9B132}" dt="2024-04-17T14:20:32.404" v="10" actId="47"/>
        <pc:sldMkLst>
          <pc:docMk/>
          <pc:sldMk cId="2206777267" sldId="261"/>
        </pc:sldMkLst>
      </pc:sldChg>
      <pc:sldChg chg="del">
        <pc:chgData name="Mai Cao Van" userId="f7949ac2-728d-41dd-ad7e-3544eb396517" providerId="ADAL" clId="{9A112020-9413-486F-BA5D-75CDAEC9B132}" dt="2024-04-17T14:20:32.404" v="10" actId="47"/>
        <pc:sldMkLst>
          <pc:docMk/>
          <pc:sldMk cId="275489809" sldId="262"/>
        </pc:sldMkLst>
      </pc:sldChg>
      <pc:sldChg chg="del">
        <pc:chgData name="Mai Cao Van" userId="f7949ac2-728d-41dd-ad7e-3544eb396517" providerId="ADAL" clId="{9A112020-9413-486F-BA5D-75CDAEC9B132}" dt="2024-04-17T14:20:32.404" v="10" actId="47"/>
        <pc:sldMkLst>
          <pc:docMk/>
          <pc:sldMk cId="1491464535" sldId="263"/>
        </pc:sldMkLst>
      </pc:sldChg>
      <pc:sldChg chg="del">
        <pc:chgData name="Mai Cao Van" userId="f7949ac2-728d-41dd-ad7e-3544eb396517" providerId="ADAL" clId="{9A112020-9413-486F-BA5D-75CDAEC9B132}" dt="2024-04-17T14:20:32.404" v="10" actId="47"/>
        <pc:sldMkLst>
          <pc:docMk/>
          <pc:sldMk cId="1936108424" sldId="264"/>
        </pc:sldMkLst>
      </pc:sldChg>
      <pc:sldChg chg="del">
        <pc:chgData name="Mai Cao Van" userId="f7949ac2-728d-41dd-ad7e-3544eb396517" providerId="ADAL" clId="{9A112020-9413-486F-BA5D-75CDAEC9B132}" dt="2024-04-17T14:20:32.404" v="10" actId="47"/>
        <pc:sldMkLst>
          <pc:docMk/>
          <pc:sldMk cId="2553395001" sldId="265"/>
        </pc:sldMkLst>
      </pc:sldChg>
      <pc:sldChg chg="del">
        <pc:chgData name="Mai Cao Van" userId="f7949ac2-728d-41dd-ad7e-3544eb396517" providerId="ADAL" clId="{9A112020-9413-486F-BA5D-75CDAEC9B132}" dt="2024-04-17T14:20:32.404" v="10" actId="47"/>
        <pc:sldMkLst>
          <pc:docMk/>
          <pc:sldMk cId="1089765472" sldId="266"/>
        </pc:sldMkLst>
      </pc:sldChg>
      <pc:sldChg chg="del">
        <pc:chgData name="Mai Cao Van" userId="f7949ac2-728d-41dd-ad7e-3544eb396517" providerId="ADAL" clId="{9A112020-9413-486F-BA5D-75CDAEC9B132}" dt="2024-04-17T14:20:32.404" v="10" actId="47"/>
        <pc:sldMkLst>
          <pc:docMk/>
          <pc:sldMk cId="2160731846" sldId="267"/>
        </pc:sldMkLst>
      </pc:sldChg>
      <pc:sldChg chg="del">
        <pc:chgData name="Mai Cao Van" userId="f7949ac2-728d-41dd-ad7e-3544eb396517" providerId="ADAL" clId="{9A112020-9413-486F-BA5D-75CDAEC9B132}" dt="2024-04-17T14:20:32.404" v="10" actId="47"/>
        <pc:sldMkLst>
          <pc:docMk/>
          <pc:sldMk cId="2336286143" sldId="268"/>
        </pc:sldMkLst>
      </pc:sldChg>
      <pc:sldChg chg="del">
        <pc:chgData name="Mai Cao Van" userId="f7949ac2-728d-41dd-ad7e-3544eb396517" providerId="ADAL" clId="{9A112020-9413-486F-BA5D-75CDAEC9B132}" dt="2024-04-17T14:20:32.404" v="10" actId="47"/>
        <pc:sldMkLst>
          <pc:docMk/>
          <pc:sldMk cId="1031732853" sldId="269"/>
        </pc:sldMkLst>
      </pc:sldChg>
      <pc:sldChg chg="del">
        <pc:chgData name="Mai Cao Van" userId="f7949ac2-728d-41dd-ad7e-3544eb396517" providerId="ADAL" clId="{9A112020-9413-486F-BA5D-75CDAEC9B132}" dt="2024-04-17T14:19:53.332" v="0" actId="47"/>
        <pc:sldMkLst>
          <pc:docMk/>
          <pc:sldMk cId="2643067150" sldId="271"/>
        </pc:sldMkLst>
      </pc:sldChg>
      <pc:sldChg chg="del">
        <pc:chgData name="Mai Cao Van" userId="f7949ac2-728d-41dd-ad7e-3544eb396517" providerId="ADAL" clId="{9A112020-9413-486F-BA5D-75CDAEC9B132}" dt="2024-04-17T14:19:53.332" v="0" actId="47"/>
        <pc:sldMkLst>
          <pc:docMk/>
          <pc:sldMk cId="100890814" sldId="272"/>
        </pc:sldMkLst>
      </pc:sldChg>
      <pc:sldChg chg="del">
        <pc:chgData name="Mai Cao Van" userId="f7949ac2-728d-41dd-ad7e-3544eb396517" providerId="ADAL" clId="{9A112020-9413-486F-BA5D-75CDAEC9B132}" dt="2024-04-17T14:19:53.332" v="0" actId="47"/>
        <pc:sldMkLst>
          <pc:docMk/>
          <pc:sldMk cId="3352985877" sldId="273"/>
        </pc:sldMkLst>
      </pc:sldChg>
      <pc:sldChg chg="del">
        <pc:chgData name="Mai Cao Van" userId="f7949ac2-728d-41dd-ad7e-3544eb396517" providerId="ADAL" clId="{9A112020-9413-486F-BA5D-75CDAEC9B132}" dt="2024-04-17T14:19:53.332" v="0" actId="47"/>
        <pc:sldMkLst>
          <pc:docMk/>
          <pc:sldMk cId="3218896443" sldId="274"/>
        </pc:sldMkLst>
      </pc:sldChg>
      <pc:sldChg chg="del">
        <pc:chgData name="Mai Cao Van" userId="f7949ac2-728d-41dd-ad7e-3544eb396517" providerId="ADAL" clId="{9A112020-9413-486F-BA5D-75CDAEC9B132}" dt="2024-04-17T14:19:53.332" v="0" actId="47"/>
        <pc:sldMkLst>
          <pc:docMk/>
          <pc:sldMk cId="531915942" sldId="275"/>
        </pc:sldMkLst>
      </pc:sldChg>
      <pc:sldChg chg="del">
        <pc:chgData name="Mai Cao Van" userId="f7949ac2-728d-41dd-ad7e-3544eb396517" providerId="ADAL" clId="{9A112020-9413-486F-BA5D-75CDAEC9B132}" dt="2024-04-17T14:19:53.332" v="0" actId="47"/>
        <pc:sldMkLst>
          <pc:docMk/>
          <pc:sldMk cId="2952181570" sldId="276"/>
        </pc:sldMkLst>
      </pc:sldChg>
      <pc:sldChg chg="del">
        <pc:chgData name="Mai Cao Van" userId="f7949ac2-728d-41dd-ad7e-3544eb396517" providerId="ADAL" clId="{9A112020-9413-486F-BA5D-75CDAEC9B132}" dt="2024-04-17T14:19:53.332" v="0" actId="47"/>
        <pc:sldMkLst>
          <pc:docMk/>
          <pc:sldMk cId="579499132" sldId="277"/>
        </pc:sldMkLst>
      </pc:sldChg>
      <pc:sldChg chg="del">
        <pc:chgData name="Mai Cao Van" userId="f7949ac2-728d-41dd-ad7e-3544eb396517" providerId="ADAL" clId="{9A112020-9413-486F-BA5D-75CDAEC9B132}" dt="2024-04-17T14:19:53.332" v="0" actId="47"/>
        <pc:sldMkLst>
          <pc:docMk/>
          <pc:sldMk cId="3058281605" sldId="278"/>
        </pc:sldMkLst>
      </pc:sldChg>
      <pc:sldChg chg="del">
        <pc:chgData name="Mai Cao Van" userId="f7949ac2-728d-41dd-ad7e-3544eb396517" providerId="ADAL" clId="{9A112020-9413-486F-BA5D-75CDAEC9B132}" dt="2024-04-17T14:19:53.332" v="0" actId="47"/>
        <pc:sldMkLst>
          <pc:docMk/>
          <pc:sldMk cId="3443217586" sldId="279"/>
        </pc:sldMkLst>
      </pc:sldChg>
      <pc:sldChg chg="del">
        <pc:chgData name="Mai Cao Van" userId="f7949ac2-728d-41dd-ad7e-3544eb396517" providerId="ADAL" clId="{9A112020-9413-486F-BA5D-75CDAEC9B132}" dt="2024-04-17T14:19:53.332" v="0" actId="47"/>
        <pc:sldMkLst>
          <pc:docMk/>
          <pc:sldMk cId="101532945" sldId="280"/>
        </pc:sldMkLst>
      </pc:sldChg>
      <pc:sldChg chg="del">
        <pc:chgData name="Mai Cao Van" userId="f7949ac2-728d-41dd-ad7e-3544eb396517" providerId="ADAL" clId="{9A112020-9413-486F-BA5D-75CDAEC9B132}" dt="2024-04-17T14:19:53.332" v="0" actId="47"/>
        <pc:sldMkLst>
          <pc:docMk/>
          <pc:sldMk cId="1617769310" sldId="281"/>
        </pc:sldMkLst>
      </pc:sldChg>
      <pc:sldChg chg="del">
        <pc:chgData name="Mai Cao Van" userId="f7949ac2-728d-41dd-ad7e-3544eb396517" providerId="ADAL" clId="{9A112020-9413-486F-BA5D-75CDAEC9B132}" dt="2024-04-17T14:19:53.332" v="0" actId="47"/>
        <pc:sldMkLst>
          <pc:docMk/>
          <pc:sldMk cId="880446481" sldId="282"/>
        </pc:sldMkLst>
      </pc:sldChg>
      <pc:sldChg chg="del">
        <pc:chgData name="Mai Cao Van" userId="f7949ac2-728d-41dd-ad7e-3544eb396517" providerId="ADAL" clId="{9A112020-9413-486F-BA5D-75CDAEC9B132}" dt="2024-04-17T14:19:53.332" v="0" actId="47"/>
        <pc:sldMkLst>
          <pc:docMk/>
          <pc:sldMk cId="3670850264" sldId="283"/>
        </pc:sldMkLst>
      </pc:sldChg>
      <pc:sldChg chg="del">
        <pc:chgData name="Mai Cao Van" userId="f7949ac2-728d-41dd-ad7e-3544eb396517" providerId="ADAL" clId="{9A112020-9413-486F-BA5D-75CDAEC9B132}" dt="2024-04-17T14:19:53.332" v="0" actId="47"/>
        <pc:sldMkLst>
          <pc:docMk/>
          <pc:sldMk cId="3727363365" sldId="284"/>
        </pc:sldMkLst>
      </pc:sldChg>
      <pc:sldChg chg="del">
        <pc:chgData name="Mai Cao Van" userId="f7949ac2-728d-41dd-ad7e-3544eb396517" providerId="ADAL" clId="{9A112020-9413-486F-BA5D-75CDAEC9B132}" dt="2024-04-17T14:19:53.332" v="0" actId="47"/>
        <pc:sldMkLst>
          <pc:docMk/>
          <pc:sldMk cId="2346282213" sldId="285"/>
        </pc:sldMkLst>
      </pc:sldChg>
      <pc:sldChg chg="del">
        <pc:chgData name="Mai Cao Van" userId="f7949ac2-728d-41dd-ad7e-3544eb396517" providerId="ADAL" clId="{9A112020-9413-486F-BA5D-75CDAEC9B132}" dt="2024-04-17T14:19:53.332" v="0" actId="47"/>
        <pc:sldMkLst>
          <pc:docMk/>
          <pc:sldMk cId="1909053363" sldId="286"/>
        </pc:sldMkLst>
      </pc:sldChg>
      <pc:sldChg chg="del">
        <pc:chgData name="Mai Cao Van" userId="f7949ac2-728d-41dd-ad7e-3544eb396517" providerId="ADAL" clId="{9A112020-9413-486F-BA5D-75CDAEC9B132}" dt="2024-04-17T14:20:32.404" v="10" actId="47"/>
        <pc:sldMkLst>
          <pc:docMk/>
          <pc:sldMk cId="1194563085" sldId="287"/>
        </pc:sldMkLst>
      </pc:sldChg>
      <pc:sldChg chg="del">
        <pc:chgData name="Mai Cao Van" userId="f7949ac2-728d-41dd-ad7e-3544eb396517" providerId="ADAL" clId="{9A112020-9413-486F-BA5D-75CDAEC9B132}" dt="2024-04-17T14:19:53.332" v="0" actId="47"/>
        <pc:sldMkLst>
          <pc:docMk/>
          <pc:sldMk cId="2926019977" sldId="288"/>
        </pc:sldMkLst>
      </pc:sldChg>
      <pc:sldChg chg="del">
        <pc:chgData name="Mai Cao Van" userId="f7949ac2-728d-41dd-ad7e-3544eb396517" providerId="ADAL" clId="{9A112020-9413-486F-BA5D-75CDAEC9B132}" dt="2024-04-17T14:19:53.332" v="0" actId="47"/>
        <pc:sldMkLst>
          <pc:docMk/>
          <pc:sldMk cId="477283182" sldId="289"/>
        </pc:sldMkLst>
      </pc:sldChg>
      <pc:sldChg chg="del">
        <pc:chgData name="Mai Cao Van" userId="f7949ac2-728d-41dd-ad7e-3544eb396517" providerId="ADAL" clId="{9A112020-9413-486F-BA5D-75CDAEC9B132}" dt="2024-04-17T14:19:53.332" v="0" actId="47"/>
        <pc:sldMkLst>
          <pc:docMk/>
          <pc:sldMk cId="152004715" sldId="290"/>
        </pc:sldMkLst>
      </pc:sldChg>
      <pc:sldChg chg="del">
        <pc:chgData name="Mai Cao Van" userId="f7949ac2-728d-41dd-ad7e-3544eb396517" providerId="ADAL" clId="{9A112020-9413-486F-BA5D-75CDAEC9B132}" dt="2024-04-17T14:19:53.332" v="0" actId="47"/>
        <pc:sldMkLst>
          <pc:docMk/>
          <pc:sldMk cId="1932815543" sldId="291"/>
        </pc:sldMkLst>
      </pc:sldChg>
      <pc:sldChg chg="del">
        <pc:chgData name="Mai Cao Van" userId="f7949ac2-728d-41dd-ad7e-3544eb396517" providerId="ADAL" clId="{9A112020-9413-486F-BA5D-75CDAEC9B132}" dt="2024-04-17T14:19:53.332" v="0" actId="47"/>
        <pc:sldMkLst>
          <pc:docMk/>
          <pc:sldMk cId="1532717068" sldId="292"/>
        </pc:sldMkLst>
      </pc:sldChg>
      <pc:sldChg chg="del">
        <pc:chgData name="Mai Cao Van" userId="f7949ac2-728d-41dd-ad7e-3544eb396517" providerId="ADAL" clId="{9A112020-9413-486F-BA5D-75CDAEC9B132}" dt="2024-04-17T14:19:53.332" v="0" actId="47"/>
        <pc:sldMkLst>
          <pc:docMk/>
          <pc:sldMk cId="2474586941" sldId="293"/>
        </pc:sldMkLst>
      </pc:sldChg>
      <pc:sldChg chg="del">
        <pc:chgData name="Mai Cao Van" userId="f7949ac2-728d-41dd-ad7e-3544eb396517" providerId="ADAL" clId="{9A112020-9413-486F-BA5D-75CDAEC9B132}" dt="2024-04-17T14:19:53.332" v="0" actId="47"/>
        <pc:sldMkLst>
          <pc:docMk/>
          <pc:sldMk cId="986597189" sldId="294"/>
        </pc:sldMkLst>
      </pc:sldChg>
      <pc:sldChg chg="del">
        <pc:chgData name="Mai Cao Van" userId="f7949ac2-728d-41dd-ad7e-3544eb396517" providerId="ADAL" clId="{9A112020-9413-486F-BA5D-75CDAEC9B132}" dt="2024-04-17T14:19:53.332" v="0" actId="47"/>
        <pc:sldMkLst>
          <pc:docMk/>
          <pc:sldMk cId="4170217672" sldId="295"/>
        </pc:sldMkLst>
      </pc:sldChg>
      <pc:sldChg chg="addSp delSp modSp mod chgLayout">
        <pc:chgData name="Mai Cao Van" userId="f7949ac2-728d-41dd-ad7e-3544eb396517" providerId="ADAL" clId="{9A112020-9413-486F-BA5D-75CDAEC9B132}" dt="2024-04-17T15:07:47.436" v="76" actId="113"/>
        <pc:sldMkLst>
          <pc:docMk/>
          <pc:sldMk cId="1501905343" sldId="296"/>
        </pc:sldMkLst>
        <pc:spChg chg="mod ord">
          <ac:chgData name="Mai Cao Van" userId="f7949ac2-728d-41dd-ad7e-3544eb396517" providerId="ADAL" clId="{9A112020-9413-486F-BA5D-75CDAEC9B132}" dt="2024-04-17T15:02:08.447" v="30" actId="6264"/>
          <ac:spMkLst>
            <pc:docMk/>
            <pc:sldMk cId="1501905343" sldId="296"/>
            <ac:spMk id="2" creationId="{8C430AE8-0EBE-B0C5-28F2-79A2A6992611}"/>
          </ac:spMkLst>
        </pc:spChg>
        <pc:spChg chg="mod ord">
          <ac:chgData name="Mai Cao Van" userId="f7949ac2-728d-41dd-ad7e-3544eb396517" providerId="ADAL" clId="{9A112020-9413-486F-BA5D-75CDAEC9B132}" dt="2024-04-17T15:03:37.451" v="47" actId="123"/>
          <ac:spMkLst>
            <pc:docMk/>
            <pc:sldMk cId="1501905343" sldId="296"/>
            <ac:spMk id="4" creationId="{BE7F8D9A-9F36-3F42-5DDB-B214C4EAC8A6}"/>
          </ac:spMkLst>
        </pc:spChg>
        <pc:spChg chg="add del mod">
          <ac:chgData name="Mai Cao Van" userId="f7949ac2-728d-41dd-ad7e-3544eb396517" providerId="ADAL" clId="{9A112020-9413-486F-BA5D-75CDAEC9B132}" dt="2024-04-17T14:58:01.765" v="16" actId="6264"/>
          <ac:spMkLst>
            <pc:docMk/>
            <pc:sldMk cId="1501905343" sldId="296"/>
            <ac:spMk id="6" creationId="{4E16FE9D-6910-3544-261B-84B87D8CEB42}"/>
          </ac:spMkLst>
        </pc:spChg>
        <pc:spChg chg="add del mod">
          <ac:chgData name="Mai Cao Van" userId="f7949ac2-728d-41dd-ad7e-3544eb396517" providerId="ADAL" clId="{9A112020-9413-486F-BA5D-75CDAEC9B132}" dt="2024-04-17T14:58:01.765" v="16" actId="6264"/>
          <ac:spMkLst>
            <pc:docMk/>
            <pc:sldMk cId="1501905343" sldId="296"/>
            <ac:spMk id="7" creationId="{7F0A6817-88FB-7DF1-0253-7A09FF946583}"/>
          </ac:spMkLst>
        </pc:spChg>
        <pc:spChg chg="add del mod">
          <ac:chgData name="Mai Cao Van" userId="f7949ac2-728d-41dd-ad7e-3544eb396517" providerId="ADAL" clId="{9A112020-9413-486F-BA5D-75CDAEC9B132}" dt="2024-04-17T15:02:08.447" v="30" actId="6264"/>
          <ac:spMkLst>
            <pc:docMk/>
            <pc:sldMk cId="1501905343" sldId="296"/>
            <ac:spMk id="8" creationId="{4C016DF6-0FEB-F18C-BF4A-135819304B30}"/>
          </ac:spMkLst>
        </pc:spChg>
        <pc:spChg chg="add del mod">
          <ac:chgData name="Mai Cao Van" userId="f7949ac2-728d-41dd-ad7e-3544eb396517" providerId="ADAL" clId="{9A112020-9413-486F-BA5D-75CDAEC9B132}" dt="2024-04-17T15:02:08.447" v="30" actId="6264"/>
          <ac:spMkLst>
            <pc:docMk/>
            <pc:sldMk cId="1501905343" sldId="296"/>
            <ac:spMk id="9" creationId="{F07948B4-DBBE-2601-1A16-1F3D99DFC0B4}"/>
          </ac:spMkLst>
        </pc:spChg>
        <pc:spChg chg="add mod">
          <ac:chgData name="Mai Cao Van" userId="f7949ac2-728d-41dd-ad7e-3544eb396517" providerId="ADAL" clId="{9A112020-9413-486F-BA5D-75CDAEC9B132}" dt="2024-04-17T15:07:47.436" v="76" actId="113"/>
          <ac:spMkLst>
            <pc:docMk/>
            <pc:sldMk cId="1501905343" sldId="296"/>
            <ac:spMk id="13" creationId="{C0DE56BB-D25E-8028-4B39-613B82E2F666}"/>
          </ac:spMkLst>
        </pc:spChg>
        <pc:picChg chg="add del mod">
          <ac:chgData name="Mai Cao Van" userId="f7949ac2-728d-41dd-ad7e-3544eb396517" providerId="ADAL" clId="{9A112020-9413-486F-BA5D-75CDAEC9B132}" dt="2024-04-17T14:58:25.778" v="17" actId="478"/>
          <ac:picMkLst>
            <pc:docMk/>
            <pc:sldMk cId="1501905343" sldId="296"/>
            <ac:picMk id="5" creationId="{DAFB7174-EBC2-F8A4-63D1-02D5BDF15D48}"/>
          </ac:picMkLst>
        </pc:picChg>
        <pc:picChg chg="add mod">
          <ac:chgData name="Mai Cao Van" userId="f7949ac2-728d-41dd-ad7e-3544eb396517" providerId="ADAL" clId="{9A112020-9413-486F-BA5D-75CDAEC9B132}" dt="2024-04-17T15:03:32.009" v="46" actId="1035"/>
          <ac:picMkLst>
            <pc:docMk/>
            <pc:sldMk cId="1501905343" sldId="296"/>
            <ac:picMk id="11" creationId="{3060298A-DE97-347C-64A7-3756612B109F}"/>
          </ac:picMkLst>
        </pc:picChg>
      </pc:sldChg>
      <pc:sldChg chg="addSp delSp modSp add mod chgLayout">
        <pc:chgData name="Mai Cao Van" userId="f7949ac2-728d-41dd-ad7e-3544eb396517" providerId="ADAL" clId="{9A112020-9413-486F-BA5D-75CDAEC9B132}" dt="2024-04-17T15:07:40.195" v="75" actId="113"/>
        <pc:sldMkLst>
          <pc:docMk/>
          <pc:sldMk cId="2933662193" sldId="301"/>
        </pc:sldMkLst>
        <pc:spChg chg="mod ord">
          <ac:chgData name="Mai Cao Van" userId="f7949ac2-728d-41dd-ad7e-3544eb396517" providerId="ADAL" clId="{9A112020-9413-486F-BA5D-75CDAEC9B132}" dt="2024-04-17T15:05:44.895" v="59" actId="6264"/>
          <ac:spMkLst>
            <pc:docMk/>
            <pc:sldMk cId="2933662193" sldId="301"/>
            <ac:spMk id="2" creationId="{8C430AE8-0EBE-B0C5-28F2-79A2A6992611}"/>
          </ac:spMkLst>
        </pc:spChg>
        <pc:spChg chg="add del mod">
          <ac:chgData name="Mai Cao Van" userId="f7949ac2-728d-41dd-ad7e-3544eb396517" providerId="ADAL" clId="{9A112020-9413-486F-BA5D-75CDAEC9B132}" dt="2024-04-17T15:05:44.895" v="59" actId="6264"/>
          <ac:spMkLst>
            <pc:docMk/>
            <pc:sldMk cId="2933662193" sldId="301"/>
            <ac:spMk id="3" creationId="{70A34787-31ED-7DDC-549A-161AF8900A2B}"/>
          </ac:spMkLst>
        </pc:spChg>
        <pc:spChg chg="mod ord">
          <ac:chgData name="Mai Cao Van" userId="f7949ac2-728d-41dd-ad7e-3544eb396517" providerId="ADAL" clId="{9A112020-9413-486F-BA5D-75CDAEC9B132}" dt="2024-04-17T15:06:11.303" v="68" actId="27636"/>
          <ac:spMkLst>
            <pc:docMk/>
            <pc:sldMk cId="2933662193" sldId="301"/>
            <ac:spMk id="4" creationId="{BE7F8D9A-9F36-3F42-5DDB-B214C4EAC8A6}"/>
          </ac:spMkLst>
        </pc:spChg>
        <pc:spChg chg="add del mod">
          <ac:chgData name="Mai Cao Van" userId="f7949ac2-728d-41dd-ad7e-3544eb396517" providerId="ADAL" clId="{9A112020-9413-486F-BA5D-75CDAEC9B132}" dt="2024-04-17T15:05:44.895" v="59" actId="6264"/>
          <ac:spMkLst>
            <pc:docMk/>
            <pc:sldMk cId="2933662193" sldId="301"/>
            <ac:spMk id="5" creationId="{2AB4403E-1207-5BEB-0BA0-55A57680AB16}"/>
          </ac:spMkLst>
        </pc:spChg>
        <pc:spChg chg="mod">
          <ac:chgData name="Mai Cao Van" userId="f7949ac2-728d-41dd-ad7e-3544eb396517" providerId="ADAL" clId="{9A112020-9413-486F-BA5D-75CDAEC9B132}" dt="2024-04-17T15:07:40.195" v="75" actId="113"/>
          <ac:spMkLst>
            <pc:docMk/>
            <pc:sldMk cId="2933662193" sldId="301"/>
            <ac:spMk id="13" creationId="{C0DE56BB-D25E-8028-4B39-613B82E2F666}"/>
          </ac:spMkLst>
        </pc:spChg>
        <pc:picChg chg="add mod">
          <ac:chgData name="Mai Cao Van" userId="f7949ac2-728d-41dd-ad7e-3544eb396517" providerId="ADAL" clId="{9A112020-9413-486F-BA5D-75CDAEC9B132}" dt="2024-04-17T15:07:11.801" v="72" actId="14100"/>
          <ac:picMkLst>
            <pc:docMk/>
            <pc:sldMk cId="2933662193" sldId="301"/>
            <ac:picMk id="7" creationId="{BACB1871-71F6-5AFF-51A8-84E978A82971}"/>
          </ac:picMkLst>
        </pc:picChg>
        <pc:picChg chg="del">
          <ac:chgData name="Mai Cao Van" userId="f7949ac2-728d-41dd-ad7e-3544eb396517" providerId="ADAL" clId="{9A112020-9413-486F-BA5D-75CDAEC9B132}" dt="2024-04-17T15:05:56.729" v="63" actId="478"/>
          <ac:picMkLst>
            <pc:docMk/>
            <pc:sldMk cId="2933662193" sldId="301"/>
            <ac:picMk id="11" creationId="{3060298A-DE97-347C-64A7-3756612B109F}"/>
          </ac:picMkLst>
        </pc:picChg>
      </pc:sldChg>
      <pc:sldChg chg="del">
        <pc:chgData name="Mai Cao Van" userId="f7949ac2-728d-41dd-ad7e-3544eb396517" providerId="ADAL" clId="{9A112020-9413-486F-BA5D-75CDAEC9B132}" dt="2024-04-17T14:20:32.404" v="10" actId="47"/>
        <pc:sldMkLst>
          <pc:docMk/>
          <pc:sldMk cId="3461348225" sldId="301"/>
        </pc:sldMkLst>
      </pc:sldChg>
      <pc:sldChg chg="del">
        <pc:chgData name="Mai Cao Van" userId="f7949ac2-728d-41dd-ad7e-3544eb396517" providerId="ADAL" clId="{9A112020-9413-486F-BA5D-75CDAEC9B132}" dt="2024-04-17T14:20:32.404" v="10" actId="47"/>
        <pc:sldMkLst>
          <pc:docMk/>
          <pc:sldMk cId="323320354" sldId="302"/>
        </pc:sldMkLst>
      </pc:sldChg>
      <pc:sldChg chg="modSp add mod">
        <pc:chgData name="Mai Cao Van" userId="f7949ac2-728d-41dd-ad7e-3544eb396517" providerId="ADAL" clId="{9A112020-9413-486F-BA5D-75CDAEC9B132}" dt="2024-04-17T15:14:29.613" v="118" actId="14100"/>
        <pc:sldMkLst>
          <pc:docMk/>
          <pc:sldMk cId="2652356429" sldId="302"/>
        </pc:sldMkLst>
        <pc:spChg chg="mod">
          <ac:chgData name="Mai Cao Van" userId="f7949ac2-728d-41dd-ad7e-3544eb396517" providerId="ADAL" clId="{9A112020-9413-486F-BA5D-75CDAEC9B132}" dt="2024-04-17T15:14:29.613" v="118" actId="14100"/>
          <ac:spMkLst>
            <pc:docMk/>
            <pc:sldMk cId="2652356429" sldId="302"/>
            <ac:spMk id="4" creationId="{BE7F8D9A-9F36-3F42-5DDB-B214C4EAC8A6}"/>
          </ac:spMkLst>
        </pc:spChg>
      </pc:sldChg>
      <pc:sldChg chg="del">
        <pc:chgData name="Mai Cao Van" userId="f7949ac2-728d-41dd-ad7e-3544eb396517" providerId="ADAL" clId="{9A112020-9413-486F-BA5D-75CDAEC9B132}" dt="2024-04-17T14:20:32.404" v="10" actId="47"/>
        <pc:sldMkLst>
          <pc:docMk/>
          <pc:sldMk cId="1982246672" sldId="303"/>
        </pc:sldMkLst>
      </pc:sldChg>
      <pc:sldChg chg="del">
        <pc:chgData name="Mai Cao Van" userId="f7949ac2-728d-41dd-ad7e-3544eb396517" providerId="ADAL" clId="{9A112020-9413-486F-BA5D-75CDAEC9B132}" dt="2024-04-17T14:20:32.404" v="10" actId="47"/>
        <pc:sldMkLst>
          <pc:docMk/>
          <pc:sldMk cId="3093158920" sldId="304"/>
        </pc:sldMkLst>
      </pc:sldChg>
      <pc:sldChg chg="del">
        <pc:chgData name="Mai Cao Van" userId="f7949ac2-728d-41dd-ad7e-3544eb396517" providerId="ADAL" clId="{9A112020-9413-486F-BA5D-75CDAEC9B132}" dt="2024-04-17T14:20:32.404" v="10" actId="47"/>
        <pc:sldMkLst>
          <pc:docMk/>
          <pc:sldMk cId="454021612" sldId="305"/>
        </pc:sldMkLst>
      </pc:sldChg>
      <pc:sldChg chg="del">
        <pc:chgData name="Mai Cao Van" userId="f7949ac2-728d-41dd-ad7e-3544eb396517" providerId="ADAL" clId="{9A112020-9413-486F-BA5D-75CDAEC9B132}" dt="2024-04-17T14:20:32.404" v="10" actId="47"/>
        <pc:sldMkLst>
          <pc:docMk/>
          <pc:sldMk cId="3980960752" sldId="306"/>
        </pc:sldMkLst>
      </pc:sldChg>
      <pc:sldChg chg="del">
        <pc:chgData name="Mai Cao Van" userId="f7949ac2-728d-41dd-ad7e-3544eb396517" providerId="ADAL" clId="{9A112020-9413-486F-BA5D-75CDAEC9B132}" dt="2024-04-17T14:20:32.404" v="10" actId="47"/>
        <pc:sldMkLst>
          <pc:docMk/>
          <pc:sldMk cId="1949476003" sldId="307"/>
        </pc:sldMkLst>
      </pc:sldChg>
      <pc:sldChg chg="del">
        <pc:chgData name="Mai Cao Van" userId="f7949ac2-728d-41dd-ad7e-3544eb396517" providerId="ADAL" clId="{9A112020-9413-486F-BA5D-75CDAEC9B132}" dt="2024-04-17T14:20:32.404" v="10" actId="47"/>
        <pc:sldMkLst>
          <pc:docMk/>
          <pc:sldMk cId="2081069589" sldId="308"/>
        </pc:sldMkLst>
      </pc:sldChg>
      <pc:sldChg chg="del">
        <pc:chgData name="Mai Cao Van" userId="f7949ac2-728d-41dd-ad7e-3544eb396517" providerId="ADAL" clId="{9A112020-9413-486F-BA5D-75CDAEC9B132}" dt="2024-04-17T14:20:32.404" v="10" actId="47"/>
        <pc:sldMkLst>
          <pc:docMk/>
          <pc:sldMk cId="4162619783" sldId="309"/>
        </pc:sldMkLst>
      </pc:sldChg>
      <pc:sldChg chg="del">
        <pc:chgData name="Mai Cao Van" userId="f7949ac2-728d-41dd-ad7e-3544eb396517" providerId="ADAL" clId="{9A112020-9413-486F-BA5D-75CDAEC9B132}" dt="2024-04-17T14:20:32.404" v="10" actId="47"/>
        <pc:sldMkLst>
          <pc:docMk/>
          <pc:sldMk cId="3064759149" sldId="310"/>
        </pc:sldMkLst>
      </pc:sldChg>
      <pc:sldChg chg="del">
        <pc:chgData name="Mai Cao Van" userId="f7949ac2-728d-41dd-ad7e-3544eb396517" providerId="ADAL" clId="{9A112020-9413-486F-BA5D-75CDAEC9B132}" dt="2024-04-17T14:20:32.404" v="10" actId="47"/>
        <pc:sldMkLst>
          <pc:docMk/>
          <pc:sldMk cId="2821748694" sldId="311"/>
        </pc:sldMkLst>
      </pc:sldChg>
      <pc:sldChg chg="del">
        <pc:chgData name="Mai Cao Van" userId="f7949ac2-728d-41dd-ad7e-3544eb396517" providerId="ADAL" clId="{9A112020-9413-486F-BA5D-75CDAEC9B132}" dt="2024-04-17T14:20:32.404" v="10" actId="47"/>
        <pc:sldMkLst>
          <pc:docMk/>
          <pc:sldMk cId="948051221" sldId="312"/>
        </pc:sldMkLst>
      </pc:sldChg>
      <pc:sldChg chg="del">
        <pc:chgData name="Mai Cao Van" userId="f7949ac2-728d-41dd-ad7e-3544eb396517" providerId="ADAL" clId="{9A112020-9413-486F-BA5D-75CDAEC9B132}" dt="2024-04-17T14:20:32.404" v="10" actId="47"/>
        <pc:sldMkLst>
          <pc:docMk/>
          <pc:sldMk cId="743469992" sldId="313"/>
        </pc:sldMkLst>
      </pc:sldChg>
      <pc:sldChg chg="del">
        <pc:chgData name="Mai Cao Van" userId="f7949ac2-728d-41dd-ad7e-3544eb396517" providerId="ADAL" clId="{9A112020-9413-486F-BA5D-75CDAEC9B132}" dt="2024-04-17T14:20:32.404" v="10" actId="47"/>
        <pc:sldMkLst>
          <pc:docMk/>
          <pc:sldMk cId="715820225" sldId="314"/>
        </pc:sldMkLst>
      </pc:sldChg>
      <pc:sldChg chg="del">
        <pc:chgData name="Mai Cao Van" userId="f7949ac2-728d-41dd-ad7e-3544eb396517" providerId="ADAL" clId="{9A112020-9413-486F-BA5D-75CDAEC9B132}" dt="2024-04-17T14:20:32.404" v="10" actId="47"/>
        <pc:sldMkLst>
          <pc:docMk/>
          <pc:sldMk cId="4031213231" sldId="315"/>
        </pc:sldMkLst>
      </pc:sldChg>
      <pc:sldChg chg="del">
        <pc:chgData name="Mai Cao Van" userId="f7949ac2-728d-41dd-ad7e-3544eb396517" providerId="ADAL" clId="{9A112020-9413-486F-BA5D-75CDAEC9B132}" dt="2024-04-17T14:20:32.404" v="10" actId="47"/>
        <pc:sldMkLst>
          <pc:docMk/>
          <pc:sldMk cId="1172900586" sldId="317"/>
        </pc:sldMkLst>
      </pc:sldChg>
      <pc:sldChg chg="del">
        <pc:chgData name="Mai Cao Van" userId="f7949ac2-728d-41dd-ad7e-3544eb396517" providerId="ADAL" clId="{9A112020-9413-486F-BA5D-75CDAEC9B132}" dt="2024-04-17T14:20:32.404" v="10" actId="47"/>
        <pc:sldMkLst>
          <pc:docMk/>
          <pc:sldMk cId="4020231526" sldId="319"/>
        </pc:sldMkLst>
      </pc:sldChg>
      <pc:sldChg chg="del">
        <pc:chgData name="Mai Cao Van" userId="f7949ac2-728d-41dd-ad7e-3544eb396517" providerId="ADAL" clId="{9A112020-9413-486F-BA5D-75CDAEC9B132}" dt="2024-04-17T14:20:32.404" v="10" actId="47"/>
        <pc:sldMkLst>
          <pc:docMk/>
          <pc:sldMk cId="1183509001" sldId="320"/>
        </pc:sldMkLst>
      </pc:sldChg>
      <pc:sldChg chg="del">
        <pc:chgData name="Mai Cao Van" userId="f7949ac2-728d-41dd-ad7e-3544eb396517" providerId="ADAL" clId="{9A112020-9413-486F-BA5D-75CDAEC9B132}" dt="2024-04-17T14:20:32.404" v="10" actId="47"/>
        <pc:sldMkLst>
          <pc:docMk/>
          <pc:sldMk cId="2884775449" sldId="321"/>
        </pc:sldMkLst>
      </pc:sldChg>
      <pc:sldChg chg="del">
        <pc:chgData name="Mai Cao Van" userId="f7949ac2-728d-41dd-ad7e-3544eb396517" providerId="ADAL" clId="{9A112020-9413-486F-BA5D-75CDAEC9B132}" dt="2024-04-17T14:20:32.404" v="10" actId="47"/>
        <pc:sldMkLst>
          <pc:docMk/>
          <pc:sldMk cId="2271388492" sldId="322"/>
        </pc:sldMkLst>
      </pc:sldChg>
      <pc:sldChg chg="del">
        <pc:chgData name="Mai Cao Van" userId="f7949ac2-728d-41dd-ad7e-3544eb396517" providerId="ADAL" clId="{9A112020-9413-486F-BA5D-75CDAEC9B132}" dt="2024-04-17T14:20:32.404" v="10" actId="47"/>
        <pc:sldMkLst>
          <pc:docMk/>
          <pc:sldMk cId="1487759009" sldId="323"/>
        </pc:sldMkLst>
      </pc:sldChg>
      <pc:sldChg chg="del">
        <pc:chgData name="Mai Cao Van" userId="f7949ac2-728d-41dd-ad7e-3544eb396517" providerId="ADAL" clId="{9A112020-9413-486F-BA5D-75CDAEC9B132}" dt="2024-04-17T14:20:32.404" v="10" actId="47"/>
        <pc:sldMkLst>
          <pc:docMk/>
          <pc:sldMk cId="2567845728" sldId="324"/>
        </pc:sldMkLst>
      </pc:sldChg>
      <pc:sldChg chg="del">
        <pc:chgData name="Mai Cao Van" userId="f7949ac2-728d-41dd-ad7e-3544eb396517" providerId="ADAL" clId="{9A112020-9413-486F-BA5D-75CDAEC9B132}" dt="2024-04-17T14:20:32.404" v="10" actId="47"/>
        <pc:sldMkLst>
          <pc:docMk/>
          <pc:sldMk cId="310621169" sldId="325"/>
        </pc:sldMkLst>
      </pc:sldChg>
      <pc:sldChg chg="del">
        <pc:chgData name="Mai Cao Van" userId="f7949ac2-728d-41dd-ad7e-3544eb396517" providerId="ADAL" clId="{9A112020-9413-486F-BA5D-75CDAEC9B132}" dt="2024-04-17T14:20:32.404" v="10" actId="47"/>
        <pc:sldMkLst>
          <pc:docMk/>
          <pc:sldMk cId="2953342677" sldId="326"/>
        </pc:sldMkLst>
      </pc:sldChg>
      <pc:sldChg chg="del">
        <pc:chgData name="Mai Cao Van" userId="f7949ac2-728d-41dd-ad7e-3544eb396517" providerId="ADAL" clId="{9A112020-9413-486F-BA5D-75CDAEC9B132}" dt="2024-04-17T14:20:32.404" v="10" actId="47"/>
        <pc:sldMkLst>
          <pc:docMk/>
          <pc:sldMk cId="2935125376" sldId="327"/>
        </pc:sldMkLst>
      </pc:sldChg>
      <pc:sldChg chg="del">
        <pc:chgData name="Mai Cao Van" userId="f7949ac2-728d-41dd-ad7e-3544eb396517" providerId="ADAL" clId="{9A112020-9413-486F-BA5D-75CDAEC9B132}" dt="2024-04-17T14:20:32.404" v="10" actId="47"/>
        <pc:sldMkLst>
          <pc:docMk/>
          <pc:sldMk cId="2187807566" sldId="328"/>
        </pc:sldMkLst>
      </pc:sldChg>
      <pc:sldChg chg="del">
        <pc:chgData name="Mai Cao Van" userId="f7949ac2-728d-41dd-ad7e-3544eb396517" providerId="ADAL" clId="{9A112020-9413-486F-BA5D-75CDAEC9B132}" dt="2024-04-17T14:20:32.404" v="10" actId="47"/>
        <pc:sldMkLst>
          <pc:docMk/>
          <pc:sldMk cId="3307945801" sldId="329"/>
        </pc:sldMkLst>
      </pc:sldChg>
      <pc:sldChg chg="del">
        <pc:chgData name="Mai Cao Van" userId="f7949ac2-728d-41dd-ad7e-3544eb396517" providerId="ADAL" clId="{9A112020-9413-486F-BA5D-75CDAEC9B132}" dt="2024-04-17T14:20:32.404" v="10" actId="47"/>
        <pc:sldMkLst>
          <pc:docMk/>
          <pc:sldMk cId="4278991458" sldId="330"/>
        </pc:sldMkLst>
      </pc:sldChg>
      <pc:sldChg chg="del">
        <pc:chgData name="Mai Cao Van" userId="f7949ac2-728d-41dd-ad7e-3544eb396517" providerId="ADAL" clId="{9A112020-9413-486F-BA5D-75CDAEC9B132}" dt="2024-04-17T14:20:32.404" v="10" actId="47"/>
        <pc:sldMkLst>
          <pc:docMk/>
          <pc:sldMk cId="1042944599" sldId="331"/>
        </pc:sldMkLst>
      </pc:sldChg>
      <pc:sldChg chg="del">
        <pc:chgData name="Mai Cao Van" userId="f7949ac2-728d-41dd-ad7e-3544eb396517" providerId="ADAL" clId="{9A112020-9413-486F-BA5D-75CDAEC9B132}" dt="2024-04-17T14:20:32.404" v="10" actId="47"/>
        <pc:sldMkLst>
          <pc:docMk/>
          <pc:sldMk cId="1447322492" sldId="332"/>
        </pc:sldMkLst>
      </pc:sldChg>
      <pc:sldChg chg="del">
        <pc:chgData name="Mai Cao Van" userId="f7949ac2-728d-41dd-ad7e-3544eb396517" providerId="ADAL" clId="{9A112020-9413-486F-BA5D-75CDAEC9B132}" dt="2024-04-17T14:20:32.404" v="10" actId="47"/>
        <pc:sldMkLst>
          <pc:docMk/>
          <pc:sldMk cId="1740702777" sldId="333"/>
        </pc:sldMkLst>
      </pc:sldChg>
      <pc:sldChg chg="del">
        <pc:chgData name="Mai Cao Van" userId="f7949ac2-728d-41dd-ad7e-3544eb396517" providerId="ADAL" clId="{9A112020-9413-486F-BA5D-75CDAEC9B132}" dt="2024-04-17T14:20:32.404" v="10" actId="47"/>
        <pc:sldMkLst>
          <pc:docMk/>
          <pc:sldMk cId="3090726604" sldId="335"/>
        </pc:sldMkLst>
      </pc:sldChg>
      <pc:sldChg chg="del">
        <pc:chgData name="Mai Cao Van" userId="f7949ac2-728d-41dd-ad7e-3544eb396517" providerId="ADAL" clId="{9A112020-9413-486F-BA5D-75CDAEC9B132}" dt="2024-04-17T14:20:32.404" v="10" actId="47"/>
        <pc:sldMkLst>
          <pc:docMk/>
          <pc:sldMk cId="2934312387" sldId="336"/>
        </pc:sldMkLst>
      </pc:sldChg>
      <pc:sldChg chg="del">
        <pc:chgData name="Mai Cao Van" userId="f7949ac2-728d-41dd-ad7e-3544eb396517" providerId="ADAL" clId="{9A112020-9413-486F-BA5D-75CDAEC9B132}" dt="2024-04-17T14:20:32.404" v="10" actId="47"/>
        <pc:sldMkLst>
          <pc:docMk/>
          <pc:sldMk cId="662530898" sldId="337"/>
        </pc:sldMkLst>
      </pc:sldChg>
      <pc:sldChg chg="del">
        <pc:chgData name="Mai Cao Van" userId="f7949ac2-728d-41dd-ad7e-3544eb396517" providerId="ADAL" clId="{9A112020-9413-486F-BA5D-75CDAEC9B132}" dt="2024-04-17T14:20:32.404" v="10" actId="47"/>
        <pc:sldMkLst>
          <pc:docMk/>
          <pc:sldMk cId="1510533634" sldId="338"/>
        </pc:sldMkLst>
      </pc:sldChg>
      <pc:sldChg chg="del">
        <pc:chgData name="Mai Cao Van" userId="f7949ac2-728d-41dd-ad7e-3544eb396517" providerId="ADAL" clId="{9A112020-9413-486F-BA5D-75CDAEC9B132}" dt="2024-04-17T14:20:32.404" v="10" actId="47"/>
        <pc:sldMkLst>
          <pc:docMk/>
          <pc:sldMk cId="3024928923" sldId="339"/>
        </pc:sldMkLst>
      </pc:sldChg>
      <pc:sldChg chg="del">
        <pc:chgData name="Mai Cao Van" userId="f7949ac2-728d-41dd-ad7e-3544eb396517" providerId="ADAL" clId="{9A112020-9413-486F-BA5D-75CDAEC9B132}" dt="2024-04-17T14:20:32.404" v="10" actId="47"/>
        <pc:sldMkLst>
          <pc:docMk/>
          <pc:sldMk cId="228002459" sldId="340"/>
        </pc:sldMkLst>
      </pc:sldChg>
      <pc:sldChg chg="del">
        <pc:chgData name="Mai Cao Van" userId="f7949ac2-728d-41dd-ad7e-3544eb396517" providerId="ADAL" clId="{9A112020-9413-486F-BA5D-75CDAEC9B132}" dt="2024-04-17T14:20:32.404" v="10" actId="47"/>
        <pc:sldMkLst>
          <pc:docMk/>
          <pc:sldMk cId="890179627" sldId="341"/>
        </pc:sldMkLst>
      </pc:sldChg>
      <pc:sldChg chg="del">
        <pc:chgData name="Mai Cao Van" userId="f7949ac2-728d-41dd-ad7e-3544eb396517" providerId="ADAL" clId="{9A112020-9413-486F-BA5D-75CDAEC9B132}" dt="2024-04-17T14:20:32.404" v="10" actId="47"/>
        <pc:sldMkLst>
          <pc:docMk/>
          <pc:sldMk cId="3163368077" sldId="342"/>
        </pc:sldMkLst>
      </pc:sldChg>
      <pc:sldChg chg="del">
        <pc:chgData name="Mai Cao Van" userId="f7949ac2-728d-41dd-ad7e-3544eb396517" providerId="ADAL" clId="{9A112020-9413-486F-BA5D-75CDAEC9B132}" dt="2024-04-17T14:20:32.404" v="10" actId="47"/>
        <pc:sldMkLst>
          <pc:docMk/>
          <pc:sldMk cId="3809250700" sldId="343"/>
        </pc:sldMkLst>
      </pc:sldChg>
      <pc:sldChg chg="del">
        <pc:chgData name="Mai Cao Van" userId="f7949ac2-728d-41dd-ad7e-3544eb396517" providerId="ADAL" clId="{9A112020-9413-486F-BA5D-75CDAEC9B132}" dt="2024-04-17T14:20:32.404" v="10" actId="47"/>
        <pc:sldMkLst>
          <pc:docMk/>
          <pc:sldMk cId="3450418921" sldId="344"/>
        </pc:sldMkLst>
      </pc:sldChg>
      <pc:sldChg chg="del">
        <pc:chgData name="Mai Cao Van" userId="f7949ac2-728d-41dd-ad7e-3544eb396517" providerId="ADAL" clId="{9A112020-9413-486F-BA5D-75CDAEC9B132}" dt="2024-04-17T14:20:32.404" v="10" actId="47"/>
        <pc:sldMkLst>
          <pc:docMk/>
          <pc:sldMk cId="3057694825" sldId="345"/>
        </pc:sldMkLst>
      </pc:sldChg>
      <pc:sldChg chg="del">
        <pc:chgData name="Mai Cao Van" userId="f7949ac2-728d-41dd-ad7e-3544eb396517" providerId="ADAL" clId="{9A112020-9413-486F-BA5D-75CDAEC9B132}" dt="2024-04-17T14:20:32.404" v="10" actId="47"/>
        <pc:sldMkLst>
          <pc:docMk/>
          <pc:sldMk cId="1405595158" sldId="346"/>
        </pc:sldMkLst>
      </pc:sldChg>
      <pc:sldChg chg="del">
        <pc:chgData name="Mai Cao Van" userId="f7949ac2-728d-41dd-ad7e-3544eb396517" providerId="ADAL" clId="{9A112020-9413-486F-BA5D-75CDAEC9B132}" dt="2024-04-17T14:20:32.404" v="10" actId="47"/>
        <pc:sldMkLst>
          <pc:docMk/>
          <pc:sldMk cId="1973060477" sldId="347"/>
        </pc:sldMkLst>
      </pc:sldChg>
      <pc:sldChg chg="del">
        <pc:chgData name="Mai Cao Van" userId="f7949ac2-728d-41dd-ad7e-3544eb396517" providerId="ADAL" clId="{9A112020-9413-486F-BA5D-75CDAEC9B132}" dt="2024-04-17T14:19:53.332" v="0" actId="47"/>
        <pc:sldMkLst>
          <pc:docMk/>
          <pc:sldMk cId="459707268" sldId="349"/>
        </pc:sldMkLst>
      </pc:sldChg>
      <pc:sldChg chg="del">
        <pc:chgData name="Mai Cao Van" userId="f7949ac2-728d-41dd-ad7e-3544eb396517" providerId="ADAL" clId="{9A112020-9413-486F-BA5D-75CDAEC9B132}" dt="2024-04-17T14:19:53.332" v="0" actId="47"/>
        <pc:sldMkLst>
          <pc:docMk/>
          <pc:sldMk cId="3848758112" sldId="350"/>
        </pc:sldMkLst>
      </pc:sldChg>
      <pc:sldChg chg="del">
        <pc:chgData name="Mai Cao Van" userId="f7949ac2-728d-41dd-ad7e-3544eb396517" providerId="ADAL" clId="{9A112020-9413-486F-BA5D-75CDAEC9B132}" dt="2024-04-17T14:19:53.332" v="0" actId="47"/>
        <pc:sldMkLst>
          <pc:docMk/>
          <pc:sldMk cId="4036275847" sldId="351"/>
        </pc:sldMkLst>
      </pc:sldChg>
      <pc:sldChg chg="del">
        <pc:chgData name="Mai Cao Van" userId="f7949ac2-728d-41dd-ad7e-3544eb396517" providerId="ADAL" clId="{9A112020-9413-486F-BA5D-75CDAEC9B132}" dt="2024-04-17T14:19:53.332" v="0" actId="47"/>
        <pc:sldMkLst>
          <pc:docMk/>
          <pc:sldMk cId="2181531778" sldId="352"/>
        </pc:sldMkLst>
      </pc:sldChg>
      <pc:sldChg chg="del">
        <pc:chgData name="Mai Cao Van" userId="f7949ac2-728d-41dd-ad7e-3544eb396517" providerId="ADAL" clId="{9A112020-9413-486F-BA5D-75CDAEC9B132}" dt="2024-04-17T14:19:53.332" v="0" actId="47"/>
        <pc:sldMkLst>
          <pc:docMk/>
          <pc:sldMk cId="2659275954" sldId="353"/>
        </pc:sldMkLst>
      </pc:sldChg>
      <pc:sldChg chg="del">
        <pc:chgData name="Mai Cao Van" userId="f7949ac2-728d-41dd-ad7e-3544eb396517" providerId="ADAL" clId="{9A112020-9413-486F-BA5D-75CDAEC9B132}" dt="2024-04-17T14:19:53.332" v="0" actId="47"/>
        <pc:sldMkLst>
          <pc:docMk/>
          <pc:sldMk cId="3209173124" sldId="354"/>
        </pc:sldMkLst>
      </pc:sldChg>
      <pc:sldChg chg="del">
        <pc:chgData name="Mai Cao Van" userId="f7949ac2-728d-41dd-ad7e-3544eb396517" providerId="ADAL" clId="{9A112020-9413-486F-BA5D-75CDAEC9B132}" dt="2024-04-17T14:19:53.332" v="0" actId="47"/>
        <pc:sldMkLst>
          <pc:docMk/>
          <pc:sldMk cId="4247538530" sldId="355"/>
        </pc:sldMkLst>
      </pc:sldChg>
      <pc:sldChg chg="del">
        <pc:chgData name="Mai Cao Van" userId="f7949ac2-728d-41dd-ad7e-3544eb396517" providerId="ADAL" clId="{9A112020-9413-486F-BA5D-75CDAEC9B132}" dt="2024-04-17T14:19:53.332" v="0" actId="47"/>
        <pc:sldMkLst>
          <pc:docMk/>
          <pc:sldMk cId="1006905501" sldId="356"/>
        </pc:sldMkLst>
      </pc:sldChg>
      <pc:sldChg chg="del">
        <pc:chgData name="Mai Cao Van" userId="f7949ac2-728d-41dd-ad7e-3544eb396517" providerId="ADAL" clId="{9A112020-9413-486F-BA5D-75CDAEC9B132}" dt="2024-04-17T14:19:53.332" v="0" actId="47"/>
        <pc:sldMkLst>
          <pc:docMk/>
          <pc:sldMk cId="116005775" sldId="357"/>
        </pc:sldMkLst>
      </pc:sldChg>
      <pc:sldChg chg="del">
        <pc:chgData name="Mai Cao Van" userId="f7949ac2-728d-41dd-ad7e-3544eb396517" providerId="ADAL" clId="{9A112020-9413-486F-BA5D-75CDAEC9B132}" dt="2024-04-17T14:19:53.332" v="0" actId="47"/>
        <pc:sldMkLst>
          <pc:docMk/>
          <pc:sldMk cId="1055634875" sldId="358"/>
        </pc:sldMkLst>
      </pc:sldChg>
      <pc:sldChg chg="del">
        <pc:chgData name="Mai Cao Van" userId="f7949ac2-728d-41dd-ad7e-3544eb396517" providerId="ADAL" clId="{9A112020-9413-486F-BA5D-75CDAEC9B132}" dt="2024-04-17T14:20:32.404" v="10" actId="47"/>
        <pc:sldMkLst>
          <pc:docMk/>
          <pc:sldMk cId="4183660468" sldId="361"/>
        </pc:sldMkLst>
      </pc:sldChg>
      <pc:sldChg chg="del">
        <pc:chgData name="Mai Cao Van" userId="f7949ac2-728d-41dd-ad7e-3544eb396517" providerId="ADAL" clId="{9A112020-9413-486F-BA5D-75CDAEC9B132}" dt="2024-04-17T14:20:32.404" v="10" actId="47"/>
        <pc:sldMkLst>
          <pc:docMk/>
          <pc:sldMk cId="2722368251" sldId="362"/>
        </pc:sldMkLst>
      </pc:sldChg>
      <pc:sldChg chg="del">
        <pc:chgData name="Mai Cao Van" userId="f7949ac2-728d-41dd-ad7e-3544eb396517" providerId="ADAL" clId="{9A112020-9413-486F-BA5D-75CDAEC9B132}" dt="2024-04-17T14:20:32.404" v="10" actId="47"/>
        <pc:sldMkLst>
          <pc:docMk/>
          <pc:sldMk cId="1691358665" sldId="398"/>
        </pc:sldMkLst>
      </pc:sldChg>
      <pc:sldChg chg="del">
        <pc:chgData name="Mai Cao Van" userId="f7949ac2-728d-41dd-ad7e-3544eb396517" providerId="ADAL" clId="{9A112020-9413-486F-BA5D-75CDAEC9B132}" dt="2024-04-17T14:20:32.404" v="10" actId="47"/>
        <pc:sldMkLst>
          <pc:docMk/>
          <pc:sldMk cId="1487308099" sldId="399"/>
        </pc:sldMkLst>
      </pc:sldChg>
      <pc:sldChg chg="del">
        <pc:chgData name="Mai Cao Van" userId="f7949ac2-728d-41dd-ad7e-3544eb396517" providerId="ADAL" clId="{9A112020-9413-486F-BA5D-75CDAEC9B132}" dt="2024-04-17T14:20:32.404" v="10" actId="47"/>
        <pc:sldMkLst>
          <pc:docMk/>
          <pc:sldMk cId="3240247633" sldId="401"/>
        </pc:sldMkLst>
      </pc:sldChg>
      <pc:sldChg chg="del">
        <pc:chgData name="Mai Cao Van" userId="f7949ac2-728d-41dd-ad7e-3544eb396517" providerId="ADAL" clId="{9A112020-9413-486F-BA5D-75CDAEC9B132}" dt="2024-04-17T14:20:32.404" v="10" actId="47"/>
        <pc:sldMkLst>
          <pc:docMk/>
          <pc:sldMk cId="3602376594" sldId="402"/>
        </pc:sldMkLst>
      </pc:sldChg>
      <pc:sldChg chg="del">
        <pc:chgData name="Mai Cao Van" userId="f7949ac2-728d-41dd-ad7e-3544eb396517" providerId="ADAL" clId="{9A112020-9413-486F-BA5D-75CDAEC9B132}" dt="2024-04-17T14:20:32.404" v="10" actId="47"/>
        <pc:sldMkLst>
          <pc:docMk/>
          <pc:sldMk cId="2873410731" sldId="403"/>
        </pc:sldMkLst>
      </pc:sldChg>
      <pc:sldChg chg="del">
        <pc:chgData name="Mai Cao Van" userId="f7949ac2-728d-41dd-ad7e-3544eb396517" providerId="ADAL" clId="{9A112020-9413-486F-BA5D-75CDAEC9B132}" dt="2024-04-17T14:20:32.404" v="10" actId="47"/>
        <pc:sldMkLst>
          <pc:docMk/>
          <pc:sldMk cId="1470051078" sldId="404"/>
        </pc:sldMkLst>
      </pc:sldChg>
      <pc:sldChg chg="del">
        <pc:chgData name="Mai Cao Van" userId="f7949ac2-728d-41dd-ad7e-3544eb396517" providerId="ADAL" clId="{9A112020-9413-486F-BA5D-75CDAEC9B132}" dt="2024-04-17T14:20:32.404" v="10" actId="47"/>
        <pc:sldMkLst>
          <pc:docMk/>
          <pc:sldMk cId="2584010954" sldId="405"/>
        </pc:sldMkLst>
      </pc:sldChg>
      <pc:sldChg chg="del">
        <pc:chgData name="Mai Cao Van" userId="f7949ac2-728d-41dd-ad7e-3544eb396517" providerId="ADAL" clId="{9A112020-9413-486F-BA5D-75CDAEC9B132}" dt="2024-04-17T14:20:32.404" v="10" actId="47"/>
        <pc:sldMkLst>
          <pc:docMk/>
          <pc:sldMk cId="1894740067" sldId="406"/>
        </pc:sldMkLst>
      </pc:sldChg>
      <pc:sldChg chg="del">
        <pc:chgData name="Mai Cao Van" userId="f7949ac2-728d-41dd-ad7e-3544eb396517" providerId="ADAL" clId="{9A112020-9413-486F-BA5D-75CDAEC9B132}" dt="2024-04-17T14:20:32.404" v="10" actId="47"/>
        <pc:sldMkLst>
          <pc:docMk/>
          <pc:sldMk cId="2019231035" sldId="407"/>
        </pc:sldMkLst>
      </pc:sldChg>
      <pc:sldChg chg="del">
        <pc:chgData name="Mai Cao Van" userId="f7949ac2-728d-41dd-ad7e-3544eb396517" providerId="ADAL" clId="{9A112020-9413-486F-BA5D-75CDAEC9B132}" dt="2024-04-17T14:20:32.404" v="10" actId="47"/>
        <pc:sldMkLst>
          <pc:docMk/>
          <pc:sldMk cId="1385599415" sldId="408"/>
        </pc:sldMkLst>
      </pc:sldChg>
      <pc:sldChg chg="del">
        <pc:chgData name="Mai Cao Van" userId="f7949ac2-728d-41dd-ad7e-3544eb396517" providerId="ADAL" clId="{9A112020-9413-486F-BA5D-75CDAEC9B132}" dt="2024-04-17T14:20:32.404" v="10" actId="47"/>
        <pc:sldMkLst>
          <pc:docMk/>
          <pc:sldMk cId="1364253548" sldId="409"/>
        </pc:sldMkLst>
      </pc:sldChg>
      <pc:sldChg chg="del">
        <pc:chgData name="Mai Cao Van" userId="f7949ac2-728d-41dd-ad7e-3544eb396517" providerId="ADAL" clId="{9A112020-9413-486F-BA5D-75CDAEC9B132}" dt="2024-04-17T14:20:32.404" v="10" actId="47"/>
        <pc:sldMkLst>
          <pc:docMk/>
          <pc:sldMk cId="2121512525" sldId="410"/>
        </pc:sldMkLst>
      </pc:sldChg>
      <pc:sldChg chg="del">
        <pc:chgData name="Mai Cao Van" userId="f7949ac2-728d-41dd-ad7e-3544eb396517" providerId="ADAL" clId="{9A112020-9413-486F-BA5D-75CDAEC9B132}" dt="2024-04-17T14:20:32.404" v="10" actId="47"/>
        <pc:sldMkLst>
          <pc:docMk/>
          <pc:sldMk cId="245239884" sldId="411"/>
        </pc:sldMkLst>
      </pc:sldChg>
      <pc:sldChg chg="del">
        <pc:chgData name="Mai Cao Van" userId="f7949ac2-728d-41dd-ad7e-3544eb396517" providerId="ADAL" clId="{9A112020-9413-486F-BA5D-75CDAEC9B132}" dt="2024-04-17T14:20:32.404" v="10" actId="47"/>
        <pc:sldMkLst>
          <pc:docMk/>
          <pc:sldMk cId="1939551571" sldId="412"/>
        </pc:sldMkLst>
      </pc:sldChg>
      <pc:sldChg chg="del">
        <pc:chgData name="Mai Cao Van" userId="f7949ac2-728d-41dd-ad7e-3544eb396517" providerId="ADAL" clId="{9A112020-9413-486F-BA5D-75CDAEC9B132}" dt="2024-04-17T14:20:32.404" v="10" actId="47"/>
        <pc:sldMkLst>
          <pc:docMk/>
          <pc:sldMk cId="3177181734" sldId="413"/>
        </pc:sldMkLst>
      </pc:sldChg>
      <pc:sldChg chg="del">
        <pc:chgData name="Mai Cao Van" userId="f7949ac2-728d-41dd-ad7e-3544eb396517" providerId="ADAL" clId="{9A112020-9413-486F-BA5D-75CDAEC9B132}" dt="2024-04-17T14:20:32.404" v="10" actId="47"/>
        <pc:sldMkLst>
          <pc:docMk/>
          <pc:sldMk cId="2464186032" sldId="414"/>
        </pc:sldMkLst>
      </pc:sldChg>
      <pc:sldChg chg="del">
        <pc:chgData name="Mai Cao Van" userId="f7949ac2-728d-41dd-ad7e-3544eb396517" providerId="ADAL" clId="{9A112020-9413-486F-BA5D-75CDAEC9B132}" dt="2024-04-17T14:20:32.404" v="10" actId="47"/>
        <pc:sldMkLst>
          <pc:docMk/>
          <pc:sldMk cId="3237174173" sldId="415"/>
        </pc:sldMkLst>
      </pc:sldChg>
      <pc:sldChg chg="del">
        <pc:chgData name="Mai Cao Van" userId="f7949ac2-728d-41dd-ad7e-3544eb396517" providerId="ADAL" clId="{9A112020-9413-486F-BA5D-75CDAEC9B132}" dt="2024-04-17T14:20:32.404" v="10" actId="47"/>
        <pc:sldMkLst>
          <pc:docMk/>
          <pc:sldMk cId="3897491730" sldId="416"/>
        </pc:sldMkLst>
      </pc:sldChg>
      <pc:sldChg chg="del">
        <pc:chgData name="Mai Cao Van" userId="f7949ac2-728d-41dd-ad7e-3544eb396517" providerId="ADAL" clId="{9A112020-9413-486F-BA5D-75CDAEC9B132}" dt="2024-04-17T14:20:32.404" v="10" actId="47"/>
        <pc:sldMkLst>
          <pc:docMk/>
          <pc:sldMk cId="3494990954" sldId="417"/>
        </pc:sldMkLst>
      </pc:sldChg>
      <pc:sldChg chg="del">
        <pc:chgData name="Mai Cao Van" userId="f7949ac2-728d-41dd-ad7e-3544eb396517" providerId="ADAL" clId="{9A112020-9413-486F-BA5D-75CDAEC9B132}" dt="2024-04-17T14:20:32.404" v="10" actId="47"/>
        <pc:sldMkLst>
          <pc:docMk/>
          <pc:sldMk cId="999368100" sldId="418"/>
        </pc:sldMkLst>
      </pc:sldChg>
      <pc:sldChg chg="del">
        <pc:chgData name="Mai Cao Van" userId="f7949ac2-728d-41dd-ad7e-3544eb396517" providerId="ADAL" clId="{9A112020-9413-486F-BA5D-75CDAEC9B132}" dt="2024-04-17T14:20:32.404" v="10" actId="47"/>
        <pc:sldMkLst>
          <pc:docMk/>
          <pc:sldMk cId="915897664" sldId="419"/>
        </pc:sldMkLst>
      </pc:sldChg>
      <pc:sldChg chg="del">
        <pc:chgData name="Mai Cao Van" userId="f7949ac2-728d-41dd-ad7e-3544eb396517" providerId="ADAL" clId="{9A112020-9413-486F-BA5D-75CDAEC9B132}" dt="2024-04-17T14:20:32.404" v="10" actId="47"/>
        <pc:sldMkLst>
          <pc:docMk/>
          <pc:sldMk cId="2916007585" sldId="420"/>
        </pc:sldMkLst>
      </pc:sldChg>
      <pc:sldChg chg="del">
        <pc:chgData name="Mai Cao Van" userId="f7949ac2-728d-41dd-ad7e-3544eb396517" providerId="ADAL" clId="{9A112020-9413-486F-BA5D-75CDAEC9B132}" dt="2024-04-17T14:20:32.404" v="10" actId="47"/>
        <pc:sldMkLst>
          <pc:docMk/>
          <pc:sldMk cId="2662009085" sldId="422"/>
        </pc:sldMkLst>
      </pc:sldChg>
      <pc:sldChg chg="del">
        <pc:chgData name="Mai Cao Van" userId="f7949ac2-728d-41dd-ad7e-3544eb396517" providerId="ADAL" clId="{9A112020-9413-486F-BA5D-75CDAEC9B132}" dt="2024-04-17T14:20:32.404" v="10" actId="47"/>
        <pc:sldMkLst>
          <pc:docMk/>
          <pc:sldMk cId="4202492514" sldId="423"/>
        </pc:sldMkLst>
      </pc:sldChg>
      <pc:sldChg chg="del">
        <pc:chgData name="Mai Cao Van" userId="f7949ac2-728d-41dd-ad7e-3544eb396517" providerId="ADAL" clId="{9A112020-9413-486F-BA5D-75CDAEC9B132}" dt="2024-04-17T14:20:32.404" v="10" actId="47"/>
        <pc:sldMkLst>
          <pc:docMk/>
          <pc:sldMk cId="745303601" sldId="424"/>
        </pc:sldMkLst>
      </pc:sldChg>
      <pc:sldChg chg="del">
        <pc:chgData name="Mai Cao Van" userId="f7949ac2-728d-41dd-ad7e-3544eb396517" providerId="ADAL" clId="{9A112020-9413-486F-BA5D-75CDAEC9B132}" dt="2024-04-17T14:20:32.404" v="10" actId="47"/>
        <pc:sldMkLst>
          <pc:docMk/>
          <pc:sldMk cId="4072253741" sldId="425"/>
        </pc:sldMkLst>
      </pc:sldChg>
      <pc:sldChg chg="del">
        <pc:chgData name="Mai Cao Van" userId="f7949ac2-728d-41dd-ad7e-3544eb396517" providerId="ADAL" clId="{9A112020-9413-486F-BA5D-75CDAEC9B132}" dt="2024-04-17T14:20:32.404" v="10" actId="47"/>
        <pc:sldMkLst>
          <pc:docMk/>
          <pc:sldMk cId="1033780426" sldId="426"/>
        </pc:sldMkLst>
      </pc:sldChg>
      <pc:sldChg chg="del">
        <pc:chgData name="Mai Cao Van" userId="f7949ac2-728d-41dd-ad7e-3544eb396517" providerId="ADAL" clId="{9A112020-9413-486F-BA5D-75CDAEC9B132}" dt="2024-04-17T14:20:32.404" v="10" actId="47"/>
        <pc:sldMkLst>
          <pc:docMk/>
          <pc:sldMk cId="332503861" sldId="427"/>
        </pc:sldMkLst>
      </pc:sldChg>
      <pc:sldChg chg="del">
        <pc:chgData name="Mai Cao Van" userId="f7949ac2-728d-41dd-ad7e-3544eb396517" providerId="ADAL" clId="{9A112020-9413-486F-BA5D-75CDAEC9B132}" dt="2024-04-17T14:20:32.404" v="10" actId="47"/>
        <pc:sldMkLst>
          <pc:docMk/>
          <pc:sldMk cId="778228032" sldId="428"/>
        </pc:sldMkLst>
      </pc:sldChg>
      <pc:sldChg chg="del">
        <pc:chgData name="Mai Cao Van" userId="f7949ac2-728d-41dd-ad7e-3544eb396517" providerId="ADAL" clId="{9A112020-9413-486F-BA5D-75CDAEC9B132}" dt="2024-04-17T14:20:32.404" v="10" actId="47"/>
        <pc:sldMkLst>
          <pc:docMk/>
          <pc:sldMk cId="1621868727" sldId="429"/>
        </pc:sldMkLst>
      </pc:sldChg>
      <pc:sldChg chg="del">
        <pc:chgData name="Mai Cao Van" userId="f7949ac2-728d-41dd-ad7e-3544eb396517" providerId="ADAL" clId="{9A112020-9413-486F-BA5D-75CDAEC9B132}" dt="2024-04-17T14:20:32.404" v="10" actId="47"/>
        <pc:sldMkLst>
          <pc:docMk/>
          <pc:sldMk cId="1674550136" sldId="430"/>
        </pc:sldMkLst>
      </pc:sldChg>
      <pc:sldChg chg="del">
        <pc:chgData name="Mai Cao Van" userId="f7949ac2-728d-41dd-ad7e-3544eb396517" providerId="ADAL" clId="{9A112020-9413-486F-BA5D-75CDAEC9B132}" dt="2024-04-17T14:20:32.404" v="10" actId="47"/>
        <pc:sldMkLst>
          <pc:docMk/>
          <pc:sldMk cId="1578328790" sldId="431"/>
        </pc:sldMkLst>
      </pc:sldChg>
      <pc:sldChg chg="del">
        <pc:chgData name="Mai Cao Van" userId="f7949ac2-728d-41dd-ad7e-3544eb396517" providerId="ADAL" clId="{9A112020-9413-486F-BA5D-75CDAEC9B132}" dt="2024-04-17T14:20:32.404" v="10" actId="47"/>
        <pc:sldMkLst>
          <pc:docMk/>
          <pc:sldMk cId="3077041457" sldId="432"/>
        </pc:sldMkLst>
      </pc:sldChg>
      <pc:sldChg chg="del">
        <pc:chgData name="Mai Cao Van" userId="f7949ac2-728d-41dd-ad7e-3544eb396517" providerId="ADAL" clId="{9A112020-9413-486F-BA5D-75CDAEC9B132}" dt="2024-04-17T14:20:32.404" v="10" actId="47"/>
        <pc:sldMkLst>
          <pc:docMk/>
          <pc:sldMk cId="2721886896" sldId="433"/>
        </pc:sldMkLst>
      </pc:sldChg>
      <pc:sldChg chg="del">
        <pc:chgData name="Mai Cao Van" userId="f7949ac2-728d-41dd-ad7e-3544eb396517" providerId="ADAL" clId="{9A112020-9413-486F-BA5D-75CDAEC9B132}" dt="2024-04-17T14:20:32.404" v="10" actId="47"/>
        <pc:sldMkLst>
          <pc:docMk/>
          <pc:sldMk cId="1000060120" sldId="434"/>
        </pc:sldMkLst>
      </pc:sldChg>
      <pc:sldChg chg="del">
        <pc:chgData name="Mai Cao Van" userId="f7949ac2-728d-41dd-ad7e-3544eb396517" providerId="ADAL" clId="{9A112020-9413-486F-BA5D-75CDAEC9B132}" dt="2024-04-17T14:20:32.404" v="10" actId="47"/>
        <pc:sldMkLst>
          <pc:docMk/>
          <pc:sldMk cId="169364085" sldId="435"/>
        </pc:sldMkLst>
      </pc:sldChg>
      <pc:sldChg chg="del">
        <pc:chgData name="Mai Cao Van" userId="f7949ac2-728d-41dd-ad7e-3544eb396517" providerId="ADAL" clId="{9A112020-9413-486F-BA5D-75CDAEC9B132}" dt="2024-04-17T14:20:32.404" v="10" actId="47"/>
        <pc:sldMkLst>
          <pc:docMk/>
          <pc:sldMk cId="3562749593" sldId="436"/>
        </pc:sldMkLst>
      </pc:sldChg>
      <pc:sldChg chg="del">
        <pc:chgData name="Mai Cao Van" userId="f7949ac2-728d-41dd-ad7e-3544eb396517" providerId="ADAL" clId="{9A112020-9413-486F-BA5D-75CDAEC9B132}" dt="2024-04-17T14:20:32.404" v="10" actId="47"/>
        <pc:sldMkLst>
          <pc:docMk/>
          <pc:sldMk cId="3893443945" sldId="437"/>
        </pc:sldMkLst>
      </pc:sldChg>
      <pc:sldChg chg="del">
        <pc:chgData name="Mai Cao Van" userId="f7949ac2-728d-41dd-ad7e-3544eb396517" providerId="ADAL" clId="{9A112020-9413-486F-BA5D-75CDAEC9B132}" dt="2024-04-17T14:20:32.404" v="10" actId="47"/>
        <pc:sldMkLst>
          <pc:docMk/>
          <pc:sldMk cId="3935142140" sldId="438"/>
        </pc:sldMkLst>
      </pc:sldChg>
      <pc:sldChg chg="del">
        <pc:chgData name="Mai Cao Van" userId="f7949ac2-728d-41dd-ad7e-3544eb396517" providerId="ADAL" clId="{9A112020-9413-486F-BA5D-75CDAEC9B132}" dt="2024-04-17T14:20:32.404" v="10" actId="47"/>
        <pc:sldMkLst>
          <pc:docMk/>
          <pc:sldMk cId="1746830420" sldId="439"/>
        </pc:sldMkLst>
      </pc:sldChg>
      <pc:sldChg chg="del">
        <pc:chgData name="Mai Cao Van" userId="f7949ac2-728d-41dd-ad7e-3544eb396517" providerId="ADAL" clId="{9A112020-9413-486F-BA5D-75CDAEC9B132}" dt="2024-04-17T14:20:32.404" v="10" actId="47"/>
        <pc:sldMkLst>
          <pc:docMk/>
          <pc:sldMk cId="2158526831" sldId="440"/>
        </pc:sldMkLst>
      </pc:sldChg>
      <pc:sldChg chg="del">
        <pc:chgData name="Mai Cao Van" userId="f7949ac2-728d-41dd-ad7e-3544eb396517" providerId="ADAL" clId="{9A112020-9413-486F-BA5D-75CDAEC9B132}" dt="2024-04-17T14:20:32.404" v="10" actId="47"/>
        <pc:sldMkLst>
          <pc:docMk/>
          <pc:sldMk cId="86389077" sldId="441"/>
        </pc:sldMkLst>
      </pc:sldChg>
      <pc:sldChg chg="del">
        <pc:chgData name="Mai Cao Van" userId="f7949ac2-728d-41dd-ad7e-3544eb396517" providerId="ADAL" clId="{9A112020-9413-486F-BA5D-75CDAEC9B132}" dt="2024-04-17T14:20:32.404" v="10" actId="47"/>
        <pc:sldMkLst>
          <pc:docMk/>
          <pc:sldMk cId="3628909499" sldId="442"/>
        </pc:sldMkLst>
      </pc:sldChg>
      <pc:sldChg chg="del">
        <pc:chgData name="Mai Cao Van" userId="f7949ac2-728d-41dd-ad7e-3544eb396517" providerId="ADAL" clId="{9A112020-9413-486F-BA5D-75CDAEC9B132}" dt="2024-04-17T14:20:32.404" v="10" actId="47"/>
        <pc:sldMkLst>
          <pc:docMk/>
          <pc:sldMk cId="4255187822" sldId="443"/>
        </pc:sldMkLst>
      </pc:sldChg>
      <pc:sldChg chg="del">
        <pc:chgData name="Mai Cao Van" userId="f7949ac2-728d-41dd-ad7e-3544eb396517" providerId="ADAL" clId="{9A112020-9413-486F-BA5D-75CDAEC9B132}" dt="2024-04-17T14:20:32.404" v="10" actId="47"/>
        <pc:sldMkLst>
          <pc:docMk/>
          <pc:sldMk cId="1896909249" sldId="444"/>
        </pc:sldMkLst>
      </pc:sldChg>
      <pc:sldChg chg="del">
        <pc:chgData name="Mai Cao Van" userId="f7949ac2-728d-41dd-ad7e-3544eb396517" providerId="ADAL" clId="{9A112020-9413-486F-BA5D-75CDAEC9B132}" dt="2024-04-17T14:20:32.404" v="10" actId="47"/>
        <pc:sldMkLst>
          <pc:docMk/>
          <pc:sldMk cId="1057333704" sldId="445"/>
        </pc:sldMkLst>
      </pc:sldChg>
      <pc:sldChg chg="del">
        <pc:chgData name="Mai Cao Van" userId="f7949ac2-728d-41dd-ad7e-3544eb396517" providerId="ADAL" clId="{9A112020-9413-486F-BA5D-75CDAEC9B132}" dt="2024-04-17T14:20:32.404" v="10" actId="47"/>
        <pc:sldMkLst>
          <pc:docMk/>
          <pc:sldMk cId="3404045078" sldId="446"/>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05T02:37:10.396"/>
    </inkml:context>
    <inkml:brush xml:id="br0">
      <inkml:brushProperty name="width" value="0.05" units="cm"/>
      <inkml:brushProperty name="height" value="0.05" units="cm"/>
      <inkml:brushProperty name="ignorePressure" value="1"/>
    </inkml:brush>
  </inkml:definitions>
  <inkml:trace contextRef="#ctx0" brushRef="#br0">1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05T02:37:11.160"/>
    </inkml:context>
    <inkml:brush xml:id="br0">
      <inkml:brushProperty name="width" value="0.05" units="cm"/>
      <inkml:brushProperty name="height" value="0.05" units="cm"/>
      <inkml:brushProperty name="ignorePressure" value="1"/>
    </inkml:brush>
  </inkml:definitions>
  <inkml:trace contextRef="#ctx0" brushRef="#br0">1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05T02:37:29.333"/>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05T02:37:30.415"/>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05T02:37:40.570"/>
    </inkml:context>
    <inkml:brush xml:id="br0">
      <inkml:brushProperty name="width" value="0.05" units="cm"/>
      <inkml:brushProperty name="height" value="0.05" units="cm"/>
      <inkml:brushProperty name="ignorePressure" value="1"/>
    </inkml:brush>
  </inkml:definitions>
  <inkml:trace contextRef="#ctx0" brushRef="#br0">1 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EAD9A4-3449-456F-BCB1-B37D2B162820}" type="datetimeFigureOut">
              <a:rPr lang="vi-VN" smtClean="0"/>
              <a:t>27/08/2025</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54DB88-6E80-499D-ABB8-38FBF3AE1A25}" type="slidenum">
              <a:rPr lang="vi-VN" smtClean="0"/>
              <a:t>‹#›</a:t>
            </a:fld>
            <a:endParaRPr lang="vi-VN"/>
          </a:p>
        </p:txBody>
      </p:sp>
    </p:spTree>
    <p:extLst>
      <p:ext uri="{BB962C8B-B14F-4D97-AF65-F5344CB8AC3E}">
        <p14:creationId xmlns:p14="http://schemas.microsoft.com/office/powerpoint/2010/main" val="3884432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1871CC-0A5A-4983-867F-F63CAC6B553F}"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pic>
        <p:nvPicPr>
          <p:cNvPr id="9" name="Picture 8">
            <a:extLst>
              <a:ext uri="{FF2B5EF4-FFF2-40B4-BE49-F238E27FC236}">
                <a16:creationId xmlns:a16="http://schemas.microsoft.com/office/drawing/2014/main" id="{61B0B5C0-74F0-4EC6-A51D-11457A899FE7}"/>
              </a:ext>
            </a:extLst>
          </p:cNvPr>
          <p:cNvPicPr>
            <a:picLocks noChangeAspect="1"/>
          </p:cNvPicPr>
          <p:nvPr userDrawn="1"/>
        </p:nvPicPr>
        <p:blipFill>
          <a:blip r:embed="rId2"/>
          <a:stretch>
            <a:fillRect/>
          </a:stretch>
        </p:blipFill>
        <p:spPr>
          <a:xfrm>
            <a:off x="0" y="-11093"/>
            <a:ext cx="12192000" cy="6907648"/>
          </a:xfrm>
          <a:prstGeom prst="rect">
            <a:avLst/>
          </a:prstGeom>
        </p:spPr>
      </p:pic>
      <p:sp>
        <p:nvSpPr>
          <p:cNvPr id="10" name="Title 1">
            <a:extLst>
              <a:ext uri="{FF2B5EF4-FFF2-40B4-BE49-F238E27FC236}">
                <a16:creationId xmlns:a16="http://schemas.microsoft.com/office/drawing/2014/main" id="{91E02220-0385-4125-BDB5-59B8FEFF7654}"/>
              </a:ext>
            </a:extLst>
          </p:cNvPr>
          <p:cNvSpPr>
            <a:spLocks noGrp="1"/>
          </p:cNvSpPr>
          <p:nvPr>
            <p:ph type="title" hasCustomPrompt="1"/>
          </p:nvPr>
        </p:nvSpPr>
        <p:spPr>
          <a:xfrm>
            <a:off x="158932" y="3278144"/>
            <a:ext cx="10515600" cy="549274"/>
          </a:xfrm>
        </p:spPr>
        <p:txBody>
          <a:bodyPr/>
          <a:lstStyle>
            <a:lvl1pPr>
              <a:defRPr>
                <a:solidFill>
                  <a:schemeClr val="bg1"/>
                </a:solidFill>
              </a:defRPr>
            </a:lvl1pPr>
          </a:lstStyle>
          <a:p>
            <a:r>
              <a:rPr lang="en-US" dirty="0"/>
              <a:t>Chapter 1: </a:t>
            </a:r>
          </a:p>
        </p:txBody>
      </p:sp>
    </p:spTree>
    <p:extLst>
      <p:ext uri="{BB962C8B-B14F-4D97-AF65-F5344CB8AC3E}">
        <p14:creationId xmlns:p14="http://schemas.microsoft.com/office/powerpoint/2010/main" val="1343306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217305"/>
            <a:ext cx="10515600" cy="549274"/>
          </a:xfrm>
        </p:spPr>
        <p:txBody>
          <a:bodyPr>
            <a:noAutofit/>
          </a:bodyPr>
          <a:lstStyle>
            <a:lvl1pPr>
              <a:defRPr sz="2800" b="1"/>
            </a:lvl1pPr>
          </a:lstStyle>
          <a:p>
            <a:r>
              <a:rPr lang="en-US" dirty="0"/>
              <a:t>Click to edit Master title style</a:t>
            </a:r>
          </a:p>
        </p:txBody>
      </p:sp>
      <p:sp>
        <p:nvSpPr>
          <p:cNvPr id="3" name="Content Placeholder 2"/>
          <p:cNvSpPr>
            <a:spLocks noGrp="1"/>
          </p:cNvSpPr>
          <p:nvPr>
            <p:ph idx="1"/>
          </p:nvPr>
        </p:nvSpPr>
        <p:spPr>
          <a:xfrm>
            <a:off x="838200" y="864303"/>
            <a:ext cx="10515600" cy="5312661"/>
          </a:xfrm>
        </p:spPr>
        <p:txBody>
          <a:bodyPr/>
          <a:lstStyle>
            <a:lvl1pPr>
              <a:defRPr sz="2200"/>
            </a:lvl1pPr>
            <a:lvl2pPr>
              <a:defRPr sz="22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89A99EF-8D3C-452B-935C-C3A0B15262A2}"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pic>
        <p:nvPicPr>
          <p:cNvPr id="9" name="Picture 8" descr="A black background with text&#10;&#10;Description automatically generated">
            <a:extLst>
              <a:ext uri="{FF2B5EF4-FFF2-40B4-BE49-F238E27FC236}">
                <a16:creationId xmlns:a16="http://schemas.microsoft.com/office/drawing/2014/main" id="{6BF17E32-750A-6C62-EA62-509EF6C9FA3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10601" y="177123"/>
            <a:ext cx="2387692" cy="556277"/>
          </a:xfrm>
          <a:prstGeom prst="rect">
            <a:avLst/>
          </a:prstGeom>
        </p:spPr>
      </p:pic>
      <p:grpSp>
        <p:nvGrpSpPr>
          <p:cNvPr id="7" name="Group 6">
            <a:extLst>
              <a:ext uri="{FF2B5EF4-FFF2-40B4-BE49-F238E27FC236}">
                <a16:creationId xmlns:a16="http://schemas.microsoft.com/office/drawing/2014/main" id="{7E78CCE1-A7DE-F222-F3C0-FAB53CC3E40F}"/>
              </a:ext>
            </a:extLst>
          </p:cNvPr>
          <p:cNvGrpSpPr/>
          <p:nvPr userDrawn="1"/>
        </p:nvGrpSpPr>
        <p:grpSpPr>
          <a:xfrm>
            <a:off x="10566400" y="-5737"/>
            <a:ext cx="1625600" cy="1213792"/>
            <a:chOff x="7924800" y="-5737"/>
            <a:chExt cx="1219200" cy="1213792"/>
          </a:xfrm>
        </p:grpSpPr>
        <p:grpSp>
          <p:nvGrpSpPr>
            <p:cNvPr id="8" name="Group 7">
              <a:extLst>
                <a:ext uri="{FF2B5EF4-FFF2-40B4-BE49-F238E27FC236}">
                  <a16:creationId xmlns:a16="http://schemas.microsoft.com/office/drawing/2014/main" id="{EF9A6EB5-51CE-4781-B164-2A67653CBBD5}"/>
                </a:ext>
              </a:extLst>
            </p:cNvPr>
            <p:cNvGrpSpPr/>
            <p:nvPr userDrawn="1"/>
          </p:nvGrpSpPr>
          <p:grpSpPr>
            <a:xfrm rot="10800000">
              <a:off x="8737600" y="-5737"/>
              <a:ext cx="406400" cy="406400"/>
              <a:chOff x="4388744" y="4805680"/>
              <a:chExt cx="406400" cy="406400"/>
            </a:xfrm>
          </p:grpSpPr>
          <p:sp>
            <p:nvSpPr>
              <p:cNvPr id="27" name="Right Triangle 26">
                <a:extLst>
                  <a:ext uri="{FF2B5EF4-FFF2-40B4-BE49-F238E27FC236}">
                    <a16:creationId xmlns:a16="http://schemas.microsoft.com/office/drawing/2014/main" id="{104E3744-FC6E-D772-CB2C-94156FE16F5E}"/>
                  </a:ext>
                </a:extLst>
              </p:cNvPr>
              <p:cNvSpPr/>
              <p:nvPr userDrawn="1"/>
            </p:nvSpPr>
            <p:spPr>
              <a:xfrm>
                <a:off x="4388744" y="4805680"/>
                <a:ext cx="406400" cy="406400"/>
              </a:xfrm>
              <a:prstGeom prst="rtTriangle">
                <a:avLst/>
              </a:prstGeom>
              <a:solidFill>
                <a:srgbClr val="0DB0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8" name="Right Triangle 27">
                <a:extLst>
                  <a:ext uri="{FF2B5EF4-FFF2-40B4-BE49-F238E27FC236}">
                    <a16:creationId xmlns:a16="http://schemas.microsoft.com/office/drawing/2014/main" id="{8E526613-AFFA-0BE7-1031-5FE07BE21465}"/>
                  </a:ext>
                </a:extLst>
              </p:cNvPr>
              <p:cNvSpPr/>
              <p:nvPr userDrawn="1"/>
            </p:nvSpPr>
            <p:spPr>
              <a:xfrm rot="10800000">
                <a:off x="4388744" y="4805680"/>
                <a:ext cx="406400" cy="406400"/>
              </a:xfrm>
              <a:prstGeom prst="rtTriangle">
                <a:avLst/>
              </a:prstGeom>
              <a:solidFill>
                <a:srgbClr val="0DB04B">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0" name="Group 9">
              <a:extLst>
                <a:ext uri="{FF2B5EF4-FFF2-40B4-BE49-F238E27FC236}">
                  <a16:creationId xmlns:a16="http://schemas.microsoft.com/office/drawing/2014/main" id="{AFEF925B-CCED-3ED6-A724-D231382E7FAE}"/>
                </a:ext>
              </a:extLst>
            </p:cNvPr>
            <p:cNvGrpSpPr/>
            <p:nvPr userDrawn="1"/>
          </p:nvGrpSpPr>
          <p:grpSpPr>
            <a:xfrm rot="10800000">
              <a:off x="8737600" y="395255"/>
              <a:ext cx="406400" cy="406400"/>
              <a:chOff x="4388744" y="4805680"/>
              <a:chExt cx="406400" cy="406400"/>
            </a:xfrm>
          </p:grpSpPr>
          <p:sp>
            <p:nvSpPr>
              <p:cNvPr id="25" name="Right Triangle 24">
                <a:extLst>
                  <a:ext uri="{FF2B5EF4-FFF2-40B4-BE49-F238E27FC236}">
                    <a16:creationId xmlns:a16="http://schemas.microsoft.com/office/drawing/2014/main" id="{85BC3172-424A-A4E4-CB48-10AEBF5908B8}"/>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6" name="Right Triangle 25">
                <a:extLst>
                  <a:ext uri="{FF2B5EF4-FFF2-40B4-BE49-F238E27FC236}">
                    <a16:creationId xmlns:a16="http://schemas.microsoft.com/office/drawing/2014/main" id="{314298E0-6DBD-FD83-9BE9-9C0888F45A6F}"/>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3" name="Group 12">
              <a:extLst>
                <a:ext uri="{FF2B5EF4-FFF2-40B4-BE49-F238E27FC236}">
                  <a16:creationId xmlns:a16="http://schemas.microsoft.com/office/drawing/2014/main" id="{B246E5D2-3503-0CA5-5F0A-EB3B0DF62742}"/>
                </a:ext>
              </a:extLst>
            </p:cNvPr>
            <p:cNvGrpSpPr/>
            <p:nvPr userDrawn="1"/>
          </p:nvGrpSpPr>
          <p:grpSpPr>
            <a:xfrm rot="10800000">
              <a:off x="8737600" y="801655"/>
              <a:ext cx="406400" cy="406400"/>
              <a:chOff x="4388744" y="4805680"/>
              <a:chExt cx="406400" cy="406400"/>
            </a:xfrm>
          </p:grpSpPr>
          <p:sp>
            <p:nvSpPr>
              <p:cNvPr id="23" name="Right Triangle 22">
                <a:extLst>
                  <a:ext uri="{FF2B5EF4-FFF2-40B4-BE49-F238E27FC236}">
                    <a16:creationId xmlns:a16="http://schemas.microsoft.com/office/drawing/2014/main" id="{91C97430-586C-1852-7B7E-CC8BD43C1F34}"/>
                  </a:ext>
                </a:extLst>
              </p:cNvPr>
              <p:cNvSpPr/>
              <p:nvPr userDrawn="1"/>
            </p:nvSpPr>
            <p:spPr>
              <a:xfrm>
                <a:off x="4388744" y="4805680"/>
                <a:ext cx="406400" cy="406400"/>
              </a:xfrm>
              <a:prstGeom prst="rtTriangle">
                <a:avLst/>
              </a:prstGeom>
              <a:solidFill>
                <a:srgbClr val="0066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Right Triangle 23">
                <a:extLst>
                  <a:ext uri="{FF2B5EF4-FFF2-40B4-BE49-F238E27FC236}">
                    <a16:creationId xmlns:a16="http://schemas.microsoft.com/office/drawing/2014/main" id="{DE6DCA86-3931-B1AC-3F66-88107D63265F}"/>
                  </a:ext>
                </a:extLst>
              </p:cNvPr>
              <p:cNvSpPr/>
              <p:nvPr userDrawn="1"/>
            </p:nvSpPr>
            <p:spPr>
              <a:xfrm rot="10800000">
                <a:off x="4388744" y="4805680"/>
                <a:ext cx="406400" cy="406400"/>
              </a:xfrm>
              <a:prstGeom prst="rtTriangle">
                <a:avLst/>
              </a:prstGeom>
              <a:solidFill>
                <a:srgbClr val="0066B2">
                  <a:alpha val="6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4" name="Group 13">
              <a:extLst>
                <a:ext uri="{FF2B5EF4-FFF2-40B4-BE49-F238E27FC236}">
                  <a16:creationId xmlns:a16="http://schemas.microsoft.com/office/drawing/2014/main" id="{820317D3-6B3D-2DF1-0986-9A0970332111}"/>
                </a:ext>
              </a:extLst>
            </p:cNvPr>
            <p:cNvGrpSpPr/>
            <p:nvPr userDrawn="1"/>
          </p:nvGrpSpPr>
          <p:grpSpPr>
            <a:xfrm rot="10800000">
              <a:off x="8331200" y="399790"/>
              <a:ext cx="406400" cy="406400"/>
              <a:chOff x="4388744" y="4805680"/>
              <a:chExt cx="406400" cy="406400"/>
            </a:xfrm>
          </p:grpSpPr>
          <p:sp>
            <p:nvSpPr>
              <p:cNvPr id="21" name="Right Triangle 20">
                <a:extLst>
                  <a:ext uri="{FF2B5EF4-FFF2-40B4-BE49-F238E27FC236}">
                    <a16:creationId xmlns:a16="http://schemas.microsoft.com/office/drawing/2014/main" id="{D7B18993-7C91-F71E-F1EB-8E1AD63B2C42}"/>
                  </a:ext>
                </a:extLst>
              </p:cNvPr>
              <p:cNvSpPr/>
              <p:nvPr userDrawn="1"/>
            </p:nvSpPr>
            <p:spPr>
              <a:xfrm>
                <a:off x="4388744" y="4805680"/>
                <a:ext cx="406400" cy="406400"/>
              </a:xfrm>
              <a:prstGeom prst="rtTriangle">
                <a:avLst/>
              </a:prstGeom>
              <a:solidFill>
                <a:srgbClr val="0DB0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ight Triangle 21">
                <a:extLst>
                  <a:ext uri="{FF2B5EF4-FFF2-40B4-BE49-F238E27FC236}">
                    <a16:creationId xmlns:a16="http://schemas.microsoft.com/office/drawing/2014/main" id="{A1832769-9077-3069-4A71-C6696C21BC5F}"/>
                  </a:ext>
                </a:extLst>
              </p:cNvPr>
              <p:cNvSpPr/>
              <p:nvPr userDrawn="1"/>
            </p:nvSpPr>
            <p:spPr>
              <a:xfrm rot="10800000">
                <a:off x="4388744" y="4805680"/>
                <a:ext cx="406400" cy="406400"/>
              </a:xfrm>
              <a:prstGeom prst="rtTriangle">
                <a:avLst/>
              </a:prstGeom>
              <a:solidFill>
                <a:srgbClr val="0DB04B">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5" name="Group 14">
              <a:extLst>
                <a:ext uri="{FF2B5EF4-FFF2-40B4-BE49-F238E27FC236}">
                  <a16:creationId xmlns:a16="http://schemas.microsoft.com/office/drawing/2014/main" id="{BFDE1C15-F987-A9D6-90C9-FCC16E16565E}"/>
                </a:ext>
              </a:extLst>
            </p:cNvPr>
            <p:cNvGrpSpPr/>
            <p:nvPr userDrawn="1"/>
          </p:nvGrpSpPr>
          <p:grpSpPr>
            <a:xfrm rot="10800000">
              <a:off x="8331200" y="-5737"/>
              <a:ext cx="406400" cy="406400"/>
              <a:chOff x="4388744" y="4805680"/>
              <a:chExt cx="406400" cy="406400"/>
            </a:xfrm>
          </p:grpSpPr>
          <p:sp>
            <p:nvSpPr>
              <p:cNvPr id="19" name="Right Triangle 18">
                <a:extLst>
                  <a:ext uri="{FF2B5EF4-FFF2-40B4-BE49-F238E27FC236}">
                    <a16:creationId xmlns:a16="http://schemas.microsoft.com/office/drawing/2014/main" id="{B3697819-6C2D-176B-5402-026EE5B6ADE0}"/>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ight Triangle 19">
                <a:extLst>
                  <a:ext uri="{FF2B5EF4-FFF2-40B4-BE49-F238E27FC236}">
                    <a16:creationId xmlns:a16="http://schemas.microsoft.com/office/drawing/2014/main" id="{04B90D12-2C70-58C5-9D99-5E46BABC09A5}"/>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6" name="Group 15">
              <a:extLst>
                <a:ext uri="{FF2B5EF4-FFF2-40B4-BE49-F238E27FC236}">
                  <a16:creationId xmlns:a16="http://schemas.microsoft.com/office/drawing/2014/main" id="{46205393-F4AA-F4B4-AD11-0C74DE379B3D}"/>
                </a:ext>
              </a:extLst>
            </p:cNvPr>
            <p:cNvGrpSpPr/>
            <p:nvPr userDrawn="1"/>
          </p:nvGrpSpPr>
          <p:grpSpPr>
            <a:xfrm rot="10800000">
              <a:off x="7924800" y="0"/>
              <a:ext cx="406400" cy="406400"/>
              <a:chOff x="4388744" y="4805680"/>
              <a:chExt cx="406400" cy="406400"/>
            </a:xfrm>
          </p:grpSpPr>
          <p:sp>
            <p:nvSpPr>
              <p:cNvPr id="17" name="Right Triangle 16">
                <a:extLst>
                  <a:ext uri="{FF2B5EF4-FFF2-40B4-BE49-F238E27FC236}">
                    <a16:creationId xmlns:a16="http://schemas.microsoft.com/office/drawing/2014/main" id="{54406F37-F68C-A4C0-E0EF-7C3C6F4796B1}"/>
                  </a:ext>
                </a:extLst>
              </p:cNvPr>
              <p:cNvSpPr/>
              <p:nvPr userDrawn="1"/>
            </p:nvSpPr>
            <p:spPr>
              <a:xfrm>
                <a:off x="4388744" y="4805680"/>
                <a:ext cx="406400" cy="406400"/>
              </a:xfrm>
              <a:prstGeom prst="rtTriangle">
                <a:avLst/>
              </a:prstGeom>
              <a:solidFill>
                <a:srgbClr val="0066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ight Triangle 17">
                <a:extLst>
                  <a:ext uri="{FF2B5EF4-FFF2-40B4-BE49-F238E27FC236}">
                    <a16:creationId xmlns:a16="http://schemas.microsoft.com/office/drawing/2014/main" id="{52350476-19B7-4C57-8D0B-4F30375646DF}"/>
                  </a:ext>
                </a:extLst>
              </p:cNvPr>
              <p:cNvSpPr/>
              <p:nvPr userDrawn="1"/>
            </p:nvSpPr>
            <p:spPr>
              <a:xfrm rot="10800000">
                <a:off x="4388744" y="4805680"/>
                <a:ext cx="406400" cy="406400"/>
              </a:xfrm>
              <a:prstGeom prst="rtTriangle">
                <a:avLst/>
              </a:prstGeom>
              <a:solidFill>
                <a:srgbClr val="0066B2">
                  <a:alpha val="6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grpSp>
        <p:nvGrpSpPr>
          <p:cNvPr id="29" name="Group 28">
            <a:extLst>
              <a:ext uri="{FF2B5EF4-FFF2-40B4-BE49-F238E27FC236}">
                <a16:creationId xmlns:a16="http://schemas.microsoft.com/office/drawing/2014/main" id="{DA4D367E-E1F8-341D-D917-08BD1F010572}"/>
              </a:ext>
            </a:extLst>
          </p:cNvPr>
          <p:cNvGrpSpPr/>
          <p:nvPr userDrawn="1"/>
        </p:nvGrpSpPr>
        <p:grpSpPr>
          <a:xfrm>
            <a:off x="0" y="5223817"/>
            <a:ext cx="2167467" cy="1627220"/>
            <a:chOff x="0" y="5223817"/>
            <a:chExt cx="1625600" cy="1627220"/>
          </a:xfrm>
        </p:grpSpPr>
        <p:grpSp>
          <p:nvGrpSpPr>
            <p:cNvPr id="30" name="Group 29">
              <a:extLst>
                <a:ext uri="{FF2B5EF4-FFF2-40B4-BE49-F238E27FC236}">
                  <a16:creationId xmlns:a16="http://schemas.microsoft.com/office/drawing/2014/main" id="{6C158FEA-DEF2-99FD-0979-F462D61695E2}"/>
                </a:ext>
              </a:extLst>
            </p:cNvPr>
            <p:cNvGrpSpPr/>
            <p:nvPr userDrawn="1"/>
          </p:nvGrpSpPr>
          <p:grpSpPr>
            <a:xfrm>
              <a:off x="0" y="6444637"/>
              <a:ext cx="406400" cy="406400"/>
              <a:chOff x="4388744" y="4805680"/>
              <a:chExt cx="406400" cy="406400"/>
            </a:xfrm>
          </p:grpSpPr>
          <p:sp>
            <p:nvSpPr>
              <p:cNvPr id="58" name="Right Triangle 57">
                <a:extLst>
                  <a:ext uri="{FF2B5EF4-FFF2-40B4-BE49-F238E27FC236}">
                    <a16:creationId xmlns:a16="http://schemas.microsoft.com/office/drawing/2014/main" id="{7C6D5D3D-3662-A526-17C5-BFD0909E8140}"/>
                  </a:ext>
                </a:extLst>
              </p:cNvPr>
              <p:cNvSpPr/>
              <p:nvPr userDrawn="1"/>
            </p:nvSpPr>
            <p:spPr>
              <a:xfrm>
                <a:off x="4388744" y="4805680"/>
                <a:ext cx="406400" cy="406400"/>
              </a:xfrm>
              <a:prstGeom prst="rtTriangle">
                <a:avLst/>
              </a:prstGeom>
              <a:solidFill>
                <a:srgbClr val="0DB0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9" name="Right Triangle 58">
                <a:extLst>
                  <a:ext uri="{FF2B5EF4-FFF2-40B4-BE49-F238E27FC236}">
                    <a16:creationId xmlns:a16="http://schemas.microsoft.com/office/drawing/2014/main" id="{4B987422-BE46-3E2F-0AC8-24EBCC0299B0}"/>
                  </a:ext>
                </a:extLst>
              </p:cNvPr>
              <p:cNvSpPr/>
              <p:nvPr userDrawn="1"/>
            </p:nvSpPr>
            <p:spPr>
              <a:xfrm rot="10800000">
                <a:off x="4388744" y="4805680"/>
                <a:ext cx="406400" cy="406400"/>
              </a:xfrm>
              <a:prstGeom prst="rtTriangle">
                <a:avLst/>
              </a:prstGeom>
              <a:solidFill>
                <a:srgbClr val="0DB04B">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1" name="Group 30">
              <a:extLst>
                <a:ext uri="{FF2B5EF4-FFF2-40B4-BE49-F238E27FC236}">
                  <a16:creationId xmlns:a16="http://schemas.microsoft.com/office/drawing/2014/main" id="{06989AF4-E961-10A8-F915-9DFEC26E085C}"/>
                </a:ext>
              </a:extLst>
            </p:cNvPr>
            <p:cNvGrpSpPr/>
            <p:nvPr userDrawn="1"/>
          </p:nvGrpSpPr>
          <p:grpSpPr>
            <a:xfrm>
              <a:off x="0" y="6036687"/>
              <a:ext cx="406400" cy="406400"/>
              <a:chOff x="4388744" y="4805680"/>
              <a:chExt cx="406400" cy="406400"/>
            </a:xfrm>
          </p:grpSpPr>
          <p:sp>
            <p:nvSpPr>
              <p:cNvPr id="56" name="Right Triangle 55">
                <a:extLst>
                  <a:ext uri="{FF2B5EF4-FFF2-40B4-BE49-F238E27FC236}">
                    <a16:creationId xmlns:a16="http://schemas.microsoft.com/office/drawing/2014/main" id="{C7394C07-0ADF-EEDA-30DD-D0A5219FD07E}"/>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7" name="Right Triangle 56">
                <a:extLst>
                  <a:ext uri="{FF2B5EF4-FFF2-40B4-BE49-F238E27FC236}">
                    <a16:creationId xmlns:a16="http://schemas.microsoft.com/office/drawing/2014/main" id="{4D6B85FB-6BC6-0DA1-393E-DDC30EFB0268}"/>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2" name="Group 31">
              <a:extLst>
                <a:ext uri="{FF2B5EF4-FFF2-40B4-BE49-F238E27FC236}">
                  <a16:creationId xmlns:a16="http://schemas.microsoft.com/office/drawing/2014/main" id="{3246BD03-559E-886D-81AC-DBFB87CADBF9}"/>
                </a:ext>
              </a:extLst>
            </p:cNvPr>
            <p:cNvGrpSpPr/>
            <p:nvPr userDrawn="1"/>
          </p:nvGrpSpPr>
          <p:grpSpPr>
            <a:xfrm>
              <a:off x="0" y="5627513"/>
              <a:ext cx="406400" cy="406400"/>
              <a:chOff x="4388744" y="4805680"/>
              <a:chExt cx="406400" cy="406400"/>
            </a:xfrm>
          </p:grpSpPr>
          <p:sp>
            <p:nvSpPr>
              <p:cNvPr id="54" name="Right Triangle 53">
                <a:extLst>
                  <a:ext uri="{FF2B5EF4-FFF2-40B4-BE49-F238E27FC236}">
                    <a16:creationId xmlns:a16="http://schemas.microsoft.com/office/drawing/2014/main" id="{64AB5756-BD28-6111-AFC2-C064394697AA}"/>
                  </a:ext>
                </a:extLst>
              </p:cNvPr>
              <p:cNvSpPr/>
              <p:nvPr userDrawn="1"/>
            </p:nvSpPr>
            <p:spPr>
              <a:xfrm>
                <a:off x="4388744" y="4805680"/>
                <a:ext cx="406400" cy="406400"/>
              </a:xfrm>
              <a:prstGeom prst="rtTriangle">
                <a:avLst/>
              </a:prstGeom>
              <a:solidFill>
                <a:srgbClr val="0066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5" name="Right Triangle 54">
                <a:extLst>
                  <a:ext uri="{FF2B5EF4-FFF2-40B4-BE49-F238E27FC236}">
                    <a16:creationId xmlns:a16="http://schemas.microsoft.com/office/drawing/2014/main" id="{CCF3BB32-E016-3C59-3296-4EA5666D2CA8}"/>
                  </a:ext>
                </a:extLst>
              </p:cNvPr>
              <p:cNvSpPr/>
              <p:nvPr userDrawn="1"/>
            </p:nvSpPr>
            <p:spPr>
              <a:xfrm rot="10800000">
                <a:off x="4388744" y="4805680"/>
                <a:ext cx="406400" cy="406400"/>
              </a:xfrm>
              <a:prstGeom prst="rtTriangle">
                <a:avLst/>
              </a:prstGeom>
              <a:solidFill>
                <a:srgbClr val="0066B2">
                  <a:alpha val="6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3" name="Group 32">
              <a:extLst>
                <a:ext uri="{FF2B5EF4-FFF2-40B4-BE49-F238E27FC236}">
                  <a16:creationId xmlns:a16="http://schemas.microsoft.com/office/drawing/2014/main" id="{128B65E6-9A0C-F7BE-BC2D-BDD3DD7B8218}"/>
                </a:ext>
              </a:extLst>
            </p:cNvPr>
            <p:cNvGrpSpPr/>
            <p:nvPr userDrawn="1"/>
          </p:nvGrpSpPr>
          <p:grpSpPr>
            <a:xfrm>
              <a:off x="406400" y="6039110"/>
              <a:ext cx="406400" cy="406400"/>
              <a:chOff x="4388744" y="4805680"/>
              <a:chExt cx="406400" cy="406400"/>
            </a:xfrm>
          </p:grpSpPr>
          <p:sp>
            <p:nvSpPr>
              <p:cNvPr id="52" name="Right Triangle 51">
                <a:extLst>
                  <a:ext uri="{FF2B5EF4-FFF2-40B4-BE49-F238E27FC236}">
                    <a16:creationId xmlns:a16="http://schemas.microsoft.com/office/drawing/2014/main" id="{8C6B3CA5-8D03-6992-787E-9636C5AE54D9}"/>
                  </a:ext>
                </a:extLst>
              </p:cNvPr>
              <p:cNvSpPr/>
              <p:nvPr userDrawn="1"/>
            </p:nvSpPr>
            <p:spPr>
              <a:xfrm>
                <a:off x="4388744" y="4805680"/>
                <a:ext cx="406400" cy="406400"/>
              </a:xfrm>
              <a:prstGeom prst="rtTriangle">
                <a:avLst/>
              </a:prstGeom>
              <a:solidFill>
                <a:srgbClr val="0DB0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Right Triangle 52">
                <a:extLst>
                  <a:ext uri="{FF2B5EF4-FFF2-40B4-BE49-F238E27FC236}">
                    <a16:creationId xmlns:a16="http://schemas.microsoft.com/office/drawing/2014/main" id="{01491534-CB37-A450-3A13-CF46EEAB6A5F}"/>
                  </a:ext>
                </a:extLst>
              </p:cNvPr>
              <p:cNvSpPr/>
              <p:nvPr userDrawn="1"/>
            </p:nvSpPr>
            <p:spPr>
              <a:xfrm rot="10800000">
                <a:off x="4388744" y="4805680"/>
                <a:ext cx="406400" cy="406400"/>
              </a:xfrm>
              <a:prstGeom prst="rtTriangle">
                <a:avLst/>
              </a:prstGeom>
              <a:solidFill>
                <a:srgbClr val="0DB04B">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4" name="Group 33">
              <a:extLst>
                <a:ext uri="{FF2B5EF4-FFF2-40B4-BE49-F238E27FC236}">
                  <a16:creationId xmlns:a16="http://schemas.microsoft.com/office/drawing/2014/main" id="{6116C4A8-5AE4-E1A8-6E48-4A1C5234432D}"/>
                </a:ext>
              </a:extLst>
            </p:cNvPr>
            <p:cNvGrpSpPr/>
            <p:nvPr userDrawn="1"/>
          </p:nvGrpSpPr>
          <p:grpSpPr>
            <a:xfrm>
              <a:off x="406400" y="6444637"/>
              <a:ext cx="406400" cy="406400"/>
              <a:chOff x="4388744" y="4805680"/>
              <a:chExt cx="406400" cy="406400"/>
            </a:xfrm>
          </p:grpSpPr>
          <p:sp>
            <p:nvSpPr>
              <p:cNvPr id="50" name="Right Triangle 49">
                <a:extLst>
                  <a:ext uri="{FF2B5EF4-FFF2-40B4-BE49-F238E27FC236}">
                    <a16:creationId xmlns:a16="http://schemas.microsoft.com/office/drawing/2014/main" id="{032EDF53-67B9-900C-C2F0-BBC97BA72643}"/>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1" name="Right Triangle 50">
                <a:extLst>
                  <a:ext uri="{FF2B5EF4-FFF2-40B4-BE49-F238E27FC236}">
                    <a16:creationId xmlns:a16="http://schemas.microsoft.com/office/drawing/2014/main" id="{4860B01E-AAAF-1DB6-003C-7E22ADC21D9A}"/>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5" name="Group 34">
              <a:extLst>
                <a:ext uri="{FF2B5EF4-FFF2-40B4-BE49-F238E27FC236}">
                  <a16:creationId xmlns:a16="http://schemas.microsoft.com/office/drawing/2014/main" id="{E337ABB6-45A0-FED1-0AAC-59A550733ECA}"/>
                </a:ext>
              </a:extLst>
            </p:cNvPr>
            <p:cNvGrpSpPr/>
            <p:nvPr userDrawn="1"/>
          </p:nvGrpSpPr>
          <p:grpSpPr>
            <a:xfrm>
              <a:off x="812800" y="6438900"/>
              <a:ext cx="406400" cy="406400"/>
              <a:chOff x="4388744" y="4805680"/>
              <a:chExt cx="406400" cy="406400"/>
            </a:xfrm>
          </p:grpSpPr>
          <p:sp>
            <p:nvSpPr>
              <p:cNvPr id="48" name="Right Triangle 47">
                <a:extLst>
                  <a:ext uri="{FF2B5EF4-FFF2-40B4-BE49-F238E27FC236}">
                    <a16:creationId xmlns:a16="http://schemas.microsoft.com/office/drawing/2014/main" id="{51E62297-F581-4EDA-971E-CF6196E49344}"/>
                  </a:ext>
                </a:extLst>
              </p:cNvPr>
              <p:cNvSpPr/>
              <p:nvPr userDrawn="1"/>
            </p:nvSpPr>
            <p:spPr>
              <a:xfrm>
                <a:off x="4388744" y="4805680"/>
                <a:ext cx="406400" cy="406400"/>
              </a:xfrm>
              <a:prstGeom prst="rtTriangle">
                <a:avLst/>
              </a:prstGeom>
              <a:solidFill>
                <a:srgbClr val="0066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9" name="Right Triangle 48">
                <a:extLst>
                  <a:ext uri="{FF2B5EF4-FFF2-40B4-BE49-F238E27FC236}">
                    <a16:creationId xmlns:a16="http://schemas.microsoft.com/office/drawing/2014/main" id="{037A4B95-4C76-3379-FE66-7604FC49E7DB}"/>
                  </a:ext>
                </a:extLst>
              </p:cNvPr>
              <p:cNvSpPr/>
              <p:nvPr userDrawn="1"/>
            </p:nvSpPr>
            <p:spPr>
              <a:xfrm rot="10800000">
                <a:off x="4388744" y="4805680"/>
                <a:ext cx="406400" cy="406400"/>
              </a:xfrm>
              <a:prstGeom prst="rtTriangle">
                <a:avLst/>
              </a:prstGeom>
              <a:solidFill>
                <a:srgbClr val="0066B2">
                  <a:alpha val="6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6" name="Group 35">
              <a:extLst>
                <a:ext uri="{FF2B5EF4-FFF2-40B4-BE49-F238E27FC236}">
                  <a16:creationId xmlns:a16="http://schemas.microsoft.com/office/drawing/2014/main" id="{EB20C747-7466-D5D7-568D-2A3BFAFCDBFB}"/>
                </a:ext>
              </a:extLst>
            </p:cNvPr>
            <p:cNvGrpSpPr/>
            <p:nvPr userDrawn="1"/>
          </p:nvGrpSpPr>
          <p:grpSpPr>
            <a:xfrm>
              <a:off x="0" y="5223817"/>
              <a:ext cx="406400" cy="406400"/>
              <a:chOff x="4388744" y="4805680"/>
              <a:chExt cx="406400" cy="406400"/>
            </a:xfrm>
          </p:grpSpPr>
          <p:sp>
            <p:nvSpPr>
              <p:cNvPr id="46" name="Right Triangle 45">
                <a:extLst>
                  <a:ext uri="{FF2B5EF4-FFF2-40B4-BE49-F238E27FC236}">
                    <a16:creationId xmlns:a16="http://schemas.microsoft.com/office/drawing/2014/main" id="{DB35D46E-FCF1-09E4-645B-AE13B4E0622F}"/>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7" name="Right Triangle 46">
                <a:extLst>
                  <a:ext uri="{FF2B5EF4-FFF2-40B4-BE49-F238E27FC236}">
                    <a16:creationId xmlns:a16="http://schemas.microsoft.com/office/drawing/2014/main" id="{B49A6AD1-D826-C7CB-D1D8-20588CC9E0D1}"/>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7" name="Group 36">
              <a:extLst>
                <a:ext uri="{FF2B5EF4-FFF2-40B4-BE49-F238E27FC236}">
                  <a16:creationId xmlns:a16="http://schemas.microsoft.com/office/drawing/2014/main" id="{5D65BDAA-B74A-ED26-EBA5-74251871D610}"/>
                </a:ext>
              </a:extLst>
            </p:cNvPr>
            <p:cNvGrpSpPr/>
            <p:nvPr userDrawn="1"/>
          </p:nvGrpSpPr>
          <p:grpSpPr>
            <a:xfrm>
              <a:off x="406400" y="5634752"/>
              <a:ext cx="406400" cy="406400"/>
              <a:chOff x="4388744" y="4805680"/>
              <a:chExt cx="406400" cy="406400"/>
            </a:xfrm>
          </p:grpSpPr>
          <p:sp>
            <p:nvSpPr>
              <p:cNvPr id="44" name="Right Triangle 43">
                <a:extLst>
                  <a:ext uri="{FF2B5EF4-FFF2-40B4-BE49-F238E27FC236}">
                    <a16:creationId xmlns:a16="http://schemas.microsoft.com/office/drawing/2014/main" id="{DFBD8121-710E-1D40-00C8-2B5565B6AD50}"/>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5" name="Right Triangle 44">
                <a:extLst>
                  <a:ext uri="{FF2B5EF4-FFF2-40B4-BE49-F238E27FC236}">
                    <a16:creationId xmlns:a16="http://schemas.microsoft.com/office/drawing/2014/main" id="{1A9F5181-C41C-5F10-DD79-042329A130E6}"/>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8" name="Group 37">
              <a:extLst>
                <a:ext uri="{FF2B5EF4-FFF2-40B4-BE49-F238E27FC236}">
                  <a16:creationId xmlns:a16="http://schemas.microsoft.com/office/drawing/2014/main" id="{DB5BA187-B815-DCCA-A175-F6AB12C44120}"/>
                </a:ext>
              </a:extLst>
            </p:cNvPr>
            <p:cNvGrpSpPr/>
            <p:nvPr userDrawn="1"/>
          </p:nvGrpSpPr>
          <p:grpSpPr>
            <a:xfrm>
              <a:off x="795664" y="6038237"/>
              <a:ext cx="406400" cy="406400"/>
              <a:chOff x="4388744" y="4805680"/>
              <a:chExt cx="406400" cy="406400"/>
            </a:xfrm>
          </p:grpSpPr>
          <p:sp>
            <p:nvSpPr>
              <p:cNvPr id="42" name="Right Triangle 41">
                <a:extLst>
                  <a:ext uri="{FF2B5EF4-FFF2-40B4-BE49-F238E27FC236}">
                    <a16:creationId xmlns:a16="http://schemas.microsoft.com/office/drawing/2014/main" id="{6BE3AD03-0CF2-35C6-CC4D-76C769359E09}"/>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3" name="Right Triangle 42">
                <a:extLst>
                  <a:ext uri="{FF2B5EF4-FFF2-40B4-BE49-F238E27FC236}">
                    <a16:creationId xmlns:a16="http://schemas.microsoft.com/office/drawing/2014/main" id="{E5C70DCE-2D30-1D7B-37FF-8E01E3974699}"/>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9" name="Group 38">
              <a:extLst>
                <a:ext uri="{FF2B5EF4-FFF2-40B4-BE49-F238E27FC236}">
                  <a16:creationId xmlns:a16="http://schemas.microsoft.com/office/drawing/2014/main" id="{89EC07A9-39B6-2A62-45F8-D31E81902E36}"/>
                </a:ext>
              </a:extLst>
            </p:cNvPr>
            <p:cNvGrpSpPr/>
            <p:nvPr userDrawn="1"/>
          </p:nvGrpSpPr>
          <p:grpSpPr>
            <a:xfrm>
              <a:off x="1219200" y="6433833"/>
              <a:ext cx="406400" cy="406400"/>
              <a:chOff x="4388744" y="4805680"/>
              <a:chExt cx="406400" cy="406400"/>
            </a:xfrm>
          </p:grpSpPr>
          <p:sp>
            <p:nvSpPr>
              <p:cNvPr id="40" name="Right Triangle 39">
                <a:extLst>
                  <a:ext uri="{FF2B5EF4-FFF2-40B4-BE49-F238E27FC236}">
                    <a16:creationId xmlns:a16="http://schemas.microsoft.com/office/drawing/2014/main" id="{13D4CC00-97A2-F50D-DF0C-7CCE44AE3948}"/>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1" name="Right Triangle 40">
                <a:extLst>
                  <a:ext uri="{FF2B5EF4-FFF2-40B4-BE49-F238E27FC236}">
                    <a16:creationId xmlns:a16="http://schemas.microsoft.com/office/drawing/2014/main" id="{B251A9F0-2DBC-52AA-438D-2222805A9A96}"/>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60" name="Rectangle 59">
            <a:extLst>
              <a:ext uri="{FF2B5EF4-FFF2-40B4-BE49-F238E27FC236}">
                <a16:creationId xmlns:a16="http://schemas.microsoft.com/office/drawing/2014/main" id="{F96A4DE9-D7F0-3ED7-4C5A-62CC32974557}"/>
              </a:ext>
            </a:extLst>
          </p:cNvPr>
          <p:cNvSpPr/>
          <p:nvPr userDrawn="1"/>
        </p:nvSpPr>
        <p:spPr>
          <a:xfrm>
            <a:off x="838200" y="773819"/>
            <a:ext cx="10244667" cy="76054"/>
          </a:xfrm>
          <a:prstGeom prst="rect">
            <a:avLst/>
          </a:prstGeom>
          <a:gradFill flip="none" rotWithShape="1">
            <a:gsLst>
              <a:gs pos="0">
                <a:schemeClr val="accent3">
                  <a:lumMod val="40000"/>
                  <a:lumOff val="60000"/>
                </a:schemeClr>
              </a:gs>
              <a:gs pos="100000">
                <a:schemeClr val="accent3">
                  <a:lumMod val="6000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61" name="Picture 60">
            <a:extLst>
              <a:ext uri="{FF2B5EF4-FFF2-40B4-BE49-F238E27FC236}">
                <a16:creationId xmlns:a16="http://schemas.microsoft.com/office/drawing/2014/main" id="{1D40F12B-C8B7-47FD-9A66-8C604B484DC3}"/>
              </a:ext>
            </a:extLst>
          </p:cNvPr>
          <p:cNvPicPr>
            <a:picLocks noChangeAspect="1"/>
          </p:cNvPicPr>
          <p:nvPr userDrawn="1"/>
        </p:nvPicPr>
        <p:blipFill>
          <a:blip r:embed="rId3"/>
          <a:stretch>
            <a:fillRect/>
          </a:stretch>
        </p:blipFill>
        <p:spPr>
          <a:xfrm rot="16200000">
            <a:off x="-2349455" y="2334255"/>
            <a:ext cx="5240782" cy="541869"/>
          </a:xfrm>
          <a:prstGeom prst="rect">
            <a:avLst/>
          </a:prstGeom>
        </p:spPr>
      </p:pic>
    </p:spTree>
    <p:extLst>
      <p:ext uri="{BB962C8B-B14F-4D97-AF65-F5344CB8AC3E}">
        <p14:creationId xmlns:p14="http://schemas.microsoft.com/office/powerpoint/2010/main" val="3183705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361F7E-FD57-456B-9E1D-D84D10372E3A}"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1280117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AE75618-61FB-4D94-96B8-BAD5A8A7457A}" type="datetime1">
              <a:rPr lang="vi-VN" smtClean="0"/>
              <a:t>27/08/2025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1799743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CF10F2-F3BF-4562-89DD-2B10CBD3EE05}" type="datetime1">
              <a:rPr lang="vi-VN" smtClean="0"/>
              <a:t>27/08/2025</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3320883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FFDAE0-EA4F-42A1-B148-AD9AC22A56DF}" type="datetime1">
              <a:rPr lang="vi-VN" smtClean="0"/>
              <a:t>27/08/2025</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3692377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67A0B-B56F-4F52-BBCA-98B3D074167B}" type="datetime1">
              <a:rPr lang="vi-VN" smtClean="0"/>
              <a:t>27/08/2025</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1098613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B3DE86-437B-42AF-8A10-BA5649300010}" type="datetime1">
              <a:rPr lang="vi-VN" smtClean="0"/>
              <a:t>27/08/2025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1097486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BCE396-3CB5-4BA0-A842-49E646427416}" type="datetime1">
              <a:rPr lang="vi-VN" smtClean="0"/>
              <a:t>27/08/2025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2247578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B99CBF-0E0B-4833-8FCB-2A6D36E2DE7D}"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3726444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B81296-5D61-485A-8F80-0E9D6FAC6189}"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2346623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54927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985421"/>
            <a:ext cx="10515600" cy="51915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2245E8-9FF8-49CD-8CA9-21B3335B7E4A}" type="datetime1">
              <a:rPr lang="vi-VN" smtClean="0"/>
              <a:t>27/08/2025</a:t>
            </a:fld>
            <a:endParaRPr lang="vi-VN"/>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44A9409-5B7A-4A68-9AEC-D10994391474}" type="slidenum">
              <a:rPr lang="vi-VN" smtClean="0"/>
              <a:t>‹#›</a:t>
            </a:fld>
            <a:endParaRPr lang="vi-VN"/>
          </a:p>
        </p:txBody>
      </p:sp>
    </p:spTree>
    <p:extLst>
      <p:ext uri="{BB962C8B-B14F-4D97-AF65-F5344CB8AC3E}">
        <p14:creationId xmlns:p14="http://schemas.microsoft.com/office/powerpoint/2010/main" val="16507586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35.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8.png"/><Relationship Id="rId7" Type="http://schemas.openxmlformats.org/officeDocument/2006/relationships/customXml" Target="../ink/ink5.xml"/><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4.xml"/><Relationship Id="rId5" Type="http://schemas.openxmlformats.org/officeDocument/2006/relationships/customXml" Target="../ink/ink3.xml"/><Relationship Id="rId4" Type="http://schemas.openxmlformats.org/officeDocument/2006/relationships/customXml" Target="../ink/ink2.xml"/><Relationship Id="rId9" Type="http://schemas.openxmlformats.org/officeDocument/2006/relationships/image" Target="../media/image60.png"/></Relationships>
</file>

<file path=ppt/slides/_rels/slide3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F3735-88FE-51EE-7EA1-A930D1D9D4F9}"/>
              </a:ext>
            </a:extLst>
          </p:cNvPr>
          <p:cNvSpPr>
            <a:spLocks noGrp="1"/>
          </p:cNvSpPr>
          <p:nvPr>
            <p:ph type="ctrTitle"/>
          </p:nvPr>
        </p:nvSpPr>
        <p:spPr>
          <a:xfrm>
            <a:off x="1139687" y="0"/>
            <a:ext cx="5102087" cy="5274365"/>
          </a:xfrm>
        </p:spPr>
        <p:txBody>
          <a:bodyPr>
            <a:normAutofit/>
          </a:bodyPr>
          <a:lstStyle/>
          <a:p>
            <a:r>
              <a:rPr lang="en-US" b="1" dirty="0"/>
              <a:t>Chapter 7: Latches, Flip-Flops, and Timers </a:t>
            </a:r>
            <a:br>
              <a:rPr lang="en-US" b="1" dirty="0"/>
            </a:br>
            <a:br>
              <a:rPr lang="en-US" b="1" dirty="0"/>
            </a:br>
            <a:endParaRPr lang="vi-VN" b="1" dirty="0"/>
          </a:p>
        </p:txBody>
      </p:sp>
      <p:sp>
        <p:nvSpPr>
          <p:cNvPr id="3" name="Slide Number Placeholder 2">
            <a:extLst>
              <a:ext uri="{FF2B5EF4-FFF2-40B4-BE49-F238E27FC236}">
                <a16:creationId xmlns:a16="http://schemas.microsoft.com/office/drawing/2014/main" id="{FD31127D-97D4-0200-8E17-A46606337B08}"/>
              </a:ext>
            </a:extLst>
          </p:cNvPr>
          <p:cNvSpPr>
            <a:spLocks noGrp="1"/>
          </p:cNvSpPr>
          <p:nvPr>
            <p:ph type="sldNum" sz="quarter" idx="12"/>
          </p:nvPr>
        </p:nvSpPr>
        <p:spPr/>
        <p:txBody>
          <a:bodyPr/>
          <a:lstStyle/>
          <a:p>
            <a:fld id="{644A9409-5B7A-4A68-9AEC-D10994391474}" type="slidenum">
              <a:rPr lang="vi-VN" smtClean="0"/>
              <a:t>1</a:t>
            </a:fld>
            <a:endParaRPr lang="vi-VN"/>
          </a:p>
        </p:txBody>
      </p:sp>
    </p:spTree>
    <p:extLst>
      <p:ext uri="{BB962C8B-B14F-4D97-AF65-F5344CB8AC3E}">
        <p14:creationId xmlns:p14="http://schemas.microsoft.com/office/powerpoint/2010/main" val="3190321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30AE8-0EBE-B0C5-28F2-79A2A6992611}"/>
              </a:ext>
            </a:extLst>
          </p:cNvPr>
          <p:cNvSpPr>
            <a:spLocks noGrp="1"/>
          </p:cNvSpPr>
          <p:nvPr>
            <p:ph type="title"/>
          </p:nvPr>
        </p:nvSpPr>
        <p:spPr>
          <a:xfrm>
            <a:off x="838200" y="217305"/>
            <a:ext cx="9201150" cy="549274"/>
          </a:xfrm>
        </p:spPr>
        <p:txBody>
          <a:bodyPr/>
          <a:lstStyle/>
          <a:p>
            <a:pPr lvl="0"/>
            <a:r>
              <a:rPr lang="en-US" dirty="0">
                <a:solidFill>
                  <a:srgbClr val="FF0000"/>
                </a:solidFill>
              </a:rPr>
              <a:t>Chapter Objectives</a:t>
            </a:r>
            <a:endParaRPr lang="vi-VN" dirty="0">
              <a:solidFill>
                <a:srgbClr val="FF0000"/>
              </a:solidFill>
            </a:endParaRPr>
          </a:p>
        </p:txBody>
      </p:sp>
      <p:sp>
        <p:nvSpPr>
          <p:cNvPr id="5" name="Content Placeholder 4">
            <a:extLst>
              <a:ext uri="{FF2B5EF4-FFF2-40B4-BE49-F238E27FC236}">
                <a16:creationId xmlns:a16="http://schemas.microsoft.com/office/drawing/2014/main" id="{4E559ED8-6E89-4441-A9DB-262BE34597F6}"/>
              </a:ext>
            </a:extLst>
          </p:cNvPr>
          <p:cNvSpPr>
            <a:spLocks noGrp="1"/>
          </p:cNvSpPr>
          <p:nvPr>
            <p:ph idx="1"/>
          </p:nvPr>
        </p:nvSpPr>
        <p:spPr>
          <a:xfrm>
            <a:off x="838200" y="1037230"/>
            <a:ext cx="11181522" cy="5501684"/>
          </a:xfrm>
        </p:spPr>
        <p:txBody>
          <a:bodyPr>
            <a:noAutofit/>
          </a:bodyPr>
          <a:lstStyle/>
          <a:p>
            <a:pPr marL="0" indent="0" algn="just">
              <a:spcBef>
                <a:spcPts val="0"/>
              </a:spcBef>
              <a:spcAft>
                <a:spcPts val="1800"/>
              </a:spcAft>
              <a:buNone/>
            </a:pPr>
            <a:r>
              <a:rPr lang="en-US" sz="2400" b="1" i="1" dirty="0">
                <a:solidFill>
                  <a:schemeClr val="tx2">
                    <a:lumMod val="50000"/>
                    <a:lumOff val="50000"/>
                  </a:schemeClr>
                </a:solidFill>
                <a:latin typeface="Aptos (Body)"/>
              </a:rPr>
              <a:t>After studying this chapter, students should be able to:</a:t>
            </a:r>
          </a:p>
          <a:p>
            <a:pPr marL="0" marR="0"/>
            <a:r>
              <a:rPr lang="en-US" dirty="0">
                <a:effectLst/>
                <a:latin typeface="Aptos (Body)"/>
                <a:ea typeface="Times New Roman" panose="02020603050405020304" pitchFamily="18" charset="0"/>
              </a:rPr>
              <a:t>Use logic gates to construct basic latches and explain the difference between an S-R latch and a D latch.</a:t>
            </a:r>
          </a:p>
          <a:p>
            <a:pPr marL="0" marR="0"/>
            <a:r>
              <a:rPr lang="en-US" dirty="0">
                <a:effectLst/>
                <a:latin typeface="Aptos (Body)"/>
                <a:ea typeface="Times New Roman" panose="02020603050405020304" pitchFamily="18" charset="0"/>
              </a:rPr>
              <a:t>Identify the differences between a latch and a flip-flop.</a:t>
            </a:r>
          </a:p>
          <a:p>
            <a:pPr marL="0" marR="0"/>
            <a:r>
              <a:rPr lang="en-US" dirty="0">
                <a:effectLst/>
                <a:latin typeface="Aptos (Body)"/>
                <a:ea typeface="Times New Roman" panose="02020603050405020304" pitchFamily="18" charset="0"/>
              </a:rPr>
              <a:t>Describe the operation of D, J-K, and T flip-flops.</a:t>
            </a:r>
          </a:p>
          <a:p>
            <a:pPr marL="0" marR="0"/>
            <a:r>
              <a:rPr lang="en-US" dirty="0">
                <a:effectLst/>
                <a:latin typeface="Aptos (Body)"/>
                <a:ea typeface="Times New Roman" panose="02020603050405020304" pitchFamily="18" charset="0"/>
              </a:rPr>
              <a:t>Understand key characteristics such as propagation delay, setup time, hold time, clock pulse width, and power dissipation in flip-flop circuits.</a:t>
            </a:r>
          </a:p>
          <a:p>
            <a:pPr marL="0" marR="0"/>
            <a:r>
              <a:rPr lang="en-US" dirty="0">
                <a:effectLst/>
                <a:latin typeface="Aptos (Body)"/>
                <a:ea typeface="Times New Roman" panose="02020603050405020304" pitchFamily="18" charset="0"/>
              </a:rPr>
              <a:t>Apply flip-flops in various applications, including registers and edge-triggered or monostable/one-shot circuits.</a:t>
            </a:r>
          </a:p>
          <a:p>
            <a:pPr marL="0" marR="0"/>
            <a:r>
              <a:rPr lang="en-US" dirty="0">
                <a:effectLst/>
                <a:latin typeface="Aptos (Body)"/>
                <a:ea typeface="Times New Roman" panose="02020603050405020304" pitchFamily="18" charset="0"/>
              </a:rPr>
              <a:t>Use VHDL to describe latches, flip-flops, and timers, and troubleshoot basic flip-flop circuits.</a:t>
            </a:r>
          </a:p>
        </p:txBody>
      </p:sp>
      <p:sp>
        <p:nvSpPr>
          <p:cNvPr id="8" name="Content Placeholder 8">
            <a:extLst>
              <a:ext uri="{FF2B5EF4-FFF2-40B4-BE49-F238E27FC236}">
                <a16:creationId xmlns:a16="http://schemas.microsoft.com/office/drawing/2014/main" id="{7B9C3314-EA8F-4264-A427-B52B4ED40BA8}"/>
              </a:ext>
            </a:extLst>
          </p:cNvPr>
          <p:cNvSpPr txBox="1">
            <a:spLocks/>
          </p:cNvSpPr>
          <p:nvPr/>
        </p:nvSpPr>
        <p:spPr>
          <a:xfrm>
            <a:off x="2152650" y="3941529"/>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3" name="Slide Number Placeholder 2">
            <a:extLst>
              <a:ext uri="{FF2B5EF4-FFF2-40B4-BE49-F238E27FC236}">
                <a16:creationId xmlns:a16="http://schemas.microsoft.com/office/drawing/2014/main" id="{4BBDAF8E-AF0A-A556-8FFA-586CA276C873}"/>
              </a:ext>
            </a:extLst>
          </p:cNvPr>
          <p:cNvSpPr>
            <a:spLocks noGrp="1"/>
          </p:cNvSpPr>
          <p:nvPr>
            <p:ph type="sldNum" sz="quarter" idx="12"/>
          </p:nvPr>
        </p:nvSpPr>
        <p:spPr/>
        <p:txBody>
          <a:bodyPr/>
          <a:lstStyle/>
          <a:p>
            <a:fld id="{644A9409-5B7A-4A68-9AEC-D10994391474}" type="slidenum">
              <a:rPr lang="vi-VN" smtClean="0"/>
              <a:t>2</a:t>
            </a:fld>
            <a:endParaRPr lang="vi-VN"/>
          </a:p>
        </p:txBody>
      </p:sp>
    </p:spTree>
    <p:extLst>
      <p:ext uri="{BB962C8B-B14F-4D97-AF65-F5344CB8AC3E}">
        <p14:creationId xmlns:p14="http://schemas.microsoft.com/office/powerpoint/2010/main" val="2042424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30AE8-0EBE-B0C5-28F2-79A2A6992611}"/>
              </a:ext>
            </a:extLst>
          </p:cNvPr>
          <p:cNvSpPr>
            <a:spLocks noGrp="1"/>
          </p:cNvSpPr>
          <p:nvPr>
            <p:ph type="title"/>
          </p:nvPr>
        </p:nvSpPr>
        <p:spPr>
          <a:xfrm>
            <a:off x="781878" y="217305"/>
            <a:ext cx="9257472" cy="549274"/>
          </a:xfrm>
        </p:spPr>
        <p:txBody>
          <a:bodyPr/>
          <a:lstStyle/>
          <a:p>
            <a:pPr lvl="0"/>
            <a:r>
              <a:rPr lang="en-US" dirty="0">
                <a:solidFill>
                  <a:srgbClr val="FF0000"/>
                </a:solidFill>
              </a:rPr>
              <a:t>Chapter Outline</a:t>
            </a:r>
            <a:endParaRPr lang="vi-VN" dirty="0">
              <a:solidFill>
                <a:srgbClr val="FF0000"/>
              </a:solidFill>
            </a:endParaRPr>
          </a:p>
        </p:txBody>
      </p:sp>
      <p:sp>
        <p:nvSpPr>
          <p:cNvPr id="5" name="Content Placeholder 4">
            <a:extLst>
              <a:ext uri="{FF2B5EF4-FFF2-40B4-BE49-F238E27FC236}">
                <a16:creationId xmlns:a16="http://schemas.microsoft.com/office/drawing/2014/main" id="{4E559ED8-6E89-4441-A9DB-262BE34597F6}"/>
              </a:ext>
            </a:extLst>
          </p:cNvPr>
          <p:cNvSpPr>
            <a:spLocks noGrp="1"/>
          </p:cNvSpPr>
          <p:nvPr>
            <p:ph idx="1"/>
          </p:nvPr>
        </p:nvSpPr>
        <p:spPr>
          <a:xfrm>
            <a:off x="1179443" y="1179442"/>
            <a:ext cx="10349948" cy="4969567"/>
          </a:xfrm>
        </p:spPr>
        <p:txBody>
          <a:bodyPr>
            <a:noAutofit/>
          </a:bodyPr>
          <a:lstStyle/>
          <a:p>
            <a:pPr marL="0" marR="0" indent="0">
              <a:lnSpc>
                <a:spcPct val="200000"/>
              </a:lnSpc>
              <a:buNone/>
            </a:pPr>
            <a:r>
              <a:rPr lang="en-US" dirty="0">
                <a:effectLst/>
                <a:latin typeface="Aptos (Body)"/>
                <a:ea typeface="Times New Roman" panose="02020603050405020304" pitchFamily="18" charset="0"/>
              </a:rPr>
              <a:t>7.1. Latches</a:t>
            </a:r>
            <a:br>
              <a:rPr lang="en-US" dirty="0">
                <a:effectLst/>
                <a:latin typeface="Aptos (Body)"/>
                <a:ea typeface="Times New Roman" panose="02020603050405020304" pitchFamily="18" charset="0"/>
              </a:rPr>
            </a:br>
            <a:r>
              <a:rPr lang="en-US" dirty="0">
                <a:effectLst/>
                <a:latin typeface="Aptos (Body)"/>
                <a:ea typeface="Times New Roman" panose="02020603050405020304" pitchFamily="18" charset="0"/>
              </a:rPr>
              <a:t>7.2. Flip-Flops</a:t>
            </a:r>
            <a:br>
              <a:rPr lang="en-US" dirty="0">
                <a:effectLst/>
                <a:latin typeface="Aptos (Body)"/>
                <a:ea typeface="Times New Roman" panose="02020603050405020304" pitchFamily="18" charset="0"/>
              </a:rPr>
            </a:br>
            <a:r>
              <a:rPr lang="en-US" dirty="0">
                <a:effectLst/>
                <a:latin typeface="Aptos (Body)"/>
                <a:ea typeface="Times New Roman" panose="02020603050405020304" pitchFamily="18" charset="0"/>
              </a:rPr>
              <a:t>7.3. Flip-Flop Operating Characteristics</a:t>
            </a:r>
            <a:br>
              <a:rPr lang="en-US" dirty="0">
                <a:effectLst/>
                <a:latin typeface="Aptos (Body)"/>
                <a:ea typeface="Times New Roman" panose="02020603050405020304" pitchFamily="18" charset="0"/>
              </a:rPr>
            </a:br>
            <a:r>
              <a:rPr lang="en-US" dirty="0">
                <a:effectLst/>
                <a:latin typeface="Aptos (Body)"/>
                <a:ea typeface="Times New Roman" panose="02020603050405020304" pitchFamily="18" charset="0"/>
              </a:rPr>
              <a:t>7.4. Flip-Flop Applications</a:t>
            </a:r>
            <a:br>
              <a:rPr lang="en-US" dirty="0">
                <a:effectLst/>
                <a:latin typeface="Aptos (Body)"/>
                <a:ea typeface="Times New Roman" panose="02020603050405020304" pitchFamily="18" charset="0"/>
              </a:rPr>
            </a:br>
            <a:r>
              <a:rPr lang="en-US" dirty="0">
                <a:effectLst/>
                <a:latin typeface="Aptos (Body)"/>
                <a:ea typeface="Times New Roman" panose="02020603050405020304" pitchFamily="18" charset="0"/>
              </a:rPr>
              <a:t>7.5. One-Shots</a:t>
            </a:r>
            <a:br>
              <a:rPr lang="en-US" dirty="0">
                <a:effectLst/>
                <a:latin typeface="Aptos (Body)"/>
                <a:ea typeface="Times New Roman" panose="02020603050405020304" pitchFamily="18" charset="0"/>
              </a:rPr>
            </a:br>
            <a:r>
              <a:rPr lang="en-US" dirty="0">
                <a:effectLst/>
                <a:latin typeface="Aptos (Body)"/>
                <a:ea typeface="Times New Roman" panose="02020603050405020304" pitchFamily="18" charset="0"/>
              </a:rPr>
              <a:t>7.6. The Astable Multivibrator</a:t>
            </a:r>
            <a:br>
              <a:rPr lang="en-US" dirty="0">
                <a:effectLst/>
                <a:latin typeface="Aptos (Body)"/>
                <a:ea typeface="Times New Roman" panose="02020603050405020304" pitchFamily="18" charset="0"/>
              </a:rPr>
            </a:br>
            <a:r>
              <a:rPr lang="en-US" dirty="0">
                <a:solidFill>
                  <a:schemeClr val="tx2">
                    <a:lumMod val="75000"/>
                    <a:lumOff val="25000"/>
                  </a:schemeClr>
                </a:solidFill>
                <a:latin typeface="Aptos (Body)"/>
              </a:rPr>
              <a:t>Multiple-choice test and Problems</a:t>
            </a:r>
          </a:p>
        </p:txBody>
      </p:sp>
      <p:sp>
        <p:nvSpPr>
          <p:cNvPr id="3" name="Slide Number Placeholder 2">
            <a:extLst>
              <a:ext uri="{FF2B5EF4-FFF2-40B4-BE49-F238E27FC236}">
                <a16:creationId xmlns:a16="http://schemas.microsoft.com/office/drawing/2014/main" id="{C895D3F3-2FA5-0262-798E-21155E410D60}"/>
              </a:ext>
            </a:extLst>
          </p:cNvPr>
          <p:cNvSpPr>
            <a:spLocks noGrp="1"/>
          </p:cNvSpPr>
          <p:nvPr>
            <p:ph type="sldNum" sz="quarter" idx="12"/>
          </p:nvPr>
        </p:nvSpPr>
        <p:spPr/>
        <p:txBody>
          <a:bodyPr/>
          <a:lstStyle/>
          <a:p>
            <a:fld id="{644A9409-5B7A-4A68-9AEC-D10994391474}" type="slidenum">
              <a:rPr lang="vi-VN" smtClean="0"/>
              <a:t>3</a:t>
            </a:fld>
            <a:endParaRPr lang="vi-VN"/>
          </a:p>
        </p:txBody>
      </p:sp>
    </p:spTree>
    <p:extLst>
      <p:ext uri="{BB962C8B-B14F-4D97-AF65-F5344CB8AC3E}">
        <p14:creationId xmlns:p14="http://schemas.microsoft.com/office/powerpoint/2010/main" val="1501905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7.1 Latches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The latch is </a:t>
            </a:r>
            <a:r>
              <a:rPr lang="en-US" dirty="0">
                <a:solidFill>
                  <a:srgbClr val="242021"/>
                </a:solidFill>
                <a:latin typeface="Aptos (Body)"/>
              </a:rPr>
              <a:t>a type of temporary storage device that has two stable states (bistable) and is normally placed in a category separate from that of flip-flops. </a:t>
            </a:r>
          </a:p>
          <a:p>
            <a:pPr marL="0" indent="0">
              <a:lnSpc>
                <a:spcPct val="100000"/>
              </a:lnSpc>
              <a:buNone/>
            </a:pPr>
            <a:r>
              <a:rPr lang="en-US" sz="2400" b="1" i="1" dirty="0">
                <a:solidFill>
                  <a:schemeClr val="tx2">
                    <a:lumMod val="50000"/>
                    <a:lumOff val="50000"/>
                  </a:schemeClr>
                </a:solidFill>
                <a:latin typeface="Aptos (Body)"/>
              </a:rPr>
              <a:t>The S-R (SET-RESET) Latch </a:t>
            </a:r>
            <a:br>
              <a:rPr lang="en-US" sz="2100" b="1" i="1" dirty="0">
                <a:solidFill>
                  <a:schemeClr val="tx2">
                    <a:lumMod val="50000"/>
                    <a:lumOff val="50000"/>
                  </a:schemeClr>
                </a:solidFill>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4</a:t>
            </a:fld>
            <a:endParaRPr lang="vi-VN" dirty="0"/>
          </a:p>
        </p:txBody>
      </p:sp>
      <p:pic>
        <p:nvPicPr>
          <p:cNvPr id="3" name="Picture 2">
            <a:extLst>
              <a:ext uri="{FF2B5EF4-FFF2-40B4-BE49-F238E27FC236}">
                <a16:creationId xmlns:a16="http://schemas.microsoft.com/office/drawing/2014/main" id="{0955F133-0206-4230-A5F5-3EE5733F00D2}"/>
              </a:ext>
            </a:extLst>
          </p:cNvPr>
          <p:cNvPicPr>
            <a:picLocks noChangeAspect="1"/>
          </p:cNvPicPr>
          <p:nvPr/>
        </p:nvPicPr>
        <p:blipFill>
          <a:blip r:embed="rId2"/>
          <a:stretch>
            <a:fillRect/>
          </a:stretch>
        </p:blipFill>
        <p:spPr>
          <a:xfrm>
            <a:off x="1890195" y="2687649"/>
            <a:ext cx="8621815" cy="2971030"/>
          </a:xfrm>
          <a:prstGeom prst="rect">
            <a:avLst/>
          </a:prstGeom>
        </p:spPr>
      </p:pic>
    </p:spTree>
    <p:extLst>
      <p:ext uri="{BB962C8B-B14F-4D97-AF65-F5344CB8AC3E}">
        <p14:creationId xmlns:p14="http://schemas.microsoft.com/office/powerpoint/2010/main" val="1229134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7.1 Latches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3" y="1099930"/>
            <a:ext cx="10946295"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The latch is </a:t>
            </a:r>
            <a:r>
              <a:rPr lang="en-US" sz="2400" dirty="0">
                <a:solidFill>
                  <a:srgbClr val="242021"/>
                </a:solidFill>
                <a:latin typeface="Aptos (Body)"/>
              </a:rPr>
              <a:t>a type of temporary storage device that has two stable states (bistable) and is normally placed in a category separate from that of flip-flops. </a:t>
            </a:r>
          </a:p>
          <a:p>
            <a:pPr marL="0" indent="0">
              <a:lnSpc>
                <a:spcPct val="100000"/>
              </a:lnSpc>
              <a:buNone/>
            </a:pPr>
            <a:r>
              <a:rPr lang="en-US" sz="2400" b="1" i="1" dirty="0">
                <a:solidFill>
                  <a:schemeClr val="tx2">
                    <a:lumMod val="50000"/>
                    <a:lumOff val="50000"/>
                  </a:schemeClr>
                </a:solidFill>
                <a:latin typeface="Aptos (Body)"/>
              </a:rPr>
              <a:t>The S-R (SET-RESET) Latch </a:t>
            </a:r>
            <a:br>
              <a:rPr lang="en-US" sz="2100" b="1" i="1" dirty="0">
                <a:solidFill>
                  <a:schemeClr val="tx2">
                    <a:lumMod val="50000"/>
                    <a:lumOff val="50000"/>
                  </a:schemeClr>
                </a:solidFill>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5</a:t>
            </a:fld>
            <a:endParaRPr lang="vi-VN" dirty="0"/>
          </a:p>
        </p:txBody>
      </p:sp>
      <p:pic>
        <p:nvPicPr>
          <p:cNvPr id="5" name="Picture 4">
            <a:extLst>
              <a:ext uri="{FF2B5EF4-FFF2-40B4-BE49-F238E27FC236}">
                <a16:creationId xmlns:a16="http://schemas.microsoft.com/office/drawing/2014/main" id="{6210B2B1-56B1-489B-A7ED-2635C70CD7DE}"/>
              </a:ext>
            </a:extLst>
          </p:cNvPr>
          <p:cNvPicPr>
            <a:picLocks noChangeAspect="1"/>
          </p:cNvPicPr>
          <p:nvPr/>
        </p:nvPicPr>
        <p:blipFill>
          <a:blip r:embed="rId2"/>
          <a:stretch>
            <a:fillRect/>
          </a:stretch>
        </p:blipFill>
        <p:spPr>
          <a:xfrm>
            <a:off x="641565" y="2626725"/>
            <a:ext cx="6584627" cy="2575580"/>
          </a:xfrm>
          <a:prstGeom prst="rect">
            <a:avLst/>
          </a:prstGeom>
        </p:spPr>
      </p:pic>
      <p:pic>
        <p:nvPicPr>
          <p:cNvPr id="7" name="Picture 6">
            <a:extLst>
              <a:ext uri="{FF2B5EF4-FFF2-40B4-BE49-F238E27FC236}">
                <a16:creationId xmlns:a16="http://schemas.microsoft.com/office/drawing/2014/main" id="{2FED726F-DEB2-40B2-AC30-4543B1F08B40}"/>
              </a:ext>
            </a:extLst>
          </p:cNvPr>
          <p:cNvPicPr>
            <a:picLocks noChangeAspect="1"/>
          </p:cNvPicPr>
          <p:nvPr/>
        </p:nvPicPr>
        <p:blipFill>
          <a:blip r:embed="rId3"/>
          <a:stretch>
            <a:fillRect/>
          </a:stretch>
        </p:blipFill>
        <p:spPr>
          <a:xfrm>
            <a:off x="7226192" y="2824779"/>
            <a:ext cx="4880510" cy="2295939"/>
          </a:xfrm>
          <a:prstGeom prst="rect">
            <a:avLst/>
          </a:prstGeom>
        </p:spPr>
      </p:pic>
      <p:pic>
        <p:nvPicPr>
          <p:cNvPr id="8" name="Picture 7">
            <a:extLst>
              <a:ext uri="{FF2B5EF4-FFF2-40B4-BE49-F238E27FC236}">
                <a16:creationId xmlns:a16="http://schemas.microsoft.com/office/drawing/2014/main" id="{6E9FE7E8-E797-421A-A969-7846644880DD}"/>
              </a:ext>
            </a:extLst>
          </p:cNvPr>
          <p:cNvPicPr>
            <a:picLocks noChangeAspect="1"/>
          </p:cNvPicPr>
          <p:nvPr/>
        </p:nvPicPr>
        <p:blipFill>
          <a:blip r:embed="rId4"/>
          <a:stretch>
            <a:fillRect/>
          </a:stretch>
        </p:blipFill>
        <p:spPr>
          <a:xfrm>
            <a:off x="7323567" y="5390645"/>
            <a:ext cx="4783135" cy="365125"/>
          </a:xfrm>
          <a:prstGeom prst="rect">
            <a:avLst/>
          </a:prstGeom>
        </p:spPr>
      </p:pic>
    </p:spTree>
    <p:extLst>
      <p:ext uri="{BB962C8B-B14F-4D97-AF65-F5344CB8AC3E}">
        <p14:creationId xmlns:p14="http://schemas.microsoft.com/office/powerpoint/2010/main" val="2640596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7.1 Latches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The latch is </a:t>
            </a:r>
            <a:r>
              <a:rPr lang="en-US" dirty="0">
                <a:solidFill>
                  <a:srgbClr val="242021"/>
                </a:solidFill>
                <a:latin typeface="Aptos (Body)"/>
              </a:rPr>
              <a:t>a type of temporary storage device that has two stable states (bistable) and is normally placed in a category separate from that of flip-flops. </a:t>
            </a:r>
          </a:p>
          <a:p>
            <a:pPr marL="0" indent="0">
              <a:lnSpc>
                <a:spcPct val="100000"/>
              </a:lnSpc>
              <a:buNone/>
            </a:pPr>
            <a:r>
              <a:rPr lang="en-US" sz="2400" b="1" i="1" dirty="0">
                <a:solidFill>
                  <a:schemeClr val="tx2">
                    <a:lumMod val="50000"/>
                    <a:lumOff val="50000"/>
                  </a:schemeClr>
                </a:solidFill>
                <a:latin typeface="Aptos (Body)"/>
              </a:rPr>
              <a:t>An Application</a:t>
            </a:r>
            <a:br>
              <a:rPr lang="en-US" sz="1800" b="0" i="0" dirty="0">
                <a:solidFill>
                  <a:srgbClr val="00803E"/>
                </a:solidFill>
                <a:effectLst/>
                <a:latin typeface="Helvetica" panose="020B0604020202020204" pitchFamily="34" charset="0"/>
              </a:rPr>
            </a:br>
            <a:r>
              <a:rPr lang="en-US" b="1" i="0" dirty="0">
                <a:effectLst/>
                <a:latin typeface="Helvetica-Bold"/>
              </a:rPr>
              <a:t>The Latch as a Contact-Bounce Eliminator</a:t>
            </a:r>
            <a:r>
              <a:rPr lang="en-US" dirty="0"/>
              <a:t> </a:t>
            </a:r>
            <a:br>
              <a:rPr lang="en-US" sz="1600" dirty="0"/>
            </a:br>
            <a:br>
              <a:rPr lang="en-US" sz="2100" b="1" i="1" dirty="0">
                <a:solidFill>
                  <a:schemeClr val="tx2">
                    <a:lumMod val="50000"/>
                    <a:lumOff val="50000"/>
                  </a:schemeClr>
                </a:solidFill>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6</a:t>
            </a:fld>
            <a:endParaRPr lang="vi-VN" dirty="0"/>
          </a:p>
        </p:txBody>
      </p:sp>
      <p:pic>
        <p:nvPicPr>
          <p:cNvPr id="3" name="Picture 2">
            <a:extLst>
              <a:ext uri="{FF2B5EF4-FFF2-40B4-BE49-F238E27FC236}">
                <a16:creationId xmlns:a16="http://schemas.microsoft.com/office/drawing/2014/main" id="{A286E18C-FD14-429B-85FA-0BABE0FD9D18}"/>
              </a:ext>
            </a:extLst>
          </p:cNvPr>
          <p:cNvPicPr>
            <a:picLocks noChangeAspect="1"/>
          </p:cNvPicPr>
          <p:nvPr/>
        </p:nvPicPr>
        <p:blipFill>
          <a:blip r:embed="rId2"/>
          <a:stretch>
            <a:fillRect/>
          </a:stretch>
        </p:blipFill>
        <p:spPr>
          <a:xfrm>
            <a:off x="1119808" y="2699564"/>
            <a:ext cx="10939671" cy="3199489"/>
          </a:xfrm>
          <a:prstGeom prst="rect">
            <a:avLst/>
          </a:prstGeom>
        </p:spPr>
      </p:pic>
      <p:pic>
        <p:nvPicPr>
          <p:cNvPr id="9" name="Picture 8">
            <a:extLst>
              <a:ext uri="{FF2B5EF4-FFF2-40B4-BE49-F238E27FC236}">
                <a16:creationId xmlns:a16="http://schemas.microsoft.com/office/drawing/2014/main" id="{69CD78C5-C662-4884-B43C-E5B8B66B83E6}"/>
              </a:ext>
            </a:extLst>
          </p:cNvPr>
          <p:cNvPicPr>
            <a:picLocks noChangeAspect="1"/>
          </p:cNvPicPr>
          <p:nvPr/>
        </p:nvPicPr>
        <p:blipFill>
          <a:blip r:embed="rId3"/>
          <a:stretch>
            <a:fillRect/>
          </a:stretch>
        </p:blipFill>
        <p:spPr>
          <a:xfrm>
            <a:off x="3381882" y="6065729"/>
            <a:ext cx="7025374" cy="445371"/>
          </a:xfrm>
          <a:prstGeom prst="rect">
            <a:avLst/>
          </a:prstGeom>
        </p:spPr>
      </p:pic>
    </p:spTree>
    <p:extLst>
      <p:ext uri="{BB962C8B-B14F-4D97-AF65-F5344CB8AC3E}">
        <p14:creationId xmlns:p14="http://schemas.microsoft.com/office/powerpoint/2010/main" val="2398635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7.1 Latches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The latch is </a:t>
            </a:r>
            <a:r>
              <a:rPr lang="en-US" sz="2100" dirty="0">
                <a:solidFill>
                  <a:srgbClr val="242021"/>
                </a:solidFill>
                <a:latin typeface="Aptos (Body)"/>
              </a:rPr>
              <a:t>a type of temporary storage device that has two stable states (bistable) and is normally placed in a category separate from that of flip-flops. </a:t>
            </a:r>
          </a:p>
          <a:p>
            <a:pPr marL="0" indent="0">
              <a:lnSpc>
                <a:spcPct val="100000"/>
              </a:lnSpc>
              <a:buNone/>
            </a:pPr>
            <a:r>
              <a:rPr lang="en-US" sz="2400" b="1" i="1" dirty="0">
                <a:solidFill>
                  <a:schemeClr val="tx2">
                    <a:lumMod val="50000"/>
                    <a:lumOff val="50000"/>
                  </a:schemeClr>
                </a:solidFill>
                <a:latin typeface="Aptos (Body)"/>
              </a:rPr>
              <a:t>The Gated S-R Latch </a:t>
            </a:r>
            <a:br>
              <a:rPr lang="en-US" sz="2100" b="1" i="1" dirty="0">
                <a:solidFill>
                  <a:schemeClr val="tx2">
                    <a:lumMod val="50000"/>
                    <a:lumOff val="50000"/>
                  </a:schemeClr>
                </a:solidFill>
                <a:latin typeface="Aptos (Body)"/>
              </a:rPr>
            </a:br>
            <a:br>
              <a:rPr lang="en-US" sz="2100" b="1" i="1" dirty="0">
                <a:solidFill>
                  <a:schemeClr val="tx2">
                    <a:lumMod val="50000"/>
                    <a:lumOff val="50000"/>
                  </a:schemeClr>
                </a:solidFill>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7</a:t>
            </a:fld>
            <a:endParaRPr lang="vi-VN" dirty="0"/>
          </a:p>
        </p:txBody>
      </p:sp>
      <p:pic>
        <p:nvPicPr>
          <p:cNvPr id="3" name="Picture 2">
            <a:extLst>
              <a:ext uri="{FF2B5EF4-FFF2-40B4-BE49-F238E27FC236}">
                <a16:creationId xmlns:a16="http://schemas.microsoft.com/office/drawing/2014/main" id="{7D29B94F-4682-4794-9B9C-9242E3F75ECB}"/>
              </a:ext>
            </a:extLst>
          </p:cNvPr>
          <p:cNvPicPr>
            <a:picLocks noChangeAspect="1"/>
          </p:cNvPicPr>
          <p:nvPr/>
        </p:nvPicPr>
        <p:blipFill>
          <a:blip r:embed="rId2"/>
          <a:stretch>
            <a:fillRect/>
          </a:stretch>
        </p:blipFill>
        <p:spPr>
          <a:xfrm>
            <a:off x="2318580" y="2428557"/>
            <a:ext cx="9107716" cy="3329513"/>
          </a:xfrm>
          <a:prstGeom prst="rect">
            <a:avLst/>
          </a:prstGeom>
        </p:spPr>
      </p:pic>
      <p:pic>
        <p:nvPicPr>
          <p:cNvPr id="5" name="Picture 4">
            <a:extLst>
              <a:ext uri="{FF2B5EF4-FFF2-40B4-BE49-F238E27FC236}">
                <a16:creationId xmlns:a16="http://schemas.microsoft.com/office/drawing/2014/main" id="{62C34670-CF43-4255-A0A2-09E8A7EF6B79}"/>
              </a:ext>
            </a:extLst>
          </p:cNvPr>
          <p:cNvPicPr>
            <a:picLocks noChangeAspect="1"/>
          </p:cNvPicPr>
          <p:nvPr/>
        </p:nvPicPr>
        <p:blipFill>
          <a:blip r:embed="rId3"/>
          <a:stretch>
            <a:fillRect/>
          </a:stretch>
        </p:blipFill>
        <p:spPr>
          <a:xfrm>
            <a:off x="5008537" y="6118472"/>
            <a:ext cx="3323045" cy="434031"/>
          </a:xfrm>
          <a:prstGeom prst="rect">
            <a:avLst/>
          </a:prstGeom>
        </p:spPr>
      </p:pic>
    </p:spTree>
    <p:extLst>
      <p:ext uri="{BB962C8B-B14F-4D97-AF65-F5344CB8AC3E}">
        <p14:creationId xmlns:p14="http://schemas.microsoft.com/office/powerpoint/2010/main" val="1799791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7.1 Latches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The latch is </a:t>
            </a:r>
            <a:r>
              <a:rPr lang="en-US" sz="2100" dirty="0">
                <a:solidFill>
                  <a:srgbClr val="242021"/>
                </a:solidFill>
                <a:latin typeface="Aptos (Body)"/>
              </a:rPr>
              <a:t>a type of temporary storage device that has two stable states (bistable) and is normally placed in a category separate from that of flip-flops. </a:t>
            </a:r>
          </a:p>
          <a:p>
            <a:pPr marL="0" indent="0">
              <a:lnSpc>
                <a:spcPct val="100000"/>
              </a:lnSpc>
              <a:buNone/>
            </a:pPr>
            <a:r>
              <a:rPr lang="en-US" sz="2400" b="1" i="1" dirty="0">
                <a:solidFill>
                  <a:schemeClr val="tx2">
                    <a:lumMod val="50000"/>
                    <a:lumOff val="50000"/>
                  </a:schemeClr>
                </a:solidFill>
                <a:latin typeface="Aptos (Body)"/>
              </a:rPr>
              <a:t>The Gated D Latch</a:t>
            </a:r>
            <a:br>
              <a:rPr lang="en-US" sz="2100" b="1" i="1" dirty="0">
                <a:solidFill>
                  <a:schemeClr val="tx2">
                    <a:lumMod val="50000"/>
                    <a:lumOff val="50000"/>
                  </a:schemeClr>
                </a:solidFill>
                <a:latin typeface="Aptos (Body)"/>
              </a:rPr>
            </a:br>
            <a:br>
              <a:rPr lang="en-US" sz="2100" b="1" i="1" dirty="0">
                <a:solidFill>
                  <a:schemeClr val="tx2">
                    <a:lumMod val="50000"/>
                    <a:lumOff val="50000"/>
                  </a:schemeClr>
                </a:solidFill>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8</a:t>
            </a:fld>
            <a:endParaRPr lang="vi-VN" dirty="0"/>
          </a:p>
        </p:txBody>
      </p:sp>
      <p:pic>
        <p:nvPicPr>
          <p:cNvPr id="7" name="Picture 6">
            <a:extLst>
              <a:ext uri="{FF2B5EF4-FFF2-40B4-BE49-F238E27FC236}">
                <a16:creationId xmlns:a16="http://schemas.microsoft.com/office/drawing/2014/main" id="{CA3A348F-1091-4C86-B85D-70AFDEB9754D}"/>
              </a:ext>
            </a:extLst>
          </p:cNvPr>
          <p:cNvPicPr>
            <a:picLocks noChangeAspect="1"/>
          </p:cNvPicPr>
          <p:nvPr/>
        </p:nvPicPr>
        <p:blipFill>
          <a:blip r:embed="rId2"/>
          <a:stretch>
            <a:fillRect/>
          </a:stretch>
        </p:blipFill>
        <p:spPr>
          <a:xfrm>
            <a:off x="1982115" y="2312017"/>
            <a:ext cx="9136459" cy="3446053"/>
          </a:xfrm>
          <a:prstGeom prst="rect">
            <a:avLst/>
          </a:prstGeom>
        </p:spPr>
      </p:pic>
      <p:pic>
        <p:nvPicPr>
          <p:cNvPr id="8" name="Picture 7">
            <a:extLst>
              <a:ext uri="{FF2B5EF4-FFF2-40B4-BE49-F238E27FC236}">
                <a16:creationId xmlns:a16="http://schemas.microsoft.com/office/drawing/2014/main" id="{CB07E8D8-E235-4838-98D3-29D273F92D47}"/>
              </a:ext>
            </a:extLst>
          </p:cNvPr>
          <p:cNvPicPr>
            <a:picLocks noChangeAspect="1"/>
          </p:cNvPicPr>
          <p:nvPr/>
        </p:nvPicPr>
        <p:blipFill>
          <a:blip r:embed="rId3"/>
          <a:stretch>
            <a:fillRect/>
          </a:stretch>
        </p:blipFill>
        <p:spPr>
          <a:xfrm>
            <a:off x="2962728" y="6329592"/>
            <a:ext cx="6597849" cy="508530"/>
          </a:xfrm>
          <a:prstGeom prst="rect">
            <a:avLst/>
          </a:prstGeom>
        </p:spPr>
      </p:pic>
    </p:spTree>
    <p:extLst>
      <p:ext uri="{BB962C8B-B14F-4D97-AF65-F5344CB8AC3E}">
        <p14:creationId xmlns:p14="http://schemas.microsoft.com/office/powerpoint/2010/main" val="3076140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7.2 Flip-Flops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27652"/>
            <a:ext cx="10774018" cy="5407836"/>
          </a:xfrm>
        </p:spPr>
        <p:txBody>
          <a:bodyPr>
            <a:normAutofit/>
          </a:bodyPr>
          <a:lstStyle/>
          <a:p>
            <a:pPr marL="0" indent="0">
              <a:lnSpc>
                <a:spcPct val="100000"/>
              </a:lnSpc>
              <a:buNone/>
            </a:pPr>
            <a:r>
              <a:rPr lang="en-US" sz="2100" b="1" i="1" dirty="0">
                <a:solidFill>
                  <a:schemeClr val="tx2">
                    <a:lumMod val="50000"/>
                    <a:lumOff val="50000"/>
                  </a:schemeClr>
                </a:solidFill>
                <a:latin typeface="Aptos (Body)"/>
              </a:rPr>
              <a:t>Flip-flops are </a:t>
            </a:r>
            <a:r>
              <a:rPr lang="en-US" sz="2100" dirty="0">
                <a:solidFill>
                  <a:srgbClr val="242021"/>
                </a:solidFill>
                <a:latin typeface="Aptos (Body)"/>
              </a:rPr>
              <a:t>synchronous bistable devices, also known as bistable multivibrators. In this case, the term synchronous means that the output changes state only at a specified point (leading or trailing edge) on the triggering input called the clock (CLK), which is designated as a control input, C; that is, changes in the output occur in synchronization with the clock </a:t>
            </a:r>
            <a:br>
              <a:rPr lang="en-US" sz="2100" dirty="0">
                <a:solidFill>
                  <a:srgbClr val="242021"/>
                </a:solidFill>
                <a:latin typeface="Aptos (Body)"/>
              </a:rPr>
            </a:br>
            <a:r>
              <a:rPr lang="en-US" sz="2100" b="1" i="1" dirty="0">
                <a:solidFill>
                  <a:schemeClr val="tx2">
                    <a:lumMod val="50000"/>
                    <a:lumOff val="50000"/>
                  </a:schemeClr>
                </a:solidFill>
                <a:latin typeface="Aptos (Body)"/>
              </a:rPr>
              <a:t>An edge-triggered flip-flop </a:t>
            </a:r>
            <a:r>
              <a:rPr lang="en-US" sz="2100" dirty="0">
                <a:solidFill>
                  <a:srgbClr val="242021"/>
                </a:solidFill>
                <a:latin typeface="Aptos (Body)"/>
              </a:rPr>
              <a:t>changes state either at the positive edge (rising edge) or at the negative edge (falling edge) of the clock pulse and is sensitive to its inputs only at this transition of the clock. Two types of edge-triggered flip-flops are covered in this section: D and J-K.  </a:t>
            </a:r>
            <a:br>
              <a:rPr lang="en-US" sz="1600" dirty="0"/>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9</a:t>
            </a:fld>
            <a:endParaRPr lang="vi-VN" dirty="0"/>
          </a:p>
        </p:txBody>
      </p:sp>
      <p:grpSp>
        <p:nvGrpSpPr>
          <p:cNvPr id="10" name="Group 9">
            <a:extLst>
              <a:ext uri="{FF2B5EF4-FFF2-40B4-BE49-F238E27FC236}">
                <a16:creationId xmlns:a16="http://schemas.microsoft.com/office/drawing/2014/main" id="{A286AD63-1867-4CE7-AC6A-3E7965BC4659}"/>
              </a:ext>
            </a:extLst>
          </p:cNvPr>
          <p:cNvGrpSpPr/>
          <p:nvPr/>
        </p:nvGrpSpPr>
        <p:grpSpPr>
          <a:xfrm>
            <a:off x="702367" y="3333956"/>
            <a:ext cx="10946295" cy="2271714"/>
            <a:chOff x="874644" y="3254443"/>
            <a:chExt cx="9203426" cy="1711515"/>
          </a:xfrm>
        </p:grpSpPr>
        <p:grpSp>
          <p:nvGrpSpPr>
            <p:cNvPr id="9" name="Group 8">
              <a:extLst>
                <a:ext uri="{FF2B5EF4-FFF2-40B4-BE49-F238E27FC236}">
                  <a16:creationId xmlns:a16="http://schemas.microsoft.com/office/drawing/2014/main" id="{CE85E74E-E5FA-4A99-8250-9043A7D75C5A}"/>
                </a:ext>
              </a:extLst>
            </p:cNvPr>
            <p:cNvGrpSpPr/>
            <p:nvPr/>
          </p:nvGrpSpPr>
          <p:grpSpPr>
            <a:xfrm>
              <a:off x="874644" y="3254443"/>
              <a:ext cx="6993006" cy="1711515"/>
              <a:chOff x="874644" y="3254443"/>
              <a:chExt cx="6993006" cy="1711515"/>
            </a:xfrm>
          </p:grpSpPr>
          <p:pic>
            <p:nvPicPr>
              <p:cNvPr id="3" name="Picture 2">
                <a:extLst>
                  <a:ext uri="{FF2B5EF4-FFF2-40B4-BE49-F238E27FC236}">
                    <a16:creationId xmlns:a16="http://schemas.microsoft.com/office/drawing/2014/main" id="{02E18272-D5FC-4F37-B9B2-E4BBDC2C83A8}"/>
                  </a:ext>
                </a:extLst>
              </p:cNvPr>
              <p:cNvPicPr>
                <a:picLocks noChangeAspect="1"/>
              </p:cNvPicPr>
              <p:nvPr/>
            </p:nvPicPr>
            <p:blipFill>
              <a:blip r:embed="rId2"/>
              <a:stretch>
                <a:fillRect/>
              </a:stretch>
            </p:blipFill>
            <p:spPr>
              <a:xfrm>
                <a:off x="874644" y="3254443"/>
                <a:ext cx="1866900" cy="1647825"/>
              </a:xfrm>
              <a:prstGeom prst="rect">
                <a:avLst/>
              </a:prstGeom>
            </p:spPr>
          </p:pic>
          <p:pic>
            <p:nvPicPr>
              <p:cNvPr id="5" name="Picture 4">
                <a:extLst>
                  <a:ext uri="{FF2B5EF4-FFF2-40B4-BE49-F238E27FC236}">
                    <a16:creationId xmlns:a16="http://schemas.microsoft.com/office/drawing/2014/main" id="{6472CEE1-A3AC-4D05-8A3B-D7791AD4ACD2}"/>
                  </a:ext>
                </a:extLst>
              </p:cNvPr>
              <p:cNvPicPr>
                <a:picLocks noChangeAspect="1"/>
              </p:cNvPicPr>
              <p:nvPr/>
            </p:nvPicPr>
            <p:blipFill>
              <a:blip r:embed="rId3"/>
              <a:stretch>
                <a:fillRect/>
              </a:stretch>
            </p:blipFill>
            <p:spPr>
              <a:xfrm>
                <a:off x="2840727" y="3615005"/>
                <a:ext cx="1819275" cy="1257300"/>
              </a:xfrm>
              <a:prstGeom prst="rect">
                <a:avLst/>
              </a:prstGeom>
            </p:spPr>
          </p:pic>
          <p:pic>
            <p:nvPicPr>
              <p:cNvPr id="7" name="Picture 6">
                <a:extLst>
                  <a:ext uri="{FF2B5EF4-FFF2-40B4-BE49-F238E27FC236}">
                    <a16:creationId xmlns:a16="http://schemas.microsoft.com/office/drawing/2014/main" id="{29B76FE4-C5AA-47BF-AD9F-2FDC0714BB1C}"/>
                  </a:ext>
                </a:extLst>
              </p:cNvPr>
              <p:cNvPicPr>
                <a:picLocks noChangeAspect="1"/>
              </p:cNvPicPr>
              <p:nvPr/>
            </p:nvPicPr>
            <p:blipFill>
              <a:blip r:embed="rId4"/>
              <a:stretch>
                <a:fillRect/>
              </a:stretch>
            </p:blipFill>
            <p:spPr>
              <a:xfrm>
                <a:off x="6096000" y="3565783"/>
                <a:ext cx="1771650" cy="1400175"/>
              </a:xfrm>
              <a:prstGeom prst="rect">
                <a:avLst/>
              </a:prstGeom>
            </p:spPr>
          </p:pic>
        </p:grpSp>
        <p:pic>
          <p:nvPicPr>
            <p:cNvPr id="8" name="Picture 7">
              <a:extLst>
                <a:ext uri="{FF2B5EF4-FFF2-40B4-BE49-F238E27FC236}">
                  <a16:creationId xmlns:a16="http://schemas.microsoft.com/office/drawing/2014/main" id="{2861FBB7-52C6-411D-83A9-3E5CBA4DE92E}"/>
                </a:ext>
              </a:extLst>
            </p:cNvPr>
            <p:cNvPicPr>
              <a:picLocks noChangeAspect="1"/>
            </p:cNvPicPr>
            <p:nvPr/>
          </p:nvPicPr>
          <p:blipFill>
            <a:blip r:embed="rId5"/>
            <a:stretch>
              <a:fillRect/>
            </a:stretch>
          </p:blipFill>
          <p:spPr>
            <a:xfrm>
              <a:off x="8315945" y="3653105"/>
              <a:ext cx="1762125" cy="1219200"/>
            </a:xfrm>
            <a:prstGeom prst="rect">
              <a:avLst/>
            </a:prstGeom>
          </p:spPr>
        </p:pic>
      </p:grpSp>
      <p:pic>
        <p:nvPicPr>
          <p:cNvPr id="11" name="Picture 10">
            <a:extLst>
              <a:ext uri="{FF2B5EF4-FFF2-40B4-BE49-F238E27FC236}">
                <a16:creationId xmlns:a16="http://schemas.microsoft.com/office/drawing/2014/main" id="{16779AD5-8AB3-475C-B8BB-B77A8966EBB2}"/>
              </a:ext>
            </a:extLst>
          </p:cNvPr>
          <p:cNvPicPr>
            <a:picLocks noChangeAspect="1"/>
          </p:cNvPicPr>
          <p:nvPr/>
        </p:nvPicPr>
        <p:blipFill>
          <a:blip r:embed="rId6"/>
          <a:stretch>
            <a:fillRect/>
          </a:stretch>
        </p:blipFill>
        <p:spPr>
          <a:xfrm>
            <a:off x="2496892" y="6081501"/>
            <a:ext cx="8103859" cy="612162"/>
          </a:xfrm>
          <a:prstGeom prst="rect">
            <a:avLst/>
          </a:prstGeom>
        </p:spPr>
      </p:pic>
    </p:spTree>
    <p:extLst>
      <p:ext uri="{BB962C8B-B14F-4D97-AF65-F5344CB8AC3E}">
        <p14:creationId xmlns:p14="http://schemas.microsoft.com/office/powerpoint/2010/main" val="1166208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7.2 Flip-Flops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3" y="927652"/>
            <a:ext cx="10906539" cy="5407836"/>
          </a:xfrm>
        </p:spPr>
        <p:txBody>
          <a:bodyPr>
            <a:normAutofit/>
          </a:bodyPr>
          <a:lstStyle/>
          <a:p>
            <a:pPr marL="0" indent="0">
              <a:lnSpc>
                <a:spcPct val="150000"/>
              </a:lnSpc>
              <a:buNone/>
            </a:pPr>
            <a:r>
              <a:rPr lang="en-US" sz="2400" b="1" i="1" dirty="0">
                <a:solidFill>
                  <a:schemeClr val="tx2">
                    <a:lumMod val="50000"/>
                    <a:lumOff val="50000"/>
                  </a:schemeClr>
                </a:solidFill>
                <a:latin typeface="Aptos (Body)"/>
              </a:rPr>
              <a:t>The D Flip-Flop </a:t>
            </a:r>
            <a:br>
              <a:rPr lang="en-US" sz="2100" dirty="0">
                <a:latin typeface="Aptos (Body)"/>
              </a:rPr>
            </a:br>
            <a:r>
              <a:rPr lang="en-US" b="0" i="0" dirty="0">
                <a:solidFill>
                  <a:srgbClr val="242021"/>
                </a:solidFill>
                <a:effectLst/>
                <a:latin typeface="Aptos (Body)"/>
              </a:rPr>
              <a:t>The </a:t>
            </a:r>
            <a:r>
              <a:rPr lang="en-US" b="0" i="1" dirty="0">
                <a:solidFill>
                  <a:srgbClr val="242021"/>
                </a:solidFill>
                <a:effectLst/>
                <a:latin typeface="Aptos (Body)"/>
              </a:rPr>
              <a:t>D </a:t>
            </a:r>
            <a:r>
              <a:rPr lang="en-US" b="0" i="0" dirty="0">
                <a:solidFill>
                  <a:srgbClr val="242021"/>
                </a:solidFill>
                <a:effectLst/>
                <a:latin typeface="Aptos (Body)"/>
              </a:rPr>
              <a:t>input of the </a:t>
            </a:r>
            <a:r>
              <a:rPr lang="en-US" b="1" i="0" dirty="0">
                <a:solidFill>
                  <a:srgbClr val="006D96"/>
                </a:solidFill>
                <a:effectLst/>
                <a:latin typeface="Aptos (Body)"/>
              </a:rPr>
              <a:t>D flip-flop </a:t>
            </a:r>
            <a:r>
              <a:rPr lang="en-US" b="0" i="0" dirty="0">
                <a:solidFill>
                  <a:srgbClr val="242021"/>
                </a:solidFill>
                <a:effectLst/>
                <a:latin typeface="Aptos (Body)"/>
              </a:rPr>
              <a:t>is a </a:t>
            </a:r>
            <a:r>
              <a:rPr lang="en-US" b="1" i="0" dirty="0">
                <a:solidFill>
                  <a:srgbClr val="006D96"/>
                </a:solidFill>
                <a:effectLst/>
                <a:latin typeface="Aptos (Body)"/>
              </a:rPr>
              <a:t>synchronous </a:t>
            </a:r>
            <a:r>
              <a:rPr lang="en-US" b="0" i="0" dirty="0">
                <a:solidFill>
                  <a:srgbClr val="242021"/>
                </a:solidFill>
                <a:effectLst/>
                <a:latin typeface="Aptos (Body)"/>
              </a:rPr>
              <a:t>input because data on the input are transferred to the flip-flop’s output only on the triggering edge of the clock pulse. When </a:t>
            </a:r>
            <a:r>
              <a:rPr lang="en-US" b="0" i="1" dirty="0">
                <a:solidFill>
                  <a:srgbClr val="242021"/>
                </a:solidFill>
                <a:effectLst/>
                <a:latin typeface="Aptos (Body)"/>
              </a:rPr>
              <a:t>D </a:t>
            </a:r>
            <a:r>
              <a:rPr lang="en-US" b="0" i="0" dirty="0">
                <a:solidFill>
                  <a:srgbClr val="242021"/>
                </a:solidFill>
                <a:effectLst/>
                <a:latin typeface="Aptos (Body)"/>
              </a:rPr>
              <a:t>is HIGH, the </a:t>
            </a:r>
            <a:r>
              <a:rPr lang="en-US" b="0" i="1" dirty="0">
                <a:solidFill>
                  <a:srgbClr val="242021"/>
                </a:solidFill>
                <a:effectLst/>
                <a:latin typeface="Aptos (Body)"/>
              </a:rPr>
              <a:t>Q </a:t>
            </a:r>
            <a:r>
              <a:rPr lang="en-US" b="0" i="0" dirty="0">
                <a:solidFill>
                  <a:srgbClr val="242021"/>
                </a:solidFill>
                <a:effectLst/>
                <a:latin typeface="Aptos (Body)"/>
              </a:rPr>
              <a:t>output goes HIGH on the triggering edge of the clock pulse, and the flip-flop</a:t>
            </a:r>
            <a:r>
              <a:rPr lang="en-US" dirty="0">
                <a:latin typeface="Aptos (Body)"/>
              </a:rPr>
              <a:t> </a:t>
            </a:r>
            <a:r>
              <a:rPr lang="en-US" b="0" i="0" dirty="0">
                <a:solidFill>
                  <a:srgbClr val="242021"/>
                </a:solidFill>
                <a:effectLst/>
                <a:latin typeface="Aptos (Body)"/>
              </a:rPr>
              <a:t>is SET. When </a:t>
            </a:r>
            <a:r>
              <a:rPr lang="en-US" b="0" i="1" dirty="0">
                <a:solidFill>
                  <a:srgbClr val="242021"/>
                </a:solidFill>
                <a:effectLst/>
                <a:latin typeface="Aptos (Body)"/>
              </a:rPr>
              <a:t>D </a:t>
            </a:r>
            <a:r>
              <a:rPr lang="en-US" b="0" i="0" dirty="0">
                <a:solidFill>
                  <a:srgbClr val="242021"/>
                </a:solidFill>
                <a:effectLst/>
                <a:latin typeface="Aptos (Body)"/>
              </a:rPr>
              <a:t>is LOW, the </a:t>
            </a:r>
            <a:r>
              <a:rPr lang="en-US" b="0" i="1" dirty="0">
                <a:solidFill>
                  <a:srgbClr val="242021"/>
                </a:solidFill>
                <a:effectLst/>
                <a:latin typeface="Aptos (Body)"/>
              </a:rPr>
              <a:t>Q </a:t>
            </a:r>
            <a:r>
              <a:rPr lang="en-US" b="0" i="0" dirty="0">
                <a:solidFill>
                  <a:srgbClr val="242021"/>
                </a:solidFill>
                <a:effectLst/>
                <a:latin typeface="Aptos (Body)"/>
              </a:rPr>
              <a:t>output goes LOW on the triggering edge of the clock pulse, and the flip-flop is RESET.</a:t>
            </a:r>
            <a:r>
              <a:rPr lang="en-US" dirty="0">
                <a:latin typeface="Aptos (Body)"/>
              </a:rPr>
              <a:t> </a:t>
            </a:r>
            <a:br>
              <a:rPr lang="en-US" dirty="0">
                <a:latin typeface="Aptos (Body)"/>
              </a:rPr>
            </a:br>
            <a:br>
              <a:rPr lang="en-US" sz="2100" dirty="0">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10</a:t>
            </a:fld>
            <a:endParaRPr lang="vi-VN" dirty="0"/>
          </a:p>
        </p:txBody>
      </p:sp>
      <p:pic>
        <p:nvPicPr>
          <p:cNvPr id="12" name="Picture 11">
            <a:extLst>
              <a:ext uri="{FF2B5EF4-FFF2-40B4-BE49-F238E27FC236}">
                <a16:creationId xmlns:a16="http://schemas.microsoft.com/office/drawing/2014/main" id="{120B3622-D45D-4DAE-9996-60D5028F79CA}"/>
              </a:ext>
            </a:extLst>
          </p:cNvPr>
          <p:cNvPicPr>
            <a:picLocks noChangeAspect="1"/>
          </p:cNvPicPr>
          <p:nvPr/>
        </p:nvPicPr>
        <p:blipFill>
          <a:blip r:embed="rId2"/>
          <a:stretch>
            <a:fillRect/>
          </a:stretch>
        </p:blipFill>
        <p:spPr>
          <a:xfrm>
            <a:off x="535865" y="4022373"/>
            <a:ext cx="6075683" cy="1984925"/>
          </a:xfrm>
          <a:prstGeom prst="rect">
            <a:avLst/>
          </a:prstGeom>
        </p:spPr>
      </p:pic>
      <p:pic>
        <p:nvPicPr>
          <p:cNvPr id="13" name="Picture 12">
            <a:extLst>
              <a:ext uri="{FF2B5EF4-FFF2-40B4-BE49-F238E27FC236}">
                <a16:creationId xmlns:a16="http://schemas.microsoft.com/office/drawing/2014/main" id="{727F2DB2-DD78-4B01-8BE8-D076B1E1FC1C}"/>
              </a:ext>
            </a:extLst>
          </p:cNvPr>
          <p:cNvPicPr>
            <a:picLocks noChangeAspect="1"/>
          </p:cNvPicPr>
          <p:nvPr/>
        </p:nvPicPr>
        <p:blipFill>
          <a:blip r:embed="rId3"/>
          <a:stretch>
            <a:fillRect/>
          </a:stretch>
        </p:blipFill>
        <p:spPr>
          <a:xfrm>
            <a:off x="535865" y="6007298"/>
            <a:ext cx="5792047" cy="441660"/>
          </a:xfrm>
          <a:prstGeom prst="rect">
            <a:avLst/>
          </a:prstGeom>
        </p:spPr>
      </p:pic>
      <p:pic>
        <p:nvPicPr>
          <p:cNvPr id="14" name="Picture 13">
            <a:extLst>
              <a:ext uri="{FF2B5EF4-FFF2-40B4-BE49-F238E27FC236}">
                <a16:creationId xmlns:a16="http://schemas.microsoft.com/office/drawing/2014/main" id="{F89B1817-0CEA-4442-B416-04FA8B587C97}"/>
              </a:ext>
            </a:extLst>
          </p:cNvPr>
          <p:cNvPicPr>
            <a:picLocks noChangeAspect="1"/>
          </p:cNvPicPr>
          <p:nvPr/>
        </p:nvPicPr>
        <p:blipFill>
          <a:blip r:embed="rId4"/>
          <a:stretch>
            <a:fillRect/>
          </a:stretch>
        </p:blipFill>
        <p:spPr>
          <a:xfrm>
            <a:off x="6950326" y="4022373"/>
            <a:ext cx="5039564" cy="2519783"/>
          </a:xfrm>
          <a:prstGeom prst="rect">
            <a:avLst/>
          </a:prstGeom>
        </p:spPr>
      </p:pic>
    </p:spTree>
    <p:extLst>
      <p:ext uri="{BB962C8B-B14F-4D97-AF65-F5344CB8AC3E}">
        <p14:creationId xmlns:p14="http://schemas.microsoft.com/office/powerpoint/2010/main" val="3048639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7.2 Flip-Flops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27652"/>
            <a:ext cx="10946295" cy="5407836"/>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The J-K Flip-Flop</a:t>
            </a:r>
            <a:br>
              <a:rPr lang="en-US" sz="2100" b="1" i="1" dirty="0">
                <a:solidFill>
                  <a:schemeClr val="tx2">
                    <a:lumMod val="50000"/>
                    <a:lumOff val="50000"/>
                  </a:schemeClr>
                </a:solidFill>
                <a:latin typeface="Aptos (Body)"/>
              </a:rPr>
            </a:br>
            <a:r>
              <a:rPr lang="en-US" dirty="0">
                <a:solidFill>
                  <a:srgbClr val="242021"/>
                </a:solidFill>
                <a:latin typeface="Aptos (Body)"/>
              </a:rPr>
              <a:t>The J and K inputs of the</a:t>
            </a:r>
            <a:r>
              <a:rPr lang="en-US" b="1" dirty="0">
                <a:solidFill>
                  <a:schemeClr val="tx2">
                    <a:lumMod val="50000"/>
                    <a:lumOff val="50000"/>
                  </a:schemeClr>
                </a:solidFill>
                <a:latin typeface="Aptos (Body)"/>
              </a:rPr>
              <a:t> J-K flip-flop </a:t>
            </a:r>
            <a:r>
              <a:rPr lang="en-US" dirty="0">
                <a:latin typeface="Aptos (Body)"/>
              </a:rPr>
              <a:t>are </a:t>
            </a:r>
            <a:r>
              <a:rPr lang="en-US" b="1" dirty="0">
                <a:solidFill>
                  <a:schemeClr val="tx2">
                    <a:lumMod val="50000"/>
                    <a:lumOff val="50000"/>
                  </a:schemeClr>
                </a:solidFill>
                <a:latin typeface="Aptos (Body)"/>
              </a:rPr>
              <a:t>synchronous </a:t>
            </a:r>
            <a:r>
              <a:rPr lang="en-US" dirty="0">
                <a:solidFill>
                  <a:srgbClr val="242021"/>
                </a:solidFill>
                <a:latin typeface="Aptos (Body)"/>
              </a:rPr>
              <a:t>inputs because data on these inputs</a:t>
            </a:r>
            <a:br>
              <a:rPr lang="en-US" dirty="0">
                <a:solidFill>
                  <a:srgbClr val="242021"/>
                </a:solidFill>
                <a:latin typeface="Aptos (Body)"/>
              </a:rPr>
            </a:br>
            <a:r>
              <a:rPr lang="en-US" dirty="0">
                <a:solidFill>
                  <a:srgbClr val="242021"/>
                </a:solidFill>
                <a:latin typeface="Aptos (Body)"/>
              </a:rPr>
              <a:t>are transferred to the flip-flop’s output only on the triggering edge of the clock pulse. When</a:t>
            </a:r>
            <a:br>
              <a:rPr lang="en-US" dirty="0">
                <a:solidFill>
                  <a:srgbClr val="242021"/>
                </a:solidFill>
                <a:latin typeface="Aptos (Body)"/>
              </a:rPr>
            </a:br>
            <a:r>
              <a:rPr lang="en-US" dirty="0">
                <a:solidFill>
                  <a:srgbClr val="242021"/>
                </a:solidFill>
                <a:latin typeface="Aptos (Body)"/>
              </a:rPr>
              <a:t>J is HIGH and K is LOW, the Q output goes HIGH on the triggering edge of the clock</a:t>
            </a:r>
            <a:br>
              <a:rPr lang="en-US" dirty="0">
                <a:solidFill>
                  <a:srgbClr val="242021"/>
                </a:solidFill>
                <a:latin typeface="Aptos (Body)"/>
              </a:rPr>
            </a:br>
            <a:r>
              <a:rPr lang="en-US" dirty="0">
                <a:solidFill>
                  <a:srgbClr val="242021"/>
                </a:solidFill>
                <a:latin typeface="Aptos (Body)"/>
              </a:rPr>
              <a:t>pulse, and the flip-flop is SET.</a:t>
            </a:r>
            <a:br>
              <a:rPr lang="en-US" sz="2100" dirty="0">
                <a:solidFill>
                  <a:srgbClr val="242021"/>
                </a:solidFill>
                <a:latin typeface="Aptos (Body)"/>
              </a:rPr>
            </a:br>
            <a:br>
              <a:rPr lang="en-US" sz="2100" dirty="0">
                <a:solidFill>
                  <a:srgbClr val="242021"/>
                </a:solidFill>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11</a:t>
            </a:fld>
            <a:endParaRPr lang="vi-VN" dirty="0"/>
          </a:p>
        </p:txBody>
      </p:sp>
      <p:pic>
        <p:nvPicPr>
          <p:cNvPr id="3" name="Picture 2">
            <a:extLst>
              <a:ext uri="{FF2B5EF4-FFF2-40B4-BE49-F238E27FC236}">
                <a16:creationId xmlns:a16="http://schemas.microsoft.com/office/drawing/2014/main" id="{9CE3DDDF-7B1D-4AAB-A90B-96D66F1AD3BB}"/>
              </a:ext>
            </a:extLst>
          </p:cNvPr>
          <p:cNvPicPr>
            <a:picLocks noChangeAspect="1"/>
          </p:cNvPicPr>
          <p:nvPr/>
        </p:nvPicPr>
        <p:blipFill>
          <a:blip r:embed="rId2"/>
          <a:stretch>
            <a:fillRect/>
          </a:stretch>
        </p:blipFill>
        <p:spPr>
          <a:xfrm>
            <a:off x="543338" y="2639636"/>
            <a:ext cx="6227108" cy="4218363"/>
          </a:xfrm>
          <a:prstGeom prst="rect">
            <a:avLst/>
          </a:prstGeom>
        </p:spPr>
      </p:pic>
      <p:pic>
        <p:nvPicPr>
          <p:cNvPr id="5" name="Picture 4">
            <a:extLst>
              <a:ext uri="{FF2B5EF4-FFF2-40B4-BE49-F238E27FC236}">
                <a16:creationId xmlns:a16="http://schemas.microsoft.com/office/drawing/2014/main" id="{986C2830-5A62-412F-84AF-61A2E4F3A6EB}"/>
              </a:ext>
            </a:extLst>
          </p:cNvPr>
          <p:cNvPicPr>
            <a:picLocks noChangeAspect="1"/>
          </p:cNvPicPr>
          <p:nvPr/>
        </p:nvPicPr>
        <p:blipFill>
          <a:blip r:embed="rId3"/>
          <a:stretch>
            <a:fillRect/>
          </a:stretch>
        </p:blipFill>
        <p:spPr>
          <a:xfrm>
            <a:off x="7029253" y="3222731"/>
            <a:ext cx="5162747" cy="2475703"/>
          </a:xfrm>
          <a:prstGeom prst="rect">
            <a:avLst/>
          </a:prstGeom>
        </p:spPr>
      </p:pic>
    </p:spTree>
    <p:extLst>
      <p:ext uri="{BB962C8B-B14F-4D97-AF65-F5344CB8AC3E}">
        <p14:creationId xmlns:p14="http://schemas.microsoft.com/office/powerpoint/2010/main" val="5954786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7.2 Flip-Flops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27652"/>
            <a:ext cx="11065564" cy="5407836"/>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Edge-Triggered Operation</a:t>
            </a:r>
            <a:br>
              <a:rPr lang="en-US" sz="2100" b="0" i="0" dirty="0">
                <a:solidFill>
                  <a:srgbClr val="00803E"/>
                </a:solidFill>
                <a:effectLst/>
                <a:latin typeface="Aptos (Body)"/>
              </a:rPr>
            </a:br>
            <a:r>
              <a:rPr lang="en-US" b="1" i="0" dirty="0">
                <a:solidFill>
                  <a:srgbClr val="FF0000"/>
                </a:solidFill>
                <a:effectLst/>
                <a:latin typeface="Aptos (Body)"/>
              </a:rPr>
              <a:t>D Flip-Flop</a:t>
            </a:r>
            <a:r>
              <a:rPr lang="en-US" dirty="0">
                <a:solidFill>
                  <a:srgbClr val="FF0000"/>
                </a:solidFill>
                <a:latin typeface="Aptos (Body)"/>
              </a:rPr>
              <a:t> </a:t>
            </a:r>
            <a:br>
              <a:rPr lang="en-US" dirty="0">
                <a:latin typeface="Aptos (Body)"/>
              </a:rPr>
            </a:br>
            <a:r>
              <a:rPr lang="en-US" b="0" i="0" dirty="0">
                <a:solidFill>
                  <a:srgbClr val="242021"/>
                </a:solidFill>
                <a:effectLst/>
                <a:latin typeface="Aptos (Body)"/>
              </a:rPr>
              <a:t>All logic operations that are performed with hardware can also be implemented in software. For example, the operation of a J-K flip-flop can be performed with specific computer instructions. If two bits were used to represent the J and K inputs, the computer would do nothing for 00, a data bit representing the Q output would be set (1) for 10, the Q data bit would be cleared (0) for 01, and the Q data bit would be complemented for 11. Although it may be unusual to use a computer to simulate a flip-flop, the point is that all hardware operations can be simulated using software.</a:t>
            </a:r>
            <a:r>
              <a:rPr lang="en-US" dirty="0">
                <a:latin typeface="Aptos (Body)"/>
              </a:rPr>
              <a:t> </a:t>
            </a:r>
            <a:br>
              <a:rPr lang="en-US" dirty="0">
                <a:latin typeface="Aptos (Body)"/>
              </a:rPr>
            </a:br>
            <a:br>
              <a:rPr lang="en-US" sz="2100" dirty="0">
                <a:solidFill>
                  <a:srgbClr val="242021"/>
                </a:solidFill>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12</a:t>
            </a:fld>
            <a:endParaRPr lang="vi-VN" dirty="0"/>
          </a:p>
        </p:txBody>
      </p:sp>
      <p:pic>
        <p:nvPicPr>
          <p:cNvPr id="7" name="Picture 6">
            <a:extLst>
              <a:ext uri="{FF2B5EF4-FFF2-40B4-BE49-F238E27FC236}">
                <a16:creationId xmlns:a16="http://schemas.microsoft.com/office/drawing/2014/main" id="{B8FF7C17-FBC2-40BB-BE3C-0EB6DA68DE6D}"/>
              </a:ext>
            </a:extLst>
          </p:cNvPr>
          <p:cNvPicPr>
            <a:picLocks noChangeAspect="1"/>
          </p:cNvPicPr>
          <p:nvPr/>
        </p:nvPicPr>
        <p:blipFill>
          <a:blip r:embed="rId2"/>
          <a:stretch>
            <a:fillRect/>
          </a:stretch>
        </p:blipFill>
        <p:spPr>
          <a:xfrm>
            <a:off x="609174" y="4032293"/>
            <a:ext cx="4974227" cy="2661370"/>
          </a:xfrm>
          <a:prstGeom prst="rect">
            <a:avLst/>
          </a:prstGeom>
        </p:spPr>
      </p:pic>
      <p:pic>
        <p:nvPicPr>
          <p:cNvPr id="8" name="Picture 7">
            <a:extLst>
              <a:ext uri="{FF2B5EF4-FFF2-40B4-BE49-F238E27FC236}">
                <a16:creationId xmlns:a16="http://schemas.microsoft.com/office/drawing/2014/main" id="{A23207E9-61C4-48F3-BC79-10A06A72E495}"/>
              </a:ext>
            </a:extLst>
          </p:cNvPr>
          <p:cNvPicPr>
            <a:picLocks noChangeAspect="1"/>
          </p:cNvPicPr>
          <p:nvPr/>
        </p:nvPicPr>
        <p:blipFill>
          <a:blip r:embed="rId3"/>
          <a:stretch>
            <a:fillRect/>
          </a:stretch>
        </p:blipFill>
        <p:spPr>
          <a:xfrm>
            <a:off x="5958160" y="4131865"/>
            <a:ext cx="6233840" cy="1798483"/>
          </a:xfrm>
          <a:prstGeom prst="rect">
            <a:avLst/>
          </a:prstGeom>
        </p:spPr>
      </p:pic>
      <p:pic>
        <p:nvPicPr>
          <p:cNvPr id="11" name="Picture 10">
            <a:extLst>
              <a:ext uri="{FF2B5EF4-FFF2-40B4-BE49-F238E27FC236}">
                <a16:creationId xmlns:a16="http://schemas.microsoft.com/office/drawing/2014/main" id="{8DC366C6-3A04-4575-BDC6-6357000ACF71}"/>
              </a:ext>
            </a:extLst>
          </p:cNvPr>
          <p:cNvPicPr>
            <a:picLocks noChangeAspect="1"/>
          </p:cNvPicPr>
          <p:nvPr/>
        </p:nvPicPr>
        <p:blipFill>
          <a:blip r:embed="rId4"/>
          <a:stretch>
            <a:fillRect/>
          </a:stretch>
        </p:blipFill>
        <p:spPr>
          <a:xfrm>
            <a:off x="6096000" y="6428633"/>
            <a:ext cx="3217070" cy="447593"/>
          </a:xfrm>
          <a:prstGeom prst="rect">
            <a:avLst/>
          </a:prstGeom>
        </p:spPr>
      </p:pic>
    </p:spTree>
    <p:extLst>
      <p:ext uri="{BB962C8B-B14F-4D97-AF65-F5344CB8AC3E}">
        <p14:creationId xmlns:p14="http://schemas.microsoft.com/office/powerpoint/2010/main" val="468023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7.2 Flip-Flops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755375" y="927652"/>
            <a:ext cx="11343860" cy="5407836"/>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Edge-Triggered Operation</a:t>
            </a:r>
            <a:br>
              <a:rPr lang="en-US" sz="2100" b="0" i="0" dirty="0">
                <a:solidFill>
                  <a:srgbClr val="00803E"/>
                </a:solidFill>
                <a:effectLst/>
                <a:latin typeface="Aptos (Body)"/>
              </a:rPr>
            </a:br>
            <a:r>
              <a:rPr lang="en-US" b="1" i="0" dirty="0">
                <a:solidFill>
                  <a:srgbClr val="FF0000"/>
                </a:solidFill>
                <a:effectLst/>
                <a:latin typeface="Aptos (Body)"/>
              </a:rPr>
              <a:t>D Flip-Flop</a:t>
            </a:r>
            <a:r>
              <a:rPr lang="en-US" dirty="0">
                <a:solidFill>
                  <a:srgbClr val="FF0000"/>
                </a:solidFill>
                <a:latin typeface="Aptos (Body)"/>
              </a:rPr>
              <a:t> </a:t>
            </a:r>
            <a:br>
              <a:rPr lang="en-US" dirty="0">
                <a:latin typeface="Aptos (Body)"/>
              </a:rPr>
            </a:br>
            <a:r>
              <a:rPr lang="en-US" dirty="0">
                <a:solidFill>
                  <a:srgbClr val="242021"/>
                </a:solidFill>
                <a:latin typeface="Aptos (Body)"/>
              </a:rPr>
              <a:t>The Q output of a D flip-flop assumes the state of the D input on the triggering edge of the clock. </a:t>
            </a:r>
            <a:br>
              <a:rPr lang="en-US" dirty="0"/>
            </a:br>
            <a:endParaRPr lang="en-US"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13</a:t>
            </a:fld>
            <a:endParaRPr lang="vi-VN" dirty="0"/>
          </a:p>
        </p:txBody>
      </p:sp>
      <p:pic>
        <p:nvPicPr>
          <p:cNvPr id="3" name="Picture 2">
            <a:extLst>
              <a:ext uri="{FF2B5EF4-FFF2-40B4-BE49-F238E27FC236}">
                <a16:creationId xmlns:a16="http://schemas.microsoft.com/office/drawing/2014/main" id="{56FC3F0F-BF74-4112-89AD-1820DB320F74}"/>
              </a:ext>
            </a:extLst>
          </p:cNvPr>
          <p:cNvPicPr>
            <a:picLocks noChangeAspect="1"/>
          </p:cNvPicPr>
          <p:nvPr/>
        </p:nvPicPr>
        <p:blipFill>
          <a:blip r:embed="rId2"/>
          <a:stretch>
            <a:fillRect/>
          </a:stretch>
        </p:blipFill>
        <p:spPr>
          <a:xfrm>
            <a:off x="2278715" y="2376489"/>
            <a:ext cx="8495961" cy="4134612"/>
          </a:xfrm>
          <a:prstGeom prst="rect">
            <a:avLst/>
          </a:prstGeom>
        </p:spPr>
      </p:pic>
    </p:spTree>
    <p:extLst>
      <p:ext uri="{BB962C8B-B14F-4D97-AF65-F5344CB8AC3E}">
        <p14:creationId xmlns:p14="http://schemas.microsoft.com/office/powerpoint/2010/main" val="13518558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7.2 Flip-Flops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768626" y="927652"/>
            <a:ext cx="11317357" cy="5407836"/>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Edge-Triggered Operation </a:t>
            </a:r>
            <a:br>
              <a:rPr lang="en-US" sz="2100" b="0" i="0" dirty="0">
                <a:solidFill>
                  <a:srgbClr val="00803E"/>
                </a:solidFill>
                <a:effectLst/>
                <a:latin typeface="Aptos (Body)"/>
              </a:rPr>
            </a:br>
            <a:r>
              <a:rPr lang="en-US" b="1" i="0" dirty="0">
                <a:solidFill>
                  <a:srgbClr val="FF0000"/>
                </a:solidFill>
                <a:effectLst/>
                <a:latin typeface="Aptos (Body)"/>
              </a:rPr>
              <a:t>D Flip-Flop</a:t>
            </a:r>
            <a:r>
              <a:rPr lang="en-US" dirty="0">
                <a:solidFill>
                  <a:srgbClr val="FF0000"/>
                </a:solidFill>
                <a:latin typeface="Aptos (Body)"/>
              </a:rPr>
              <a:t> </a:t>
            </a:r>
            <a:br>
              <a:rPr lang="en-US" dirty="0">
                <a:latin typeface="Aptos (Body)"/>
              </a:rPr>
            </a:br>
            <a:r>
              <a:rPr lang="en-US" dirty="0">
                <a:solidFill>
                  <a:srgbClr val="242021"/>
                </a:solidFill>
                <a:latin typeface="Aptos (Body)"/>
              </a:rPr>
              <a:t>The Q output of a D flip-flop assumes the state of the D input on the triggering edge of the clock. </a:t>
            </a:r>
            <a:br>
              <a:rPr lang="en-US" sz="1600" dirty="0"/>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14</a:t>
            </a:fld>
            <a:endParaRPr lang="vi-VN" dirty="0"/>
          </a:p>
        </p:txBody>
      </p:sp>
      <p:pic>
        <p:nvPicPr>
          <p:cNvPr id="5" name="Picture 4">
            <a:extLst>
              <a:ext uri="{FF2B5EF4-FFF2-40B4-BE49-F238E27FC236}">
                <a16:creationId xmlns:a16="http://schemas.microsoft.com/office/drawing/2014/main" id="{E2CC6A61-DBC8-4159-9264-DCE5026355D1}"/>
              </a:ext>
            </a:extLst>
          </p:cNvPr>
          <p:cNvPicPr>
            <a:picLocks noChangeAspect="1"/>
          </p:cNvPicPr>
          <p:nvPr/>
        </p:nvPicPr>
        <p:blipFill>
          <a:blip r:embed="rId2"/>
          <a:stretch>
            <a:fillRect/>
          </a:stretch>
        </p:blipFill>
        <p:spPr>
          <a:xfrm>
            <a:off x="2474427" y="2290607"/>
            <a:ext cx="8432112" cy="4567393"/>
          </a:xfrm>
          <a:prstGeom prst="rect">
            <a:avLst/>
          </a:prstGeom>
        </p:spPr>
      </p:pic>
    </p:spTree>
    <p:extLst>
      <p:ext uri="{BB962C8B-B14F-4D97-AF65-F5344CB8AC3E}">
        <p14:creationId xmlns:p14="http://schemas.microsoft.com/office/powerpoint/2010/main" val="644537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7.2 Flip-Flops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27652"/>
            <a:ext cx="10774018" cy="5407836"/>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J-K Flip-Flop </a:t>
            </a:r>
            <a:br>
              <a:rPr lang="en-US" dirty="0"/>
            </a:br>
            <a:r>
              <a:rPr lang="en-US" dirty="0">
                <a:solidFill>
                  <a:srgbClr val="242021"/>
                </a:solidFill>
                <a:latin typeface="Aptos (Body)"/>
              </a:rPr>
              <a:t>In the toggle mode, a J-K flip-flop changes state on every clock pulse. </a:t>
            </a:r>
            <a:br>
              <a:rPr lang="en-US" sz="1600" dirty="0"/>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15</a:t>
            </a:fld>
            <a:endParaRPr lang="vi-VN" dirty="0"/>
          </a:p>
        </p:txBody>
      </p:sp>
      <p:pic>
        <p:nvPicPr>
          <p:cNvPr id="3" name="Picture 2">
            <a:extLst>
              <a:ext uri="{FF2B5EF4-FFF2-40B4-BE49-F238E27FC236}">
                <a16:creationId xmlns:a16="http://schemas.microsoft.com/office/drawing/2014/main" id="{92E6E99A-161B-4D84-99B8-BC081D8CCA02}"/>
              </a:ext>
            </a:extLst>
          </p:cNvPr>
          <p:cNvPicPr>
            <a:picLocks noChangeAspect="1"/>
          </p:cNvPicPr>
          <p:nvPr/>
        </p:nvPicPr>
        <p:blipFill>
          <a:blip r:embed="rId2"/>
          <a:stretch>
            <a:fillRect/>
          </a:stretch>
        </p:blipFill>
        <p:spPr>
          <a:xfrm>
            <a:off x="781802" y="1782518"/>
            <a:ext cx="6222876" cy="2049257"/>
          </a:xfrm>
          <a:prstGeom prst="rect">
            <a:avLst/>
          </a:prstGeom>
        </p:spPr>
      </p:pic>
      <p:pic>
        <p:nvPicPr>
          <p:cNvPr id="7" name="Picture 6">
            <a:extLst>
              <a:ext uri="{FF2B5EF4-FFF2-40B4-BE49-F238E27FC236}">
                <a16:creationId xmlns:a16="http://schemas.microsoft.com/office/drawing/2014/main" id="{CEF9F93B-48A7-4476-B515-64E1E703B6C0}"/>
              </a:ext>
            </a:extLst>
          </p:cNvPr>
          <p:cNvPicPr>
            <a:picLocks noChangeAspect="1"/>
          </p:cNvPicPr>
          <p:nvPr/>
        </p:nvPicPr>
        <p:blipFill>
          <a:blip r:embed="rId3"/>
          <a:stretch>
            <a:fillRect/>
          </a:stretch>
        </p:blipFill>
        <p:spPr>
          <a:xfrm>
            <a:off x="3893240" y="4050853"/>
            <a:ext cx="7291595" cy="2807147"/>
          </a:xfrm>
          <a:prstGeom prst="rect">
            <a:avLst/>
          </a:prstGeom>
        </p:spPr>
      </p:pic>
    </p:spTree>
    <p:extLst>
      <p:ext uri="{BB962C8B-B14F-4D97-AF65-F5344CB8AC3E}">
        <p14:creationId xmlns:p14="http://schemas.microsoft.com/office/powerpoint/2010/main" val="12014763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7.2 Flip-Flops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27652"/>
            <a:ext cx="10774018" cy="5407836"/>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Asynchronous Preset and Clear Inputs </a:t>
            </a:r>
            <a:br>
              <a:rPr lang="en-US" sz="2400" dirty="0"/>
            </a:br>
            <a:r>
              <a:rPr lang="en-US" dirty="0">
                <a:solidFill>
                  <a:srgbClr val="242021"/>
                </a:solidFill>
                <a:latin typeface="Aptos (Body)"/>
              </a:rPr>
              <a:t>An active preset input makes the Q output HIGH (SET) </a:t>
            </a:r>
            <a:br>
              <a:rPr lang="en-US" dirty="0">
                <a:solidFill>
                  <a:srgbClr val="242021"/>
                </a:solidFill>
                <a:latin typeface="Aptos (Body)"/>
              </a:rPr>
            </a:br>
            <a:r>
              <a:rPr lang="en-US" dirty="0">
                <a:solidFill>
                  <a:srgbClr val="242021"/>
                </a:solidFill>
                <a:latin typeface="Aptos (Body)"/>
              </a:rPr>
              <a:t>An active clear input makes the Q output LOW (RESET). </a:t>
            </a:r>
            <a:br>
              <a:rPr lang="en-US" sz="2100" dirty="0">
                <a:solidFill>
                  <a:srgbClr val="242021"/>
                </a:solidFill>
                <a:latin typeface="Aptos (Body)"/>
              </a:rPr>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16</a:t>
            </a:fld>
            <a:endParaRPr lang="vi-VN" dirty="0"/>
          </a:p>
        </p:txBody>
      </p:sp>
      <p:pic>
        <p:nvPicPr>
          <p:cNvPr id="5" name="Picture 4">
            <a:extLst>
              <a:ext uri="{FF2B5EF4-FFF2-40B4-BE49-F238E27FC236}">
                <a16:creationId xmlns:a16="http://schemas.microsoft.com/office/drawing/2014/main" id="{9FB2A11B-2430-4A2A-A1E9-887BAAF09105}"/>
              </a:ext>
            </a:extLst>
          </p:cNvPr>
          <p:cNvPicPr>
            <a:picLocks noChangeAspect="1"/>
          </p:cNvPicPr>
          <p:nvPr/>
        </p:nvPicPr>
        <p:blipFill>
          <a:blip r:embed="rId2"/>
          <a:stretch>
            <a:fillRect/>
          </a:stretch>
        </p:blipFill>
        <p:spPr>
          <a:xfrm>
            <a:off x="543338" y="2484389"/>
            <a:ext cx="3037184" cy="3575419"/>
          </a:xfrm>
          <a:prstGeom prst="rect">
            <a:avLst/>
          </a:prstGeom>
        </p:spPr>
      </p:pic>
      <p:pic>
        <p:nvPicPr>
          <p:cNvPr id="8" name="Picture 7">
            <a:extLst>
              <a:ext uri="{FF2B5EF4-FFF2-40B4-BE49-F238E27FC236}">
                <a16:creationId xmlns:a16="http://schemas.microsoft.com/office/drawing/2014/main" id="{5801FFD1-6AB6-447A-9358-0EA4958CB713}"/>
              </a:ext>
            </a:extLst>
          </p:cNvPr>
          <p:cNvPicPr>
            <a:picLocks noChangeAspect="1"/>
          </p:cNvPicPr>
          <p:nvPr/>
        </p:nvPicPr>
        <p:blipFill>
          <a:blip r:embed="rId3"/>
          <a:stretch>
            <a:fillRect/>
          </a:stretch>
        </p:blipFill>
        <p:spPr>
          <a:xfrm>
            <a:off x="3935899" y="2286667"/>
            <a:ext cx="7914354" cy="3188793"/>
          </a:xfrm>
          <a:prstGeom prst="rect">
            <a:avLst/>
          </a:prstGeom>
        </p:spPr>
      </p:pic>
    </p:spTree>
    <p:extLst>
      <p:ext uri="{BB962C8B-B14F-4D97-AF65-F5344CB8AC3E}">
        <p14:creationId xmlns:p14="http://schemas.microsoft.com/office/powerpoint/2010/main" val="2665680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7.3 Flip-Flop Operating Characteristics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The performance</a:t>
            </a:r>
            <a:r>
              <a:rPr lang="en-US" dirty="0">
                <a:solidFill>
                  <a:srgbClr val="242021"/>
                </a:solidFill>
                <a:latin typeface="Aptos (Body)"/>
              </a:rPr>
              <a:t>, operating requirements, and limitations of flip-flops are specified by several operating characteristics or parameters found on the data sheet for the device. Generally, the specifications are applicable to all CMOS and bipolar (TTL) flip-flops. </a:t>
            </a:r>
            <a:br>
              <a:rPr lang="en-US" dirty="0">
                <a:solidFill>
                  <a:srgbClr val="242021"/>
                </a:solidFill>
                <a:latin typeface="Aptos (Body)"/>
              </a:rPr>
            </a:br>
            <a:r>
              <a:rPr lang="en-US" sz="2400" b="1" i="1" dirty="0">
                <a:solidFill>
                  <a:schemeClr val="tx2">
                    <a:lumMod val="50000"/>
                    <a:lumOff val="50000"/>
                  </a:schemeClr>
                </a:solidFill>
                <a:latin typeface="Aptos (Body)"/>
              </a:rPr>
              <a:t>Propagation Delay Times</a:t>
            </a:r>
            <a:br>
              <a:rPr lang="en-US" b="0" i="0" dirty="0">
                <a:solidFill>
                  <a:srgbClr val="00803E"/>
                </a:solidFill>
                <a:effectLst/>
                <a:latin typeface="Helvetica" panose="020B0604020202020204" pitchFamily="34" charset="0"/>
              </a:rPr>
            </a:br>
            <a:r>
              <a:rPr lang="en-US" dirty="0">
                <a:solidFill>
                  <a:srgbClr val="242021"/>
                </a:solidFill>
                <a:latin typeface="Aptos (Body)"/>
              </a:rPr>
              <a:t>A </a:t>
            </a:r>
            <a:r>
              <a:rPr lang="en-US" dirty="0">
                <a:solidFill>
                  <a:schemeClr val="tx2">
                    <a:lumMod val="50000"/>
                    <a:lumOff val="50000"/>
                  </a:schemeClr>
                </a:solidFill>
                <a:latin typeface="Aptos (Body)"/>
              </a:rPr>
              <a:t>propagation delay time </a:t>
            </a:r>
            <a:r>
              <a:rPr lang="en-US" dirty="0">
                <a:solidFill>
                  <a:srgbClr val="242021"/>
                </a:solidFill>
                <a:latin typeface="Aptos (Body)"/>
              </a:rPr>
              <a:t>is the interval of time required after an input signal has been applied for the resulting output change to occur. Four categories of propagation delay times are important in the operation of a flip-flop: </a:t>
            </a:r>
            <a:br>
              <a:rPr lang="en-US" sz="2100" dirty="0">
                <a:solidFill>
                  <a:srgbClr val="242021"/>
                </a:solidFill>
                <a:latin typeface="Aptos (Body)"/>
              </a:rPr>
            </a:br>
            <a:endParaRPr lang="en-US" sz="2100" dirty="0">
              <a:solidFill>
                <a:srgbClr val="242021"/>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17</a:t>
            </a:fld>
            <a:endParaRPr lang="vi-VN" dirty="0"/>
          </a:p>
        </p:txBody>
      </p:sp>
      <p:pic>
        <p:nvPicPr>
          <p:cNvPr id="3" name="Picture 2">
            <a:extLst>
              <a:ext uri="{FF2B5EF4-FFF2-40B4-BE49-F238E27FC236}">
                <a16:creationId xmlns:a16="http://schemas.microsoft.com/office/drawing/2014/main" id="{952BEE8F-C7E6-48F4-8E54-5F268DB799B5}"/>
              </a:ext>
            </a:extLst>
          </p:cNvPr>
          <p:cNvPicPr>
            <a:picLocks noChangeAspect="1"/>
          </p:cNvPicPr>
          <p:nvPr/>
        </p:nvPicPr>
        <p:blipFill>
          <a:blip r:embed="rId2"/>
          <a:stretch>
            <a:fillRect/>
          </a:stretch>
        </p:blipFill>
        <p:spPr>
          <a:xfrm>
            <a:off x="2316186" y="3533167"/>
            <a:ext cx="8590353" cy="2855175"/>
          </a:xfrm>
          <a:prstGeom prst="rect">
            <a:avLst/>
          </a:prstGeom>
        </p:spPr>
      </p:pic>
      <p:pic>
        <p:nvPicPr>
          <p:cNvPr id="5" name="Picture 4">
            <a:extLst>
              <a:ext uri="{FF2B5EF4-FFF2-40B4-BE49-F238E27FC236}">
                <a16:creationId xmlns:a16="http://schemas.microsoft.com/office/drawing/2014/main" id="{0A892A51-E304-4CBB-A7B3-13354511B661}"/>
              </a:ext>
            </a:extLst>
          </p:cNvPr>
          <p:cNvPicPr>
            <a:picLocks noChangeAspect="1"/>
          </p:cNvPicPr>
          <p:nvPr/>
        </p:nvPicPr>
        <p:blipFill>
          <a:blip r:embed="rId3"/>
          <a:stretch>
            <a:fillRect/>
          </a:stretch>
        </p:blipFill>
        <p:spPr>
          <a:xfrm>
            <a:off x="3606698" y="6328222"/>
            <a:ext cx="4993962" cy="498013"/>
          </a:xfrm>
          <a:prstGeom prst="rect">
            <a:avLst/>
          </a:prstGeom>
        </p:spPr>
      </p:pic>
    </p:spTree>
    <p:extLst>
      <p:ext uri="{BB962C8B-B14F-4D97-AF65-F5344CB8AC3E}">
        <p14:creationId xmlns:p14="http://schemas.microsoft.com/office/powerpoint/2010/main" val="12161750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7.3 Flip-Flop Operating Characteristics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3" y="1086678"/>
            <a:ext cx="10946295" cy="5248810"/>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The performance</a:t>
            </a:r>
            <a:r>
              <a:rPr lang="en-US" sz="2100" dirty="0">
                <a:solidFill>
                  <a:srgbClr val="242021"/>
                </a:solidFill>
                <a:latin typeface="Aptos (Body)"/>
              </a:rPr>
              <a:t>, </a:t>
            </a:r>
            <a:r>
              <a:rPr lang="en-US" dirty="0">
                <a:solidFill>
                  <a:srgbClr val="242021"/>
                </a:solidFill>
                <a:latin typeface="Aptos (Body)"/>
              </a:rPr>
              <a:t>operating requirements, and limitations of flip-flops are specified by several operating characteristics or parameters found on the data sheet for the device. Generally, the specifications are applicable to all CMOS and bipolar (TTL) flip-flops. </a:t>
            </a:r>
            <a:br>
              <a:rPr lang="en-US" sz="2100" dirty="0">
                <a:solidFill>
                  <a:srgbClr val="242021"/>
                </a:solidFill>
                <a:latin typeface="Aptos (Body)"/>
              </a:rPr>
            </a:br>
            <a:r>
              <a:rPr lang="en-US" sz="2400" b="1" i="1" dirty="0">
                <a:solidFill>
                  <a:schemeClr val="tx2">
                    <a:lumMod val="50000"/>
                    <a:lumOff val="50000"/>
                  </a:schemeClr>
                </a:solidFill>
                <a:latin typeface="Aptos (Body)"/>
              </a:rPr>
              <a:t>Propagation Delay Times</a:t>
            </a:r>
            <a:br>
              <a:rPr lang="en-US" sz="1800" b="0" i="0" dirty="0">
                <a:solidFill>
                  <a:srgbClr val="00803E"/>
                </a:solidFill>
                <a:effectLst/>
                <a:latin typeface="Helvetica" panose="020B0604020202020204" pitchFamily="34" charset="0"/>
              </a:rPr>
            </a:br>
            <a:r>
              <a:rPr lang="en-US" dirty="0">
                <a:solidFill>
                  <a:srgbClr val="242021"/>
                </a:solidFill>
                <a:latin typeface="Aptos (Body)"/>
              </a:rPr>
              <a:t>A </a:t>
            </a:r>
            <a:r>
              <a:rPr lang="en-US" dirty="0">
                <a:solidFill>
                  <a:schemeClr val="tx2">
                    <a:lumMod val="50000"/>
                    <a:lumOff val="50000"/>
                  </a:schemeClr>
                </a:solidFill>
                <a:latin typeface="Aptos (Body)"/>
              </a:rPr>
              <a:t>propagation delay time </a:t>
            </a:r>
            <a:r>
              <a:rPr lang="en-US" dirty="0">
                <a:solidFill>
                  <a:srgbClr val="242021"/>
                </a:solidFill>
                <a:latin typeface="Aptos (Body)"/>
              </a:rPr>
              <a:t>is the interval of time required after an input signal has been applied for the resulting output change to occur. Four categories of propagation delay times are important in the operation of a flip-flop: </a:t>
            </a:r>
            <a:br>
              <a:rPr lang="en-US" dirty="0">
                <a:solidFill>
                  <a:srgbClr val="242021"/>
                </a:solidFill>
                <a:latin typeface="Aptos (Body)"/>
              </a:rPr>
            </a:br>
            <a:endParaRPr lang="en-US" dirty="0">
              <a:solidFill>
                <a:srgbClr val="242021"/>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18</a:t>
            </a:fld>
            <a:endParaRPr lang="vi-VN" dirty="0"/>
          </a:p>
        </p:txBody>
      </p:sp>
      <p:pic>
        <p:nvPicPr>
          <p:cNvPr id="7" name="Picture 6">
            <a:extLst>
              <a:ext uri="{FF2B5EF4-FFF2-40B4-BE49-F238E27FC236}">
                <a16:creationId xmlns:a16="http://schemas.microsoft.com/office/drawing/2014/main" id="{D10CB651-0451-4256-8F7E-D390BF3A8390}"/>
              </a:ext>
            </a:extLst>
          </p:cNvPr>
          <p:cNvPicPr>
            <a:picLocks noChangeAspect="1"/>
          </p:cNvPicPr>
          <p:nvPr/>
        </p:nvPicPr>
        <p:blipFill>
          <a:blip r:embed="rId2"/>
          <a:stretch>
            <a:fillRect/>
          </a:stretch>
        </p:blipFill>
        <p:spPr>
          <a:xfrm>
            <a:off x="2057620" y="3618161"/>
            <a:ext cx="9086618" cy="3239839"/>
          </a:xfrm>
          <a:prstGeom prst="rect">
            <a:avLst/>
          </a:prstGeom>
        </p:spPr>
      </p:pic>
    </p:spTree>
    <p:extLst>
      <p:ext uri="{BB962C8B-B14F-4D97-AF65-F5344CB8AC3E}">
        <p14:creationId xmlns:p14="http://schemas.microsoft.com/office/powerpoint/2010/main" val="2557205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7.3 Flip-Flop Operating Characteristics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Set-up Time</a:t>
            </a:r>
            <a:br>
              <a:rPr lang="en-US" sz="1800" b="0" i="0" dirty="0">
                <a:solidFill>
                  <a:srgbClr val="00803E"/>
                </a:solidFill>
                <a:effectLst/>
                <a:latin typeface="Helvetica" panose="020B0604020202020204" pitchFamily="34" charset="0"/>
              </a:rPr>
            </a:br>
            <a:r>
              <a:rPr lang="en-US" dirty="0">
                <a:solidFill>
                  <a:srgbClr val="242021"/>
                </a:solidFill>
                <a:latin typeface="Aptos (Body)"/>
              </a:rPr>
              <a:t>The set-up time (</a:t>
            </a:r>
            <a:r>
              <a:rPr lang="en-US" dirty="0" err="1">
                <a:solidFill>
                  <a:srgbClr val="242021"/>
                </a:solidFill>
                <a:latin typeface="Aptos (Body)"/>
              </a:rPr>
              <a:t>ts</a:t>
            </a:r>
            <a:r>
              <a:rPr lang="en-US" dirty="0">
                <a:solidFill>
                  <a:srgbClr val="242021"/>
                </a:solidFill>
                <a:latin typeface="Aptos (Body)"/>
              </a:rPr>
              <a:t>) is the minimum interval required for the logic levels to be maintained constantly on the inputs (J and K, or D) prior to the triggering edge of the clock pulse in order for the levels to be reliably clocked into the flip-flop. </a:t>
            </a:r>
            <a:endParaRPr lang="en-US"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19</a:t>
            </a:fld>
            <a:endParaRPr lang="vi-VN" dirty="0"/>
          </a:p>
        </p:txBody>
      </p:sp>
      <p:pic>
        <p:nvPicPr>
          <p:cNvPr id="3" name="Picture 2">
            <a:extLst>
              <a:ext uri="{FF2B5EF4-FFF2-40B4-BE49-F238E27FC236}">
                <a16:creationId xmlns:a16="http://schemas.microsoft.com/office/drawing/2014/main" id="{0C939BFD-7ADD-4BA8-8E7F-8E0245BBEE59}"/>
              </a:ext>
            </a:extLst>
          </p:cNvPr>
          <p:cNvPicPr>
            <a:picLocks noChangeAspect="1"/>
          </p:cNvPicPr>
          <p:nvPr/>
        </p:nvPicPr>
        <p:blipFill>
          <a:blip r:embed="rId2"/>
          <a:stretch>
            <a:fillRect/>
          </a:stretch>
        </p:blipFill>
        <p:spPr>
          <a:xfrm>
            <a:off x="2114354" y="2731110"/>
            <a:ext cx="9372520" cy="3779991"/>
          </a:xfrm>
          <a:prstGeom prst="rect">
            <a:avLst/>
          </a:prstGeom>
        </p:spPr>
      </p:pic>
    </p:spTree>
    <p:extLst>
      <p:ext uri="{BB962C8B-B14F-4D97-AF65-F5344CB8AC3E}">
        <p14:creationId xmlns:p14="http://schemas.microsoft.com/office/powerpoint/2010/main" val="18232744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7.3 Flip-Flop Operating Characteristics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3" y="1099930"/>
            <a:ext cx="10959547"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Hold Time</a:t>
            </a:r>
            <a:br>
              <a:rPr lang="en-US" sz="1800" b="0" i="0" dirty="0">
                <a:solidFill>
                  <a:srgbClr val="00803E"/>
                </a:solidFill>
                <a:effectLst/>
                <a:latin typeface="Helvetica" panose="020B0604020202020204" pitchFamily="34" charset="0"/>
              </a:rPr>
            </a:br>
            <a:r>
              <a:rPr lang="en-US" dirty="0">
                <a:solidFill>
                  <a:srgbClr val="242021"/>
                </a:solidFill>
                <a:latin typeface="Aptos (Body)"/>
              </a:rPr>
              <a:t>The </a:t>
            </a:r>
            <a:r>
              <a:rPr lang="en-US" dirty="0">
                <a:solidFill>
                  <a:schemeClr val="tx2">
                    <a:lumMod val="50000"/>
                    <a:lumOff val="50000"/>
                  </a:schemeClr>
                </a:solidFill>
                <a:latin typeface="Aptos (Body)"/>
              </a:rPr>
              <a:t>hold time </a:t>
            </a:r>
            <a:r>
              <a:rPr lang="en-US" dirty="0">
                <a:solidFill>
                  <a:srgbClr val="242021"/>
                </a:solidFill>
                <a:latin typeface="Aptos (Body)"/>
              </a:rPr>
              <a:t>(</a:t>
            </a:r>
            <a:r>
              <a:rPr lang="en-US" dirty="0" err="1">
                <a:solidFill>
                  <a:srgbClr val="242021"/>
                </a:solidFill>
                <a:latin typeface="Aptos (Body)"/>
              </a:rPr>
              <a:t>th</a:t>
            </a:r>
            <a:r>
              <a:rPr lang="en-US" dirty="0">
                <a:solidFill>
                  <a:srgbClr val="242021"/>
                </a:solidFill>
                <a:latin typeface="Aptos (Body)"/>
              </a:rPr>
              <a:t>) is the minimum interval required for the logic levels to remain on the inputs after the triggering edge of the clock pulse in order for the levels to be reliably clocked into the flip-flop. </a:t>
            </a:r>
            <a:br>
              <a:rPr lang="en-US" sz="2100" dirty="0">
                <a:solidFill>
                  <a:srgbClr val="242021"/>
                </a:solidFill>
                <a:latin typeface="Aptos (Body)"/>
              </a:rPr>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20</a:t>
            </a:fld>
            <a:endParaRPr lang="vi-VN" dirty="0"/>
          </a:p>
        </p:txBody>
      </p:sp>
      <p:pic>
        <p:nvPicPr>
          <p:cNvPr id="5" name="Picture 4">
            <a:extLst>
              <a:ext uri="{FF2B5EF4-FFF2-40B4-BE49-F238E27FC236}">
                <a16:creationId xmlns:a16="http://schemas.microsoft.com/office/drawing/2014/main" id="{6D04ADA2-3AF1-4E6B-9F96-7C8232641D35}"/>
              </a:ext>
            </a:extLst>
          </p:cNvPr>
          <p:cNvPicPr>
            <a:picLocks noChangeAspect="1"/>
          </p:cNvPicPr>
          <p:nvPr/>
        </p:nvPicPr>
        <p:blipFill>
          <a:blip r:embed="rId2"/>
          <a:stretch>
            <a:fillRect/>
          </a:stretch>
        </p:blipFill>
        <p:spPr>
          <a:xfrm>
            <a:off x="2344403" y="2722533"/>
            <a:ext cx="8972953" cy="3505988"/>
          </a:xfrm>
          <a:prstGeom prst="rect">
            <a:avLst/>
          </a:prstGeom>
        </p:spPr>
      </p:pic>
    </p:spTree>
    <p:extLst>
      <p:ext uri="{BB962C8B-B14F-4D97-AF65-F5344CB8AC3E}">
        <p14:creationId xmlns:p14="http://schemas.microsoft.com/office/powerpoint/2010/main" val="22162344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7.3 Flip-Flop Operating Characteristics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40904"/>
            <a:ext cx="11065564" cy="5394584"/>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Comparison of Specific Flip-Flops </a:t>
            </a:r>
            <a:br>
              <a:rPr lang="en-US" sz="2100" b="1" i="1" dirty="0">
                <a:solidFill>
                  <a:schemeClr val="tx2">
                    <a:lumMod val="50000"/>
                    <a:lumOff val="50000"/>
                  </a:schemeClr>
                </a:solidFill>
                <a:latin typeface="Aptos (Body)"/>
              </a:rPr>
            </a:br>
            <a:r>
              <a:rPr lang="en-US" b="0" i="0" dirty="0">
                <a:solidFill>
                  <a:srgbClr val="242021"/>
                </a:solidFill>
                <a:effectLst/>
                <a:latin typeface="Aptos (Body)"/>
              </a:rPr>
              <a:t>Table 7–4 provides a comparison, in terms of the operating parameters discussed in this section, of four CMOS and bipolar (TTL) flip-flops of the same type but with different IC families (HC, AHC, LS, and F)</a:t>
            </a:r>
            <a:r>
              <a:rPr lang="en-US" dirty="0">
                <a:latin typeface="Aptos (Body)"/>
              </a:rPr>
              <a:t> </a:t>
            </a:r>
            <a:br>
              <a:rPr lang="en-US" sz="2100" dirty="0">
                <a:latin typeface="Aptos (Body)"/>
              </a:rPr>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21</a:t>
            </a:fld>
            <a:endParaRPr lang="vi-VN" dirty="0"/>
          </a:p>
        </p:txBody>
      </p:sp>
      <p:pic>
        <p:nvPicPr>
          <p:cNvPr id="3" name="Picture 2">
            <a:extLst>
              <a:ext uri="{FF2B5EF4-FFF2-40B4-BE49-F238E27FC236}">
                <a16:creationId xmlns:a16="http://schemas.microsoft.com/office/drawing/2014/main" id="{B9AFFE6E-AF0F-4474-B066-A28E845F2B9F}"/>
              </a:ext>
            </a:extLst>
          </p:cNvPr>
          <p:cNvPicPr>
            <a:picLocks noChangeAspect="1"/>
          </p:cNvPicPr>
          <p:nvPr/>
        </p:nvPicPr>
        <p:blipFill>
          <a:blip r:embed="rId2"/>
          <a:stretch>
            <a:fillRect/>
          </a:stretch>
        </p:blipFill>
        <p:spPr>
          <a:xfrm>
            <a:off x="2928421" y="2245740"/>
            <a:ext cx="7435087" cy="4524123"/>
          </a:xfrm>
          <a:prstGeom prst="rect">
            <a:avLst/>
          </a:prstGeom>
        </p:spPr>
      </p:pic>
    </p:spTree>
    <p:extLst>
      <p:ext uri="{BB962C8B-B14F-4D97-AF65-F5344CB8AC3E}">
        <p14:creationId xmlns:p14="http://schemas.microsoft.com/office/powerpoint/2010/main" val="2573749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7.4 Flip-Flop Applications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80661"/>
            <a:ext cx="10774018" cy="5354827"/>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Parallel Data Storage</a:t>
            </a:r>
            <a:br>
              <a:rPr lang="en-US" sz="1800" b="0" i="0" dirty="0">
                <a:solidFill>
                  <a:srgbClr val="00803E"/>
                </a:solidFill>
                <a:effectLst/>
                <a:latin typeface="Helvetica" panose="020B0604020202020204" pitchFamily="34" charset="0"/>
              </a:rPr>
            </a:br>
            <a:r>
              <a:rPr lang="en-US" dirty="0">
                <a:solidFill>
                  <a:srgbClr val="242021"/>
                </a:solidFill>
                <a:latin typeface="Aptos (Body)"/>
              </a:rPr>
              <a:t>A common requirement in digital systems is to store several bits of data from parallel lines simultaneously in a group of flip-flops. </a:t>
            </a:r>
            <a:br>
              <a:rPr lang="en-US" sz="2100" dirty="0">
                <a:solidFill>
                  <a:srgbClr val="242021"/>
                </a:solidFill>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22</a:t>
            </a:fld>
            <a:endParaRPr lang="vi-VN" dirty="0"/>
          </a:p>
        </p:txBody>
      </p:sp>
      <p:pic>
        <p:nvPicPr>
          <p:cNvPr id="3" name="Picture 2">
            <a:extLst>
              <a:ext uri="{FF2B5EF4-FFF2-40B4-BE49-F238E27FC236}">
                <a16:creationId xmlns:a16="http://schemas.microsoft.com/office/drawing/2014/main" id="{6FAAA33D-2E2A-4AD0-81B1-4F945ABA1A9B}"/>
              </a:ext>
            </a:extLst>
          </p:cNvPr>
          <p:cNvPicPr>
            <a:picLocks noChangeAspect="1"/>
          </p:cNvPicPr>
          <p:nvPr/>
        </p:nvPicPr>
        <p:blipFill>
          <a:blip r:embed="rId2"/>
          <a:stretch>
            <a:fillRect/>
          </a:stretch>
        </p:blipFill>
        <p:spPr>
          <a:xfrm>
            <a:off x="5078862" y="2228644"/>
            <a:ext cx="4296137" cy="4629356"/>
          </a:xfrm>
          <a:prstGeom prst="rect">
            <a:avLst/>
          </a:prstGeom>
        </p:spPr>
      </p:pic>
    </p:spTree>
    <p:extLst>
      <p:ext uri="{BB962C8B-B14F-4D97-AF65-F5344CB8AC3E}">
        <p14:creationId xmlns:p14="http://schemas.microsoft.com/office/powerpoint/2010/main" val="33066823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7.4 Flip-Flop Applications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40904"/>
            <a:ext cx="10774018" cy="5315715"/>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Frequency Division</a:t>
            </a:r>
            <a:br>
              <a:rPr lang="en-US" b="0" i="0" dirty="0">
                <a:solidFill>
                  <a:srgbClr val="00803E"/>
                </a:solidFill>
                <a:effectLst/>
                <a:latin typeface="Helvetica" panose="020B0604020202020204" pitchFamily="34" charset="0"/>
              </a:rPr>
            </a:br>
            <a:r>
              <a:rPr lang="en-US" dirty="0">
                <a:solidFill>
                  <a:srgbClr val="242021"/>
                </a:solidFill>
                <a:latin typeface="Aptos (Body)"/>
              </a:rPr>
              <a:t>Another application of a flip-flop is dividing (reducing) the frequency of a periodic waveform. When a pulse waveform is applied to the clock input of a D or J-K flip-flop that is connected to toggle (D = Q or J = K = 1), the Q output is a square wave with one-half the frequency of the clock input</a:t>
            </a:r>
            <a:r>
              <a:rPr lang="en-US" b="0" i="0" dirty="0">
                <a:solidFill>
                  <a:srgbClr val="242021"/>
                </a:solidFill>
                <a:effectLst/>
                <a:latin typeface="Times-Roman"/>
              </a:rPr>
              <a:t>. </a:t>
            </a:r>
            <a:br>
              <a:rPr lang="en-US" sz="1400" dirty="0"/>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23</a:t>
            </a:fld>
            <a:endParaRPr lang="vi-VN" dirty="0"/>
          </a:p>
        </p:txBody>
      </p:sp>
      <p:pic>
        <p:nvPicPr>
          <p:cNvPr id="5" name="Picture 4">
            <a:extLst>
              <a:ext uri="{FF2B5EF4-FFF2-40B4-BE49-F238E27FC236}">
                <a16:creationId xmlns:a16="http://schemas.microsoft.com/office/drawing/2014/main" id="{BDE54083-B0B7-46DF-A824-FFC27A540F6C}"/>
              </a:ext>
            </a:extLst>
          </p:cNvPr>
          <p:cNvPicPr>
            <a:picLocks noChangeAspect="1"/>
          </p:cNvPicPr>
          <p:nvPr/>
        </p:nvPicPr>
        <p:blipFill>
          <a:blip r:embed="rId2"/>
          <a:stretch>
            <a:fillRect/>
          </a:stretch>
        </p:blipFill>
        <p:spPr>
          <a:xfrm>
            <a:off x="2883609" y="2623720"/>
            <a:ext cx="7049724" cy="4069943"/>
          </a:xfrm>
          <a:prstGeom prst="rect">
            <a:avLst/>
          </a:prstGeom>
        </p:spPr>
      </p:pic>
    </p:spTree>
    <p:extLst>
      <p:ext uri="{BB962C8B-B14F-4D97-AF65-F5344CB8AC3E}">
        <p14:creationId xmlns:p14="http://schemas.microsoft.com/office/powerpoint/2010/main" val="24535997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7.4 Flip-Flop Applications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21061"/>
            <a:ext cx="10774018"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Frequency Division</a:t>
            </a:r>
            <a:br>
              <a:rPr lang="en-US" b="0" i="0" dirty="0">
                <a:solidFill>
                  <a:srgbClr val="00803E"/>
                </a:solidFill>
                <a:effectLst/>
                <a:latin typeface="Helvetica" panose="020B0604020202020204" pitchFamily="34" charset="0"/>
              </a:rPr>
            </a:br>
            <a:r>
              <a:rPr lang="en-US" dirty="0">
                <a:solidFill>
                  <a:srgbClr val="242021"/>
                </a:solidFill>
                <a:latin typeface="Aptos (Body)"/>
              </a:rPr>
              <a:t>Further division of a clock frequency can be achieved by using the output of one flipflop as the clock input to a second flip-flop. </a:t>
            </a:r>
            <a:br>
              <a:rPr lang="en-US" sz="1600" dirty="0"/>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24</a:t>
            </a:fld>
            <a:endParaRPr lang="vi-VN" dirty="0"/>
          </a:p>
        </p:txBody>
      </p:sp>
      <p:pic>
        <p:nvPicPr>
          <p:cNvPr id="3" name="Picture 2">
            <a:extLst>
              <a:ext uri="{FF2B5EF4-FFF2-40B4-BE49-F238E27FC236}">
                <a16:creationId xmlns:a16="http://schemas.microsoft.com/office/drawing/2014/main" id="{E1DCD946-8083-4CCB-B375-ABBB7C6D4882}"/>
              </a:ext>
            </a:extLst>
          </p:cNvPr>
          <p:cNvPicPr>
            <a:picLocks noChangeAspect="1"/>
          </p:cNvPicPr>
          <p:nvPr/>
        </p:nvPicPr>
        <p:blipFill>
          <a:blip r:embed="rId2"/>
          <a:stretch>
            <a:fillRect/>
          </a:stretch>
        </p:blipFill>
        <p:spPr>
          <a:xfrm>
            <a:off x="2452961" y="2264987"/>
            <a:ext cx="7586389" cy="4593013"/>
          </a:xfrm>
          <a:prstGeom prst="rect">
            <a:avLst/>
          </a:prstGeom>
        </p:spPr>
      </p:pic>
    </p:spTree>
    <p:extLst>
      <p:ext uri="{BB962C8B-B14F-4D97-AF65-F5344CB8AC3E}">
        <p14:creationId xmlns:p14="http://schemas.microsoft.com/office/powerpoint/2010/main" val="10239890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7.4 Flip-Flop Applications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14400"/>
            <a:ext cx="10774018" cy="542108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Counting </a:t>
            </a:r>
            <a:br>
              <a:rPr lang="en-US" b="1" i="1" dirty="0">
                <a:solidFill>
                  <a:schemeClr val="tx2">
                    <a:lumMod val="50000"/>
                    <a:lumOff val="50000"/>
                  </a:schemeClr>
                </a:solidFill>
                <a:latin typeface="Aptos (Body)"/>
              </a:rPr>
            </a:br>
            <a:r>
              <a:rPr lang="en-US" dirty="0">
                <a:solidFill>
                  <a:srgbClr val="242021"/>
                </a:solidFill>
                <a:latin typeface="Aptos (Body)"/>
              </a:rPr>
              <a:t>Both flip-flops are initially RESET. Flip-flop A toggles on the negative-going transition of each clock pulse. The Q output of flip-flop A clocks flip-flop B, so each time QA makes a HIGH-to-LOW transition, flip-flop B toggles. The resulting QA and QB waveforms are shown in the figure. </a:t>
            </a:r>
            <a:br>
              <a:rPr lang="en-US" sz="1400" dirty="0"/>
            </a:br>
            <a:br>
              <a:rPr lang="en-US" sz="2100" dirty="0">
                <a:solidFill>
                  <a:srgbClr val="242021"/>
                </a:solidFill>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25</a:t>
            </a:fld>
            <a:endParaRPr lang="vi-VN" dirty="0"/>
          </a:p>
        </p:txBody>
      </p:sp>
      <p:pic>
        <p:nvPicPr>
          <p:cNvPr id="3" name="Picture 2">
            <a:extLst>
              <a:ext uri="{FF2B5EF4-FFF2-40B4-BE49-F238E27FC236}">
                <a16:creationId xmlns:a16="http://schemas.microsoft.com/office/drawing/2014/main" id="{88906451-4070-41CC-AE4E-6805CAA7536D}"/>
              </a:ext>
            </a:extLst>
          </p:cNvPr>
          <p:cNvPicPr>
            <a:picLocks noChangeAspect="1"/>
          </p:cNvPicPr>
          <p:nvPr/>
        </p:nvPicPr>
        <p:blipFill>
          <a:blip r:embed="rId2"/>
          <a:stretch>
            <a:fillRect/>
          </a:stretch>
        </p:blipFill>
        <p:spPr>
          <a:xfrm>
            <a:off x="3534772" y="2393095"/>
            <a:ext cx="5662236" cy="4338996"/>
          </a:xfrm>
          <a:prstGeom prst="rect">
            <a:avLst/>
          </a:prstGeom>
        </p:spPr>
      </p:pic>
    </p:spTree>
    <p:extLst>
      <p:ext uri="{BB962C8B-B14F-4D97-AF65-F5344CB8AC3E}">
        <p14:creationId xmlns:p14="http://schemas.microsoft.com/office/powerpoint/2010/main" val="14395458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7.5 One-Shots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spcBef>
                <a:spcPts val="0"/>
              </a:spcBef>
              <a:buNone/>
            </a:pPr>
            <a:r>
              <a:rPr lang="en-US" b="1" i="1" dirty="0">
                <a:solidFill>
                  <a:schemeClr val="tx2">
                    <a:lumMod val="50000"/>
                    <a:lumOff val="50000"/>
                  </a:schemeClr>
                </a:solidFill>
                <a:latin typeface="Aptos (Body)"/>
              </a:rPr>
              <a:t>The one-shot</a:t>
            </a:r>
            <a:r>
              <a:rPr lang="en-US" b="1" i="0" dirty="0">
                <a:solidFill>
                  <a:srgbClr val="242021"/>
                </a:solidFill>
                <a:effectLst/>
                <a:latin typeface="Aptos (Body)"/>
              </a:rPr>
              <a:t>, </a:t>
            </a:r>
            <a:r>
              <a:rPr lang="en-US" b="0" i="0" dirty="0">
                <a:solidFill>
                  <a:srgbClr val="242021"/>
                </a:solidFill>
                <a:effectLst/>
                <a:latin typeface="Aptos (Body)"/>
              </a:rPr>
              <a:t>also known as a </a:t>
            </a:r>
            <a:r>
              <a:rPr lang="en-US" b="1" i="0" dirty="0">
                <a:solidFill>
                  <a:srgbClr val="006D96"/>
                </a:solidFill>
                <a:effectLst/>
                <a:latin typeface="Aptos (Body)"/>
              </a:rPr>
              <a:t>monostable </a:t>
            </a:r>
            <a:r>
              <a:rPr lang="en-US" b="0" i="0" dirty="0">
                <a:solidFill>
                  <a:srgbClr val="242021"/>
                </a:solidFill>
                <a:effectLst/>
                <a:latin typeface="Aptos (Body)"/>
              </a:rPr>
              <a:t>multivibrator, is a device with only one stable state. A one-shot is normally in its stable state and will change to its unstable state only when triggered.</a:t>
            </a:r>
            <a:r>
              <a:rPr lang="en-US" dirty="0">
                <a:latin typeface="Aptos (Body)"/>
              </a:rPr>
              <a:t> </a:t>
            </a:r>
          </a:p>
          <a:p>
            <a:pPr marL="0" indent="0">
              <a:lnSpc>
                <a:spcPct val="100000"/>
              </a:lnSpc>
              <a:spcBef>
                <a:spcPts val="0"/>
              </a:spcBef>
              <a:buNone/>
            </a:pPr>
            <a:r>
              <a:rPr lang="en-US" dirty="0">
                <a:latin typeface="Aptos (Body)"/>
              </a:rPr>
              <a:t> </a:t>
            </a:r>
            <a:r>
              <a:rPr lang="en-US" b="0" i="0" dirty="0">
                <a:solidFill>
                  <a:srgbClr val="00ADEE"/>
                </a:solidFill>
                <a:effectLst/>
                <a:latin typeface="Aptos (Body)"/>
              </a:rPr>
              <a:t>A one-shot produces a single pulse each time it is triggered</a:t>
            </a:r>
            <a:r>
              <a:rPr lang="en-US" dirty="0">
                <a:latin typeface="Aptos (Body)"/>
              </a:rPr>
              <a:t> </a:t>
            </a:r>
            <a:br>
              <a:rPr lang="en-US" sz="2100" dirty="0">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26</a:t>
            </a:fld>
            <a:endParaRPr lang="vi-VN" dirty="0"/>
          </a:p>
        </p:txBody>
      </p:sp>
      <p:pic>
        <p:nvPicPr>
          <p:cNvPr id="3" name="Picture 2">
            <a:extLst>
              <a:ext uri="{FF2B5EF4-FFF2-40B4-BE49-F238E27FC236}">
                <a16:creationId xmlns:a16="http://schemas.microsoft.com/office/drawing/2014/main" id="{FFFBBC03-2ED1-47F0-B5ED-4877F1491067}"/>
              </a:ext>
            </a:extLst>
          </p:cNvPr>
          <p:cNvPicPr>
            <a:picLocks noChangeAspect="1"/>
          </p:cNvPicPr>
          <p:nvPr/>
        </p:nvPicPr>
        <p:blipFill>
          <a:blip r:embed="rId2"/>
          <a:stretch>
            <a:fillRect/>
          </a:stretch>
        </p:blipFill>
        <p:spPr>
          <a:xfrm>
            <a:off x="874644" y="2528847"/>
            <a:ext cx="5870713" cy="2186921"/>
          </a:xfrm>
          <a:prstGeom prst="rect">
            <a:avLst/>
          </a:prstGeom>
        </p:spPr>
      </p:pic>
      <p:pic>
        <p:nvPicPr>
          <p:cNvPr id="5" name="Picture 4">
            <a:extLst>
              <a:ext uri="{FF2B5EF4-FFF2-40B4-BE49-F238E27FC236}">
                <a16:creationId xmlns:a16="http://schemas.microsoft.com/office/drawing/2014/main" id="{B33ABB25-5EFF-4A88-86BA-7DF79C42CC9A}"/>
              </a:ext>
            </a:extLst>
          </p:cNvPr>
          <p:cNvPicPr>
            <a:picLocks noChangeAspect="1"/>
          </p:cNvPicPr>
          <p:nvPr/>
        </p:nvPicPr>
        <p:blipFill>
          <a:blip r:embed="rId3"/>
          <a:stretch>
            <a:fillRect/>
          </a:stretch>
        </p:blipFill>
        <p:spPr>
          <a:xfrm>
            <a:off x="5035826" y="4329153"/>
            <a:ext cx="6439542" cy="2460049"/>
          </a:xfrm>
          <a:prstGeom prst="rect">
            <a:avLst/>
          </a:prstGeom>
        </p:spPr>
      </p:pic>
    </p:spTree>
    <p:extLst>
      <p:ext uri="{BB962C8B-B14F-4D97-AF65-F5344CB8AC3E}">
        <p14:creationId xmlns:p14="http://schemas.microsoft.com/office/powerpoint/2010/main" val="32971572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7.5 One-Shots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981610" cy="5235558"/>
          </a:xfrm>
        </p:spPr>
        <p:txBody>
          <a:bodyPr>
            <a:normAutofit/>
          </a:bodyPr>
          <a:lstStyle/>
          <a:p>
            <a:pPr marL="0" indent="0">
              <a:lnSpc>
                <a:spcPct val="100000"/>
              </a:lnSpc>
              <a:spcBef>
                <a:spcPts val="0"/>
              </a:spcBef>
              <a:buNone/>
            </a:pPr>
            <a:r>
              <a:rPr lang="en-US" b="0" i="0" dirty="0">
                <a:solidFill>
                  <a:srgbClr val="242021"/>
                </a:solidFill>
                <a:effectLst/>
                <a:latin typeface="Aptos (Body)"/>
              </a:rPr>
              <a:t>A </a:t>
            </a:r>
            <a:r>
              <a:rPr lang="en-US" b="0" i="0" dirty="0" err="1">
                <a:solidFill>
                  <a:srgbClr val="242021"/>
                </a:solidFill>
                <a:effectLst/>
                <a:latin typeface="Aptos (Body)"/>
              </a:rPr>
              <a:t>nonretriggerable</a:t>
            </a:r>
            <a:r>
              <a:rPr lang="en-US" b="0" i="0" dirty="0">
                <a:solidFill>
                  <a:srgbClr val="242021"/>
                </a:solidFill>
                <a:effectLst/>
                <a:latin typeface="Aptos (Body)"/>
              </a:rPr>
              <a:t> </a:t>
            </a:r>
            <a:r>
              <a:rPr lang="en-US" b="1" i="0" dirty="0">
                <a:solidFill>
                  <a:srgbClr val="0070C0"/>
                </a:solidFill>
                <a:effectLst/>
                <a:latin typeface="Aptos (Body)"/>
              </a:rPr>
              <a:t>one-shot </a:t>
            </a:r>
            <a:r>
              <a:rPr lang="en-US" b="0" i="0" dirty="0">
                <a:solidFill>
                  <a:srgbClr val="242021"/>
                </a:solidFill>
                <a:effectLst/>
                <a:latin typeface="Aptos (Body)"/>
              </a:rPr>
              <a:t>will not respond to any additional trigger pulses from the time it is triggered into its unstable state until it returns to its stable state. In other words, it will ignore any trigger pulses occurring before it times out. The time that the one-shot remains in its unstable state is the pulse width of the output.</a:t>
            </a:r>
            <a:r>
              <a:rPr lang="en-US" dirty="0">
                <a:latin typeface="Aptos (Body)"/>
              </a:rPr>
              <a:t> </a:t>
            </a:r>
            <a:br>
              <a:rPr lang="en-US" sz="2100" dirty="0">
                <a:latin typeface="Aptos (Body)"/>
              </a:rPr>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27</a:t>
            </a:fld>
            <a:endParaRPr lang="vi-VN" dirty="0"/>
          </a:p>
        </p:txBody>
      </p:sp>
      <p:pic>
        <p:nvPicPr>
          <p:cNvPr id="7" name="Picture 6">
            <a:extLst>
              <a:ext uri="{FF2B5EF4-FFF2-40B4-BE49-F238E27FC236}">
                <a16:creationId xmlns:a16="http://schemas.microsoft.com/office/drawing/2014/main" id="{26C40B0A-6106-463B-B22C-8B71B453D5B4}"/>
              </a:ext>
            </a:extLst>
          </p:cNvPr>
          <p:cNvPicPr>
            <a:picLocks noChangeAspect="1"/>
          </p:cNvPicPr>
          <p:nvPr/>
        </p:nvPicPr>
        <p:blipFill>
          <a:blip r:embed="rId2"/>
          <a:stretch>
            <a:fillRect/>
          </a:stretch>
        </p:blipFill>
        <p:spPr>
          <a:xfrm>
            <a:off x="543338" y="2917403"/>
            <a:ext cx="5765461" cy="2692550"/>
          </a:xfrm>
          <a:prstGeom prst="rect">
            <a:avLst/>
          </a:prstGeom>
        </p:spPr>
      </p:pic>
      <p:pic>
        <p:nvPicPr>
          <p:cNvPr id="8" name="Picture 7">
            <a:extLst>
              <a:ext uri="{FF2B5EF4-FFF2-40B4-BE49-F238E27FC236}">
                <a16:creationId xmlns:a16="http://schemas.microsoft.com/office/drawing/2014/main" id="{CB3E367A-357B-47CE-8960-95DE783A39C6}"/>
              </a:ext>
            </a:extLst>
          </p:cNvPr>
          <p:cNvPicPr>
            <a:picLocks noChangeAspect="1"/>
          </p:cNvPicPr>
          <p:nvPr/>
        </p:nvPicPr>
        <p:blipFill>
          <a:blip r:embed="rId3"/>
          <a:stretch>
            <a:fillRect/>
          </a:stretch>
        </p:blipFill>
        <p:spPr>
          <a:xfrm>
            <a:off x="6090793" y="2868296"/>
            <a:ext cx="5889175" cy="2692550"/>
          </a:xfrm>
          <a:prstGeom prst="rect">
            <a:avLst/>
          </a:prstGeom>
        </p:spPr>
      </p:pic>
    </p:spTree>
    <p:extLst>
      <p:ext uri="{BB962C8B-B14F-4D97-AF65-F5344CB8AC3E}">
        <p14:creationId xmlns:p14="http://schemas.microsoft.com/office/powerpoint/2010/main" val="827911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7.5 One-Shots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60174"/>
            <a:ext cx="10774018" cy="5275314"/>
          </a:xfrm>
        </p:spPr>
        <p:txBody>
          <a:bodyPr>
            <a:normAutofit/>
          </a:bodyPr>
          <a:lstStyle/>
          <a:p>
            <a:pPr marL="0" indent="0">
              <a:lnSpc>
                <a:spcPct val="100000"/>
              </a:lnSpc>
              <a:spcBef>
                <a:spcPts val="0"/>
              </a:spcBef>
              <a:buNone/>
            </a:pPr>
            <a:r>
              <a:rPr lang="en-US" sz="2400" b="1" i="1" dirty="0" err="1">
                <a:solidFill>
                  <a:schemeClr val="tx2">
                    <a:lumMod val="50000"/>
                    <a:lumOff val="50000"/>
                  </a:schemeClr>
                </a:solidFill>
                <a:latin typeface="Aptos (Body)"/>
              </a:rPr>
              <a:t>Nonretriggerable</a:t>
            </a:r>
            <a:r>
              <a:rPr lang="en-US" sz="2400" b="1" i="1" dirty="0">
                <a:solidFill>
                  <a:schemeClr val="tx2">
                    <a:lumMod val="50000"/>
                    <a:lumOff val="50000"/>
                  </a:schemeClr>
                </a:solidFill>
                <a:latin typeface="Aptos (Body)"/>
              </a:rPr>
              <a:t> One-Shot</a:t>
            </a:r>
            <a:br>
              <a:rPr lang="en-US" b="0" i="0" dirty="0">
                <a:solidFill>
                  <a:srgbClr val="00803E"/>
                </a:solidFill>
                <a:effectLst/>
                <a:latin typeface="Helvetica" panose="020B0604020202020204" pitchFamily="34" charset="0"/>
              </a:rPr>
            </a:br>
            <a:r>
              <a:rPr lang="en-US" dirty="0">
                <a:solidFill>
                  <a:srgbClr val="242021"/>
                </a:solidFill>
                <a:latin typeface="Aptos (Body)"/>
              </a:rPr>
              <a:t>The 74121 is an example of a </a:t>
            </a:r>
            <a:r>
              <a:rPr lang="en-US" dirty="0" err="1">
                <a:solidFill>
                  <a:srgbClr val="242021"/>
                </a:solidFill>
                <a:latin typeface="Aptos (Body)"/>
              </a:rPr>
              <a:t>nonretriggerable</a:t>
            </a:r>
            <a:r>
              <a:rPr lang="en-US" dirty="0">
                <a:solidFill>
                  <a:srgbClr val="242021"/>
                </a:solidFill>
                <a:latin typeface="Aptos (Body)"/>
              </a:rPr>
              <a:t> IC one-shot. </a:t>
            </a:r>
            <a:br>
              <a:rPr lang="en-US" sz="1600" dirty="0"/>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28</a:t>
            </a:fld>
            <a:endParaRPr lang="vi-VN" dirty="0"/>
          </a:p>
        </p:txBody>
      </p:sp>
      <p:pic>
        <p:nvPicPr>
          <p:cNvPr id="3" name="Picture 2">
            <a:extLst>
              <a:ext uri="{FF2B5EF4-FFF2-40B4-BE49-F238E27FC236}">
                <a16:creationId xmlns:a16="http://schemas.microsoft.com/office/drawing/2014/main" id="{B4E942B7-DCAB-42EF-8B50-7EF51EBC294D}"/>
              </a:ext>
            </a:extLst>
          </p:cNvPr>
          <p:cNvPicPr>
            <a:picLocks noChangeAspect="1"/>
          </p:cNvPicPr>
          <p:nvPr/>
        </p:nvPicPr>
        <p:blipFill>
          <a:blip r:embed="rId2"/>
          <a:stretch>
            <a:fillRect/>
          </a:stretch>
        </p:blipFill>
        <p:spPr>
          <a:xfrm>
            <a:off x="1619830" y="1872433"/>
            <a:ext cx="9469175" cy="4768262"/>
          </a:xfrm>
          <a:prstGeom prst="rect">
            <a:avLst/>
          </a:prstGeom>
        </p:spPr>
      </p:pic>
    </p:spTree>
    <p:extLst>
      <p:ext uri="{BB962C8B-B14F-4D97-AF65-F5344CB8AC3E}">
        <p14:creationId xmlns:p14="http://schemas.microsoft.com/office/powerpoint/2010/main" val="14228786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7.5 One-Shots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60174"/>
            <a:ext cx="10774018" cy="5275314"/>
          </a:xfrm>
        </p:spPr>
        <p:txBody>
          <a:bodyPr>
            <a:normAutofit/>
          </a:bodyPr>
          <a:lstStyle/>
          <a:p>
            <a:pPr marL="0" indent="0">
              <a:lnSpc>
                <a:spcPct val="100000"/>
              </a:lnSpc>
              <a:spcBef>
                <a:spcPts val="0"/>
              </a:spcBef>
              <a:buNone/>
            </a:pPr>
            <a:r>
              <a:rPr lang="en-US" sz="2400" b="1" i="1" dirty="0">
                <a:solidFill>
                  <a:schemeClr val="tx2">
                    <a:lumMod val="50000"/>
                    <a:lumOff val="50000"/>
                  </a:schemeClr>
                </a:solidFill>
                <a:latin typeface="Aptos (Body)"/>
              </a:rPr>
              <a:t>Setting the Pulse Width</a:t>
            </a:r>
            <a:br>
              <a:rPr lang="en-US" b="1" i="0" dirty="0">
                <a:solidFill>
                  <a:srgbClr val="0090D6"/>
                </a:solidFill>
                <a:effectLst/>
                <a:latin typeface="Helvetica-Bold"/>
              </a:rPr>
            </a:br>
            <a:r>
              <a:rPr lang="en-US" dirty="0">
                <a:solidFill>
                  <a:srgbClr val="242021"/>
                </a:solidFill>
                <a:latin typeface="Aptos (Body)"/>
              </a:rPr>
              <a:t>A typical pulse width of about 30 ns is produced when no external timing components are used and the internal timing resistor (RINT) is connected to VCC.</a:t>
            </a:r>
            <a:br>
              <a:rPr lang="en-US" sz="1600" dirty="0"/>
            </a:br>
            <a:br>
              <a:rPr lang="en-US" sz="1600" dirty="0"/>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29</a:t>
            </a:fld>
            <a:endParaRPr lang="vi-VN" dirty="0"/>
          </a:p>
        </p:txBody>
      </p:sp>
      <p:pic>
        <p:nvPicPr>
          <p:cNvPr id="5" name="Picture 4">
            <a:extLst>
              <a:ext uri="{FF2B5EF4-FFF2-40B4-BE49-F238E27FC236}">
                <a16:creationId xmlns:a16="http://schemas.microsoft.com/office/drawing/2014/main" id="{83AF491B-79C3-44CD-824B-2A502B50DFF8}"/>
              </a:ext>
            </a:extLst>
          </p:cNvPr>
          <p:cNvPicPr>
            <a:picLocks noChangeAspect="1"/>
          </p:cNvPicPr>
          <p:nvPr/>
        </p:nvPicPr>
        <p:blipFill>
          <a:blip r:embed="rId2"/>
          <a:stretch>
            <a:fillRect/>
          </a:stretch>
        </p:blipFill>
        <p:spPr>
          <a:xfrm>
            <a:off x="1059713" y="2285012"/>
            <a:ext cx="10257643" cy="4572988"/>
          </a:xfrm>
          <a:prstGeom prst="rect">
            <a:avLst/>
          </a:prstGeom>
        </p:spPr>
      </p:pic>
    </p:spTree>
    <p:extLst>
      <p:ext uri="{BB962C8B-B14F-4D97-AF65-F5344CB8AC3E}">
        <p14:creationId xmlns:p14="http://schemas.microsoft.com/office/powerpoint/2010/main" val="25728217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7.5 One-Shots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67409"/>
            <a:ext cx="10774018" cy="5368079"/>
          </a:xfrm>
        </p:spPr>
        <p:txBody>
          <a:bodyPr>
            <a:normAutofit/>
          </a:bodyPr>
          <a:lstStyle/>
          <a:p>
            <a:pPr marL="0" indent="0">
              <a:lnSpc>
                <a:spcPct val="100000"/>
              </a:lnSpc>
              <a:spcBef>
                <a:spcPts val="0"/>
              </a:spcBef>
              <a:buNone/>
            </a:pPr>
            <a:r>
              <a:rPr lang="en-US" sz="2400" b="1" i="1" dirty="0" err="1">
                <a:solidFill>
                  <a:schemeClr val="tx2">
                    <a:lumMod val="50000"/>
                    <a:lumOff val="50000"/>
                  </a:schemeClr>
                </a:solidFill>
                <a:latin typeface="Aptos (Body)"/>
              </a:rPr>
              <a:t>Retriggerable</a:t>
            </a:r>
            <a:r>
              <a:rPr lang="en-US" sz="2400" b="1" i="1" dirty="0">
                <a:solidFill>
                  <a:schemeClr val="tx2">
                    <a:lumMod val="50000"/>
                    <a:lumOff val="50000"/>
                  </a:schemeClr>
                </a:solidFill>
                <a:latin typeface="Aptos (Body)"/>
              </a:rPr>
              <a:t> One-Shot</a:t>
            </a:r>
            <a:br>
              <a:rPr lang="en-US" b="0" i="0" dirty="0">
                <a:solidFill>
                  <a:srgbClr val="00803E"/>
                </a:solidFill>
                <a:effectLst/>
                <a:latin typeface="Helvetica" panose="020B0604020202020204" pitchFamily="34" charset="0"/>
              </a:rPr>
            </a:br>
            <a:r>
              <a:rPr lang="en-US" dirty="0">
                <a:solidFill>
                  <a:srgbClr val="242021"/>
                </a:solidFill>
                <a:latin typeface="Aptos (Body)"/>
              </a:rPr>
              <a:t>The 74LS122 is an example of a </a:t>
            </a:r>
            <a:r>
              <a:rPr lang="en-US" dirty="0" err="1">
                <a:solidFill>
                  <a:srgbClr val="242021"/>
                </a:solidFill>
                <a:latin typeface="Aptos (Body)"/>
              </a:rPr>
              <a:t>retriggerable</a:t>
            </a:r>
            <a:r>
              <a:rPr lang="en-US" dirty="0">
                <a:solidFill>
                  <a:srgbClr val="242021"/>
                </a:solidFill>
                <a:latin typeface="Aptos (Body)"/>
              </a:rPr>
              <a:t> IC one-shot with a clear input</a:t>
            </a:r>
            <a:r>
              <a:rPr lang="en-US" b="0" i="0" dirty="0">
                <a:solidFill>
                  <a:srgbClr val="242021"/>
                </a:solidFill>
                <a:effectLst/>
                <a:latin typeface="Times-Roman"/>
              </a:rPr>
              <a:t>.</a:t>
            </a:r>
            <a:r>
              <a:rPr lang="en-US" dirty="0"/>
              <a:t> </a:t>
            </a:r>
            <a:br>
              <a:rPr lang="en-US" sz="1400" dirty="0"/>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30</a:t>
            </a:fld>
            <a:endParaRPr lang="vi-VN" dirty="0"/>
          </a:p>
        </p:txBody>
      </p:sp>
      <p:pic>
        <p:nvPicPr>
          <p:cNvPr id="3" name="Picture 2">
            <a:extLst>
              <a:ext uri="{FF2B5EF4-FFF2-40B4-BE49-F238E27FC236}">
                <a16:creationId xmlns:a16="http://schemas.microsoft.com/office/drawing/2014/main" id="{A1B8B05D-106C-412C-AB31-EA182664BB6C}"/>
              </a:ext>
            </a:extLst>
          </p:cNvPr>
          <p:cNvPicPr>
            <a:picLocks noChangeAspect="1"/>
          </p:cNvPicPr>
          <p:nvPr/>
        </p:nvPicPr>
        <p:blipFill>
          <a:blip r:embed="rId2"/>
          <a:stretch>
            <a:fillRect/>
          </a:stretch>
        </p:blipFill>
        <p:spPr>
          <a:xfrm>
            <a:off x="543338" y="1942085"/>
            <a:ext cx="10561982" cy="4333120"/>
          </a:xfrm>
          <a:prstGeom prst="rect">
            <a:avLst/>
          </a:prstGeom>
        </p:spPr>
      </p:pic>
      <p:pic>
        <p:nvPicPr>
          <p:cNvPr id="7" name="Picture 6">
            <a:extLst>
              <a:ext uri="{FF2B5EF4-FFF2-40B4-BE49-F238E27FC236}">
                <a16:creationId xmlns:a16="http://schemas.microsoft.com/office/drawing/2014/main" id="{9F16DF12-62A5-4ADA-A139-1BF844CA8BD6}"/>
              </a:ext>
            </a:extLst>
          </p:cNvPr>
          <p:cNvPicPr>
            <a:picLocks noChangeAspect="1"/>
          </p:cNvPicPr>
          <p:nvPr/>
        </p:nvPicPr>
        <p:blipFill>
          <a:blip r:embed="rId3"/>
          <a:stretch>
            <a:fillRect/>
          </a:stretch>
        </p:blipFill>
        <p:spPr>
          <a:xfrm>
            <a:off x="7968534" y="6035236"/>
            <a:ext cx="3136786" cy="822764"/>
          </a:xfrm>
          <a:prstGeom prst="rect">
            <a:avLst/>
          </a:prstGeom>
        </p:spPr>
      </p:pic>
    </p:spTree>
    <p:extLst>
      <p:ext uri="{BB962C8B-B14F-4D97-AF65-F5344CB8AC3E}">
        <p14:creationId xmlns:p14="http://schemas.microsoft.com/office/powerpoint/2010/main" val="26875940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7.5 One-Shots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67409"/>
            <a:ext cx="10774018" cy="5368079"/>
          </a:xfrm>
        </p:spPr>
        <p:txBody>
          <a:bodyPr>
            <a:normAutofit/>
          </a:bodyPr>
          <a:lstStyle/>
          <a:p>
            <a:pPr marL="0" indent="0">
              <a:lnSpc>
                <a:spcPct val="100000"/>
              </a:lnSpc>
              <a:spcBef>
                <a:spcPts val="0"/>
              </a:spcBef>
              <a:buNone/>
            </a:pPr>
            <a:r>
              <a:rPr lang="en-US" sz="2400" b="1" i="1" dirty="0">
                <a:solidFill>
                  <a:schemeClr val="tx2">
                    <a:lumMod val="50000"/>
                    <a:lumOff val="50000"/>
                  </a:schemeClr>
                </a:solidFill>
                <a:latin typeface="Aptos (Body)"/>
              </a:rPr>
              <a:t>An Application</a:t>
            </a:r>
            <a:br>
              <a:rPr lang="en-US" b="0" i="0" dirty="0">
                <a:solidFill>
                  <a:srgbClr val="00803E"/>
                </a:solidFill>
                <a:effectLst/>
                <a:latin typeface="Helvetica" panose="020B0604020202020204" pitchFamily="34" charset="0"/>
              </a:rPr>
            </a:br>
            <a:r>
              <a:rPr lang="en-US" dirty="0">
                <a:solidFill>
                  <a:srgbClr val="242021"/>
                </a:solidFill>
                <a:latin typeface="Aptos (Body)"/>
              </a:rPr>
              <a:t>One practical one-shot application is a sequential timer that can be used to illuminate a series of lights. This type of circuit can be used, for example, in a lane change directional indicator for highway construction projects or in sequential turn signals on automobiles. </a:t>
            </a:r>
            <a:br>
              <a:rPr lang="en-US" sz="1400" dirty="0"/>
            </a:br>
            <a:br>
              <a:rPr lang="en-US" sz="1400" dirty="0"/>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31</a:t>
            </a:fld>
            <a:endParaRPr lang="vi-VN" dirty="0"/>
          </a:p>
        </p:txBody>
      </p:sp>
      <p:pic>
        <p:nvPicPr>
          <p:cNvPr id="5" name="Picture 4">
            <a:extLst>
              <a:ext uri="{FF2B5EF4-FFF2-40B4-BE49-F238E27FC236}">
                <a16:creationId xmlns:a16="http://schemas.microsoft.com/office/drawing/2014/main" id="{C42FACA8-9EE0-4C7A-8C42-9E867C7B7586}"/>
              </a:ext>
            </a:extLst>
          </p:cNvPr>
          <p:cNvPicPr>
            <a:picLocks noChangeAspect="1"/>
          </p:cNvPicPr>
          <p:nvPr/>
        </p:nvPicPr>
        <p:blipFill>
          <a:blip r:embed="rId2"/>
          <a:stretch>
            <a:fillRect/>
          </a:stretch>
        </p:blipFill>
        <p:spPr>
          <a:xfrm>
            <a:off x="2507795" y="2511385"/>
            <a:ext cx="8193334" cy="4129310"/>
          </a:xfrm>
          <a:prstGeom prst="rect">
            <a:avLst/>
          </a:prstGeom>
        </p:spPr>
      </p:pic>
    </p:spTree>
    <p:extLst>
      <p:ext uri="{BB962C8B-B14F-4D97-AF65-F5344CB8AC3E}">
        <p14:creationId xmlns:p14="http://schemas.microsoft.com/office/powerpoint/2010/main" val="10644820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7.5 One-Shots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67409"/>
            <a:ext cx="10774018" cy="5368079"/>
          </a:xfrm>
        </p:spPr>
        <p:txBody>
          <a:bodyPr>
            <a:normAutofit/>
          </a:bodyPr>
          <a:lstStyle/>
          <a:p>
            <a:pPr marL="0" indent="0">
              <a:lnSpc>
                <a:spcPct val="100000"/>
              </a:lnSpc>
              <a:spcBef>
                <a:spcPts val="0"/>
              </a:spcBef>
              <a:buNone/>
            </a:pPr>
            <a:r>
              <a:rPr lang="en-US" sz="2400" b="1" i="1" dirty="0">
                <a:solidFill>
                  <a:schemeClr val="tx2">
                    <a:lumMod val="50000"/>
                    <a:lumOff val="50000"/>
                  </a:schemeClr>
                </a:solidFill>
                <a:latin typeface="Aptos (Body)"/>
              </a:rPr>
              <a:t>The 555 Timer as a One-Shot</a:t>
            </a:r>
            <a:br>
              <a:rPr lang="en-US" sz="1800" b="0" i="0" dirty="0">
                <a:solidFill>
                  <a:srgbClr val="00803E"/>
                </a:solidFill>
                <a:effectLst/>
                <a:latin typeface="Helvetica" panose="020B0604020202020204" pitchFamily="34" charset="0"/>
              </a:rPr>
            </a:br>
            <a:r>
              <a:rPr lang="en-US" dirty="0">
                <a:solidFill>
                  <a:srgbClr val="242021"/>
                </a:solidFill>
                <a:latin typeface="Aptos (Body)"/>
              </a:rPr>
              <a:t>The 555 timer is a versatile and widely used IC device because it can be configured in two different modes as either a monostable multivibrator (one-shot) or as an astable multivibrator (pulse oscillator) </a:t>
            </a:r>
            <a:br>
              <a:rPr lang="en-US" sz="2100" dirty="0">
                <a:solidFill>
                  <a:srgbClr val="242021"/>
                </a:solidFill>
                <a:latin typeface="Aptos (Body)"/>
              </a:rPr>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32</a:t>
            </a:fld>
            <a:endParaRPr lang="vi-VN" dirty="0"/>
          </a:p>
        </p:txBody>
      </p:sp>
      <p:pic>
        <p:nvPicPr>
          <p:cNvPr id="7" name="Picture 6">
            <a:extLst>
              <a:ext uri="{FF2B5EF4-FFF2-40B4-BE49-F238E27FC236}">
                <a16:creationId xmlns:a16="http://schemas.microsoft.com/office/drawing/2014/main" id="{C3AE87F6-18E7-4358-A613-ABCC00058F53}"/>
              </a:ext>
            </a:extLst>
          </p:cNvPr>
          <p:cNvPicPr>
            <a:picLocks noChangeAspect="1"/>
          </p:cNvPicPr>
          <p:nvPr/>
        </p:nvPicPr>
        <p:blipFill>
          <a:blip r:embed="rId2"/>
          <a:stretch>
            <a:fillRect/>
          </a:stretch>
        </p:blipFill>
        <p:spPr>
          <a:xfrm>
            <a:off x="3387666" y="2443363"/>
            <a:ext cx="6021378" cy="4414637"/>
          </a:xfrm>
          <a:prstGeom prst="rect">
            <a:avLst/>
          </a:prstGeom>
        </p:spPr>
      </p:pic>
    </p:spTree>
    <p:extLst>
      <p:ext uri="{BB962C8B-B14F-4D97-AF65-F5344CB8AC3E}">
        <p14:creationId xmlns:p14="http://schemas.microsoft.com/office/powerpoint/2010/main" val="32484882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7.5 One-Shots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67409"/>
            <a:ext cx="10774018" cy="5368079"/>
          </a:xfrm>
        </p:spPr>
        <p:txBody>
          <a:bodyPr>
            <a:normAutofit/>
          </a:bodyPr>
          <a:lstStyle/>
          <a:p>
            <a:pPr marL="0" indent="0">
              <a:lnSpc>
                <a:spcPct val="100000"/>
              </a:lnSpc>
              <a:spcBef>
                <a:spcPts val="0"/>
              </a:spcBef>
              <a:buNone/>
            </a:pPr>
            <a:r>
              <a:rPr lang="en-US" sz="2400" b="1" i="1" dirty="0">
                <a:solidFill>
                  <a:schemeClr val="tx2">
                    <a:lumMod val="50000"/>
                    <a:lumOff val="50000"/>
                  </a:schemeClr>
                </a:solidFill>
                <a:latin typeface="Aptos (Body)"/>
              </a:rPr>
              <a:t>Monostable (One-Shot) Operation </a:t>
            </a:r>
            <a:br>
              <a:rPr lang="en-US" sz="2100" b="1" i="1" dirty="0">
                <a:solidFill>
                  <a:schemeClr val="tx2">
                    <a:lumMod val="50000"/>
                    <a:lumOff val="50000"/>
                  </a:schemeClr>
                </a:solidFill>
                <a:latin typeface="Aptos (Body)"/>
              </a:rPr>
            </a:br>
            <a:r>
              <a:rPr lang="en-US" dirty="0">
                <a:solidFill>
                  <a:srgbClr val="242021"/>
                </a:solidFill>
                <a:latin typeface="Aptos (Body)"/>
              </a:rPr>
              <a:t>An external resistor and capacitor connected as shown in Figure 7–53 are used to set up the 555 timer as a non-</a:t>
            </a:r>
            <a:r>
              <a:rPr lang="en-US" dirty="0" err="1">
                <a:solidFill>
                  <a:srgbClr val="242021"/>
                </a:solidFill>
                <a:latin typeface="Aptos (Body)"/>
              </a:rPr>
              <a:t>retriggerable</a:t>
            </a:r>
            <a:r>
              <a:rPr lang="en-US" dirty="0">
                <a:solidFill>
                  <a:srgbClr val="242021"/>
                </a:solidFill>
                <a:latin typeface="Aptos (Body)"/>
              </a:rPr>
              <a:t> one-shot:</a:t>
            </a:r>
            <a:br>
              <a:rPr lang="en-US" sz="2100" dirty="0">
                <a:solidFill>
                  <a:srgbClr val="242021"/>
                </a:solidFill>
                <a:latin typeface="Aptos (Body)"/>
              </a:rPr>
            </a:br>
            <a:endParaRPr lang="en-US" sz="2100" dirty="0">
              <a:solidFill>
                <a:srgbClr val="242021"/>
              </a:solidFill>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33</a:t>
            </a:fld>
            <a:endParaRPr lang="vi-VN" dirty="0"/>
          </a:p>
        </p:txBody>
      </p:sp>
      <p:pic>
        <p:nvPicPr>
          <p:cNvPr id="3" name="Picture 2">
            <a:extLst>
              <a:ext uri="{FF2B5EF4-FFF2-40B4-BE49-F238E27FC236}">
                <a16:creationId xmlns:a16="http://schemas.microsoft.com/office/drawing/2014/main" id="{A0432693-7AC2-4B82-AE71-AF5047E81987}"/>
              </a:ext>
            </a:extLst>
          </p:cNvPr>
          <p:cNvPicPr>
            <a:picLocks noChangeAspect="1"/>
          </p:cNvPicPr>
          <p:nvPr/>
        </p:nvPicPr>
        <p:blipFill>
          <a:blip r:embed="rId2"/>
          <a:stretch>
            <a:fillRect/>
          </a:stretch>
        </p:blipFill>
        <p:spPr>
          <a:xfrm>
            <a:off x="1108911" y="3651448"/>
            <a:ext cx="2133281" cy="548135"/>
          </a:xfrm>
          <a:prstGeom prst="rect">
            <a:avLst/>
          </a:prstGeom>
        </p:spPr>
      </p:pic>
      <p:pic>
        <p:nvPicPr>
          <p:cNvPr id="5" name="Picture 4">
            <a:extLst>
              <a:ext uri="{FF2B5EF4-FFF2-40B4-BE49-F238E27FC236}">
                <a16:creationId xmlns:a16="http://schemas.microsoft.com/office/drawing/2014/main" id="{75D453EB-5783-4167-BA5E-C93265152086}"/>
              </a:ext>
            </a:extLst>
          </p:cNvPr>
          <p:cNvPicPr>
            <a:picLocks noChangeAspect="1"/>
          </p:cNvPicPr>
          <p:nvPr/>
        </p:nvPicPr>
        <p:blipFill>
          <a:blip r:embed="rId3"/>
          <a:stretch>
            <a:fillRect/>
          </a:stretch>
        </p:blipFill>
        <p:spPr>
          <a:xfrm>
            <a:off x="3133923" y="2054152"/>
            <a:ext cx="7269333" cy="4639511"/>
          </a:xfrm>
          <a:prstGeom prst="rect">
            <a:avLst/>
          </a:prstGeom>
        </p:spPr>
      </p:pic>
    </p:spTree>
    <p:extLst>
      <p:ext uri="{BB962C8B-B14F-4D97-AF65-F5344CB8AC3E}">
        <p14:creationId xmlns:p14="http://schemas.microsoft.com/office/powerpoint/2010/main" val="20671402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7.5 One-Shots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67409"/>
            <a:ext cx="10774018" cy="5368079"/>
          </a:xfrm>
        </p:spPr>
        <p:txBody>
          <a:bodyPr>
            <a:normAutofit/>
          </a:bodyPr>
          <a:lstStyle/>
          <a:p>
            <a:pPr marL="0" indent="0">
              <a:lnSpc>
                <a:spcPct val="100000"/>
              </a:lnSpc>
              <a:spcBef>
                <a:spcPts val="0"/>
              </a:spcBef>
              <a:buNone/>
            </a:pPr>
            <a:r>
              <a:rPr lang="en-US" sz="2400" b="1" i="1" dirty="0">
                <a:solidFill>
                  <a:schemeClr val="tx2">
                    <a:lumMod val="50000"/>
                    <a:lumOff val="50000"/>
                  </a:schemeClr>
                </a:solidFill>
                <a:latin typeface="Aptos (Body)"/>
              </a:rPr>
              <a:t>Monostable (One-Shot) Operation </a:t>
            </a:r>
            <a:br>
              <a:rPr lang="en-US" sz="2100" b="1" i="1" dirty="0">
                <a:solidFill>
                  <a:schemeClr val="tx2">
                    <a:lumMod val="50000"/>
                    <a:lumOff val="50000"/>
                  </a:schemeClr>
                </a:solidFill>
                <a:latin typeface="Aptos (Body)"/>
              </a:rPr>
            </a:br>
            <a:r>
              <a:rPr lang="en-US" dirty="0">
                <a:solidFill>
                  <a:srgbClr val="242021"/>
                </a:solidFill>
                <a:latin typeface="Aptos (Body)"/>
              </a:rPr>
              <a:t>An external resistor and capacitor connected as shown in Figure 7–53 are used to set up the 555 timer as a non-</a:t>
            </a:r>
            <a:r>
              <a:rPr lang="en-US" dirty="0" err="1">
                <a:solidFill>
                  <a:srgbClr val="242021"/>
                </a:solidFill>
                <a:latin typeface="Aptos (Body)"/>
              </a:rPr>
              <a:t>retriggerable</a:t>
            </a:r>
            <a:r>
              <a:rPr lang="en-US" dirty="0">
                <a:solidFill>
                  <a:srgbClr val="242021"/>
                </a:solidFill>
                <a:latin typeface="Aptos (Body)"/>
              </a:rPr>
              <a:t> one-shot:</a:t>
            </a:r>
            <a:br>
              <a:rPr lang="en-US" sz="2100" dirty="0">
                <a:solidFill>
                  <a:srgbClr val="242021"/>
                </a:solidFill>
                <a:latin typeface="Aptos (Body)"/>
              </a:rPr>
            </a:br>
            <a:endParaRPr lang="en-US" sz="2100" dirty="0">
              <a:solidFill>
                <a:srgbClr val="242021"/>
              </a:solidFill>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34</a:t>
            </a:fld>
            <a:endParaRPr lang="vi-VN" dirty="0"/>
          </a:p>
        </p:txBody>
      </p:sp>
      <p:pic>
        <p:nvPicPr>
          <p:cNvPr id="8" name="Picture 7">
            <a:extLst>
              <a:ext uri="{FF2B5EF4-FFF2-40B4-BE49-F238E27FC236}">
                <a16:creationId xmlns:a16="http://schemas.microsoft.com/office/drawing/2014/main" id="{FA2DBB68-1610-4EC3-8790-26A390516D16}"/>
              </a:ext>
            </a:extLst>
          </p:cNvPr>
          <p:cNvPicPr>
            <a:picLocks noChangeAspect="1"/>
          </p:cNvPicPr>
          <p:nvPr/>
        </p:nvPicPr>
        <p:blipFill>
          <a:blip r:embed="rId2"/>
          <a:stretch>
            <a:fillRect/>
          </a:stretch>
        </p:blipFill>
        <p:spPr>
          <a:xfrm>
            <a:off x="543338" y="2443823"/>
            <a:ext cx="7248940" cy="3243819"/>
          </a:xfrm>
          <a:prstGeom prst="rect">
            <a:avLst/>
          </a:prstGeom>
        </p:spPr>
      </p:pic>
      <p:pic>
        <p:nvPicPr>
          <p:cNvPr id="9" name="Picture 8">
            <a:extLst>
              <a:ext uri="{FF2B5EF4-FFF2-40B4-BE49-F238E27FC236}">
                <a16:creationId xmlns:a16="http://schemas.microsoft.com/office/drawing/2014/main" id="{0AF8F797-B65E-4AC4-B2D8-DE1935A14FBA}"/>
              </a:ext>
            </a:extLst>
          </p:cNvPr>
          <p:cNvPicPr>
            <a:picLocks noChangeAspect="1"/>
          </p:cNvPicPr>
          <p:nvPr/>
        </p:nvPicPr>
        <p:blipFill>
          <a:blip r:embed="rId3"/>
          <a:stretch>
            <a:fillRect/>
          </a:stretch>
        </p:blipFill>
        <p:spPr>
          <a:xfrm>
            <a:off x="7965414" y="2493130"/>
            <a:ext cx="4226586" cy="3194512"/>
          </a:xfrm>
          <a:prstGeom prst="rect">
            <a:avLst/>
          </a:prstGeom>
        </p:spPr>
      </p:pic>
      <p:pic>
        <p:nvPicPr>
          <p:cNvPr id="10" name="Picture 9">
            <a:extLst>
              <a:ext uri="{FF2B5EF4-FFF2-40B4-BE49-F238E27FC236}">
                <a16:creationId xmlns:a16="http://schemas.microsoft.com/office/drawing/2014/main" id="{4EB76AE3-B49D-4566-A9A5-15F5E0DB0683}"/>
              </a:ext>
            </a:extLst>
          </p:cNvPr>
          <p:cNvPicPr>
            <a:picLocks noChangeAspect="1"/>
          </p:cNvPicPr>
          <p:nvPr/>
        </p:nvPicPr>
        <p:blipFill>
          <a:blip r:embed="rId4"/>
          <a:stretch>
            <a:fillRect/>
          </a:stretch>
        </p:blipFill>
        <p:spPr>
          <a:xfrm>
            <a:off x="4167808" y="6167143"/>
            <a:ext cx="4773919" cy="473552"/>
          </a:xfrm>
          <a:prstGeom prst="rect">
            <a:avLst/>
          </a:prstGeom>
        </p:spPr>
      </p:pic>
    </p:spTree>
    <p:extLst>
      <p:ext uri="{BB962C8B-B14F-4D97-AF65-F5344CB8AC3E}">
        <p14:creationId xmlns:p14="http://schemas.microsoft.com/office/powerpoint/2010/main" val="3408709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7.5 One-Shots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67409"/>
            <a:ext cx="10774018" cy="5368079"/>
          </a:xfrm>
        </p:spPr>
        <p:txBody>
          <a:bodyPr>
            <a:normAutofit/>
          </a:bodyPr>
          <a:lstStyle/>
          <a:p>
            <a:pPr marL="0" indent="0">
              <a:lnSpc>
                <a:spcPct val="100000"/>
              </a:lnSpc>
              <a:spcBef>
                <a:spcPts val="0"/>
              </a:spcBef>
              <a:buNone/>
            </a:pPr>
            <a:r>
              <a:rPr lang="en-US" sz="2400" b="1" i="1" dirty="0">
                <a:solidFill>
                  <a:schemeClr val="tx2">
                    <a:lumMod val="50000"/>
                    <a:lumOff val="50000"/>
                  </a:schemeClr>
                </a:solidFill>
                <a:latin typeface="Aptos (Body)"/>
              </a:rPr>
              <a:t>One-Shot with VHDL</a:t>
            </a:r>
            <a:br>
              <a:rPr lang="en-US" b="0" i="0" dirty="0">
                <a:solidFill>
                  <a:srgbClr val="00803E"/>
                </a:solidFill>
                <a:effectLst/>
                <a:latin typeface="Helvetica" panose="020B0604020202020204" pitchFamily="34" charset="0"/>
              </a:rPr>
            </a:br>
            <a:r>
              <a:rPr lang="en-US" dirty="0">
                <a:solidFill>
                  <a:srgbClr val="242021"/>
                </a:solidFill>
                <a:latin typeface="Aptos (Body)"/>
              </a:rPr>
              <a:t>An example of a VHDL program code for a one-shot is as follows: </a:t>
            </a:r>
            <a:br>
              <a:rPr lang="en-US" sz="2100" dirty="0">
                <a:solidFill>
                  <a:srgbClr val="242021"/>
                </a:solidFill>
                <a:latin typeface="Aptos (Body)"/>
              </a:rPr>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35</a:t>
            </a:fld>
            <a:endParaRPr lang="vi-VN" dirty="0"/>
          </a:p>
        </p:txBody>
      </p:sp>
      <mc:AlternateContent xmlns:mc="http://schemas.openxmlformats.org/markup-compatibility/2006" xmlns:p14="http://schemas.microsoft.com/office/powerpoint/2010/main">
        <mc:Choice Requires="p14">
          <p:contentPart p14:bwMode="auto" r:id="rId2">
            <p14:nvContentPartPr>
              <p14:cNvPr id="12" name="Ink 11">
                <a:extLst>
                  <a:ext uri="{FF2B5EF4-FFF2-40B4-BE49-F238E27FC236}">
                    <a16:creationId xmlns:a16="http://schemas.microsoft.com/office/drawing/2014/main" id="{D083FA7E-DD42-434D-ADF1-5F78BB373C09}"/>
                  </a:ext>
                </a:extLst>
              </p14:cNvPr>
              <p14:cNvContentPartPr/>
              <p14:nvPr/>
            </p14:nvContentPartPr>
            <p14:xfrm>
              <a:off x="3100450" y="3445226"/>
              <a:ext cx="360" cy="360"/>
            </p14:xfrm>
          </p:contentPart>
        </mc:Choice>
        <mc:Fallback xmlns="">
          <p:pic>
            <p:nvPicPr>
              <p:cNvPr id="12" name="Ink 11">
                <a:extLst>
                  <a:ext uri="{FF2B5EF4-FFF2-40B4-BE49-F238E27FC236}">
                    <a16:creationId xmlns:a16="http://schemas.microsoft.com/office/drawing/2014/main" id="{D083FA7E-DD42-434D-ADF1-5F78BB373C09}"/>
                  </a:ext>
                </a:extLst>
              </p:cNvPr>
              <p:cNvPicPr/>
              <p:nvPr/>
            </p:nvPicPr>
            <p:blipFill>
              <a:blip r:embed="rId3"/>
              <a:stretch>
                <a:fillRect/>
              </a:stretch>
            </p:blipFill>
            <p:spPr>
              <a:xfrm>
                <a:off x="3091810" y="343658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BC608B9A-CD38-4790-B1AB-2CB6B2015BFA}"/>
                  </a:ext>
                </a:extLst>
              </p14:cNvPr>
              <p14:cNvContentPartPr/>
              <p14:nvPr/>
            </p14:nvContentPartPr>
            <p14:xfrm>
              <a:off x="1550290" y="2358386"/>
              <a:ext cx="360" cy="360"/>
            </p14:xfrm>
          </p:contentPart>
        </mc:Choice>
        <mc:Fallback xmlns="">
          <p:pic>
            <p:nvPicPr>
              <p:cNvPr id="13" name="Ink 12">
                <a:extLst>
                  <a:ext uri="{FF2B5EF4-FFF2-40B4-BE49-F238E27FC236}">
                    <a16:creationId xmlns:a16="http://schemas.microsoft.com/office/drawing/2014/main" id="{BC608B9A-CD38-4790-B1AB-2CB6B2015BFA}"/>
                  </a:ext>
                </a:extLst>
              </p:cNvPr>
              <p:cNvPicPr/>
              <p:nvPr/>
            </p:nvPicPr>
            <p:blipFill>
              <a:blip r:embed="rId3"/>
              <a:stretch>
                <a:fillRect/>
              </a:stretch>
            </p:blipFill>
            <p:spPr>
              <a:xfrm>
                <a:off x="1541650" y="234974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6" name="Ink 15">
                <a:extLst>
                  <a:ext uri="{FF2B5EF4-FFF2-40B4-BE49-F238E27FC236}">
                    <a16:creationId xmlns:a16="http://schemas.microsoft.com/office/drawing/2014/main" id="{FE9CC091-7496-4AFF-BF14-6E1DFE371C7F}"/>
                  </a:ext>
                </a:extLst>
              </p14:cNvPr>
              <p14:cNvContentPartPr/>
              <p14:nvPr/>
            </p14:nvContentPartPr>
            <p14:xfrm>
              <a:off x="2530570" y="2543786"/>
              <a:ext cx="360" cy="360"/>
            </p14:xfrm>
          </p:contentPart>
        </mc:Choice>
        <mc:Fallback xmlns="">
          <p:pic>
            <p:nvPicPr>
              <p:cNvPr id="16" name="Ink 15">
                <a:extLst>
                  <a:ext uri="{FF2B5EF4-FFF2-40B4-BE49-F238E27FC236}">
                    <a16:creationId xmlns:a16="http://schemas.microsoft.com/office/drawing/2014/main" id="{FE9CC091-7496-4AFF-BF14-6E1DFE371C7F}"/>
                  </a:ext>
                </a:extLst>
              </p:cNvPr>
              <p:cNvPicPr/>
              <p:nvPr/>
            </p:nvPicPr>
            <p:blipFill>
              <a:blip r:embed="rId3"/>
              <a:stretch>
                <a:fillRect/>
              </a:stretch>
            </p:blipFill>
            <p:spPr>
              <a:xfrm>
                <a:off x="2521570" y="253514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7" name="Ink 16">
                <a:extLst>
                  <a:ext uri="{FF2B5EF4-FFF2-40B4-BE49-F238E27FC236}">
                    <a16:creationId xmlns:a16="http://schemas.microsoft.com/office/drawing/2014/main" id="{EF975119-08FC-4726-8760-9A7088168745}"/>
                  </a:ext>
                </a:extLst>
              </p14:cNvPr>
              <p14:cNvContentPartPr/>
              <p14:nvPr/>
            </p14:nvContentPartPr>
            <p14:xfrm>
              <a:off x="1987690" y="3418946"/>
              <a:ext cx="360" cy="360"/>
            </p14:xfrm>
          </p:contentPart>
        </mc:Choice>
        <mc:Fallback xmlns="">
          <p:pic>
            <p:nvPicPr>
              <p:cNvPr id="17" name="Ink 16">
                <a:extLst>
                  <a:ext uri="{FF2B5EF4-FFF2-40B4-BE49-F238E27FC236}">
                    <a16:creationId xmlns:a16="http://schemas.microsoft.com/office/drawing/2014/main" id="{EF975119-08FC-4726-8760-9A7088168745}"/>
                  </a:ext>
                </a:extLst>
              </p:cNvPr>
              <p:cNvPicPr/>
              <p:nvPr/>
            </p:nvPicPr>
            <p:blipFill>
              <a:blip r:embed="rId3"/>
              <a:stretch>
                <a:fillRect/>
              </a:stretch>
            </p:blipFill>
            <p:spPr>
              <a:xfrm>
                <a:off x="1978690" y="340994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9" name="Ink 18">
                <a:extLst>
                  <a:ext uri="{FF2B5EF4-FFF2-40B4-BE49-F238E27FC236}">
                    <a16:creationId xmlns:a16="http://schemas.microsoft.com/office/drawing/2014/main" id="{92742A4C-F18A-46FD-BA9B-0A8B1E604608}"/>
                  </a:ext>
                </a:extLst>
              </p14:cNvPr>
              <p14:cNvContentPartPr/>
              <p14:nvPr/>
            </p14:nvContentPartPr>
            <p14:xfrm>
              <a:off x="2954650" y="1443986"/>
              <a:ext cx="360" cy="360"/>
            </p14:xfrm>
          </p:contentPart>
        </mc:Choice>
        <mc:Fallback xmlns="">
          <p:pic>
            <p:nvPicPr>
              <p:cNvPr id="19" name="Ink 18">
                <a:extLst>
                  <a:ext uri="{FF2B5EF4-FFF2-40B4-BE49-F238E27FC236}">
                    <a16:creationId xmlns:a16="http://schemas.microsoft.com/office/drawing/2014/main" id="{92742A4C-F18A-46FD-BA9B-0A8B1E604608}"/>
                  </a:ext>
                </a:extLst>
              </p:cNvPr>
              <p:cNvPicPr/>
              <p:nvPr/>
            </p:nvPicPr>
            <p:blipFill>
              <a:blip r:embed="rId3"/>
              <a:stretch>
                <a:fillRect/>
              </a:stretch>
            </p:blipFill>
            <p:spPr>
              <a:xfrm>
                <a:off x="2946010" y="1434986"/>
                <a:ext cx="18000" cy="18000"/>
              </a:xfrm>
              <a:prstGeom prst="rect">
                <a:avLst/>
              </a:prstGeom>
            </p:spPr>
          </p:pic>
        </mc:Fallback>
      </mc:AlternateContent>
      <p:pic>
        <p:nvPicPr>
          <p:cNvPr id="21" name="Picture 20">
            <a:extLst>
              <a:ext uri="{FF2B5EF4-FFF2-40B4-BE49-F238E27FC236}">
                <a16:creationId xmlns:a16="http://schemas.microsoft.com/office/drawing/2014/main" id="{BB29835E-83D6-4A22-ADC9-7C2ACDFD93F5}"/>
              </a:ext>
            </a:extLst>
          </p:cNvPr>
          <p:cNvPicPr>
            <a:picLocks noChangeAspect="1"/>
          </p:cNvPicPr>
          <p:nvPr/>
        </p:nvPicPr>
        <p:blipFill>
          <a:blip r:embed="rId8"/>
          <a:stretch>
            <a:fillRect/>
          </a:stretch>
        </p:blipFill>
        <p:spPr>
          <a:xfrm>
            <a:off x="1160437" y="1765137"/>
            <a:ext cx="4451540" cy="5092863"/>
          </a:xfrm>
          <a:prstGeom prst="rect">
            <a:avLst/>
          </a:prstGeom>
        </p:spPr>
      </p:pic>
      <p:pic>
        <p:nvPicPr>
          <p:cNvPr id="23" name="Picture 22">
            <a:extLst>
              <a:ext uri="{FF2B5EF4-FFF2-40B4-BE49-F238E27FC236}">
                <a16:creationId xmlns:a16="http://schemas.microsoft.com/office/drawing/2014/main" id="{4766CBA3-805C-4F85-BF82-65B6E70ED6E5}"/>
              </a:ext>
            </a:extLst>
          </p:cNvPr>
          <p:cNvPicPr>
            <a:picLocks noChangeAspect="1"/>
          </p:cNvPicPr>
          <p:nvPr/>
        </p:nvPicPr>
        <p:blipFill>
          <a:blip r:embed="rId9"/>
          <a:stretch>
            <a:fillRect/>
          </a:stretch>
        </p:blipFill>
        <p:spPr>
          <a:xfrm>
            <a:off x="6716331" y="1742893"/>
            <a:ext cx="4257472" cy="5092863"/>
          </a:xfrm>
          <a:prstGeom prst="rect">
            <a:avLst/>
          </a:prstGeom>
        </p:spPr>
      </p:pic>
    </p:spTree>
    <p:extLst>
      <p:ext uri="{BB962C8B-B14F-4D97-AF65-F5344CB8AC3E}">
        <p14:creationId xmlns:p14="http://schemas.microsoft.com/office/powerpoint/2010/main" val="161691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7.6 The Astable Multivibrator</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An astable </a:t>
            </a:r>
            <a:r>
              <a:rPr lang="en-US" b="0" i="0" dirty="0">
                <a:solidFill>
                  <a:srgbClr val="242021"/>
                </a:solidFill>
                <a:effectLst/>
                <a:latin typeface="Aptos (Body)"/>
              </a:rPr>
              <a:t>multivibrator is a device that has no stable states; it changes back and forth (oscillates) between two unstable states without any external triggering. The resulting output is typically a square wave that is used as a clock signal in many types of sequential logic circuits. Astable multivibrators are also known as pulse </a:t>
            </a:r>
            <a:r>
              <a:rPr lang="en-US" b="1" i="0" dirty="0">
                <a:solidFill>
                  <a:srgbClr val="242021"/>
                </a:solidFill>
                <a:effectLst/>
                <a:latin typeface="Aptos (Body)"/>
              </a:rPr>
              <a:t>oscillators</a:t>
            </a:r>
            <a:r>
              <a:rPr lang="en-US" b="0" i="0" dirty="0">
                <a:solidFill>
                  <a:srgbClr val="242021"/>
                </a:solidFill>
                <a:effectLst/>
                <a:latin typeface="Aptos (Body)"/>
              </a:rPr>
              <a:t>.</a:t>
            </a:r>
            <a:r>
              <a:rPr lang="en-US" dirty="0">
                <a:latin typeface="Aptos (Body)"/>
              </a:rPr>
              <a:t> </a:t>
            </a:r>
            <a:br>
              <a:rPr lang="en-US" sz="2100" dirty="0">
                <a:latin typeface="Aptos (Body)"/>
              </a:rPr>
            </a:br>
            <a:r>
              <a:rPr lang="en-US" sz="2100" b="1" i="1" dirty="0">
                <a:solidFill>
                  <a:schemeClr val="tx2">
                    <a:lumMod val="50000"/>
                    <a:lumOff val="50000"/>
                  </a:schemeClr>
                </a:solidFill>
                <a:latin typeface="Aptos (Body)"/>
              </a:rPr>
              <a:t> </a:t>
            </a:r>
            <a:br>
              <a:rPr lang="en-US" sz="2100" dirty="0">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36</a:t>
            </a:fld>
            <a:endParaRPr lang="vi-VN" dirty="0"/>
          </a:p>
        </p:txBody>
      </p:sp>
      <p:pic>
        <p:nvPicPr>
          <p:cNvPr id="3" name="Picture 2">
            <a:extLst>
              <a:ext uri="{FF2B5EF4-FFF2-40B4-BE49-F238E27FC236}">
                <a16:creationId xmlns:a16="http://schemas.microsoft.com/office/drawing/2014/main" id="{EF75A1FC-60F2-434E-BF77-632F6B7F67C0}"/>
              </a:ext>
            </a:extLst>
          </p:cNvPr>
          <p:cNvPicPr>
            <a:picLocks noChangeAspect="1"/>
          </p:cNvPicPr>
          <p:nvPr/>
        </p:nvPicPr>
        <p:blipFill>
          <a:blip r:embed="rId2"/>
          <a:stretch>
            <a:fillRect/>
          </a:stretch>
        </p:blipFill>
        <p:spPr>
          <a:xfrm>
            <a:off x="2301960" y="2865804"/>
            <a:ext cx="8405796" cy="3774891"/>
          </a:xfrm>
          <a:prstGeom prst="rect">
            <a:avLst/>
          </a:prstGeom>
        </p:spPr>
      </p:pic>
    </p:spTree>
    <p:extLst>
      <p:ext uri="{BB962C8B-B14F-4D97-AF65-F5344CB8AC3E}">
        <p14:creationId xmlns:p14="http://schemas.microsoft.com/office/powerpoint/2010/main" val="31184509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7.6 The Astable Multivibrator</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The 555 Timer as an Astable Multivibrator </a:t>
            </a:r>
            <a:br>
              <a:rPr lang="en-US" sz="1600" dirty="0"/>
            </a:br>
            <a:r>
              <a:rPr lang="en-US" sz="2100" b="1" i="1" dirty="0">
                <a:solidFill>
                  <a:schemeClr val="tx2">
                    <a:lumMod val="50000"/>
                    <a:lumOff val="50000"/>
                  </a:schemeClr>
                </a:solidFill>
                <a:latin typeface="Aptos (Body)"/>
              </a:rPr>
              <a:t> </a:t>
            </a:r>
            <a:br>
              <a:rPr lang="en-US" sz="2100" dirty="0">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37</a:t>
            </a:fld>
            <a:endParaRPr lang="vi-VN" dirty="0"/>
          </a:p>
        </p:txBody>
      </p:sp>
      <p:pic>
        <p:nvPicPr>
          <p:cNvPr id="5" name="Picture 4">
            <a:extLst>
              <a:ext uri="{FF2B5EF4-FFF2-40B4-BE49-F238E27FC236}">
                <a16:creationId xmlns:a16="http://schemas.microsoft.com/office/drawing/2014/main" id="{BD480653-AB4E-4B70-9A42-387BAA7F3665}"/>
              </a:ext>
            </a:extLst>
          </p:cNvPr>
          <p:cNvPicPr>
            <a:picLocks noChangeAspect="1"/>
          </p:cNvPicPr>
          <p:nvPr/>
        </p:nvPicPr>
        <p:blipFill>
          <a:blip r:embed="rId2"/>
          <a:stretch>
            <a:fillRect/>
          </a:stretch>
        </p:blipFill>
        <p:spPr>
          <a:xfrm>
            <a:off x="2425401" y="1553392"/>
            <a:ext cx="8384137" cy="4957709"/>
          </a:xfrm>
          <a:prstGeom prst="rect">
            <a:avLst/>
          </a:prstGeom>
        </p:spPr>
      </p:pic>
    </p:spTree>
    <p:extLst>
      <p:ext uri="{BB962C8B-B14F-4D97-AF65-F5344CB8AC3E}">
        <p14:creationId xmlns:p14="http://schemas.microsoft.com/office/powerpoint/2010/main" val="34326540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7.6 The Astable Multivibrator</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The 555 Timer as an Astable Multivibrator </a:t>
            </a:r>
            <a:br>
              <a:rPr lang="en-US" sz="1600" dirty="0"/>
            </a:br>
            <a:r>
              <a:rPr lang="en-US" sz="2100" b="1" i="1" dirty="0">
                <a:solidFill>
                  <a:schemeClr val="tx2">
                    <a:lumMod val="50000"/>
                    <a:lumOff val="50000"/>
                  </a:schemeClr>
                </a:solidFill>
                <a:latin typeface="Aptos (Body)"/>
              </a:rPr>
              <a:t> </a:t>
            </a:r>
            <a:br>
              <a:rPr lang="en-US" sz="2100" dirty="0">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38</a:t>
            </a:fld>
            <a:endParaRPr lang="vi-VN" dirty="0"/>
          </a:p>
        </p:txBody>
      </p:sp>
      <p:pic>
        <p:nvPicPr>
          <p:cNvPr id="7" name="Picture 6">
            <a:extLst>
              <a:ext uri="{FF2B5EF4-FFF2-40B4-BE49-F238E27FC236}">
                <a16:creationId xmlns:a16="http://schemas.microsoft.com/office/drawing/2014/main" id="{BBA477A4-32B1-46C1-847B-647D9E779178}"/>
              </a:ext>
            </a:extLst>
          </p:cNvPr>
          <p:cNvPicPr>
            <a:picLocks noChangeAspect="1"/>
          </p:cNvPicPr>
          <p:nvPr/>
        </p:nvPicPr>
        <p:blipFill>
          <a:blip r:embed="rId2"/>
          <a:stretch>
            <a:fillRect/>
          </a:stretch>
        </p:blipFill>
        <p:spPr>
          <a:xfrm>
            <a:off x="543339" y="1534524"/>
            <a:ext cx="6509718" cy="4389198"/>
          </a:xfrm>
          <a:prstGeom prst="rect">
            <a:avLst/>
          </a:prstGeom>
        </p:spPr>
      </p:pic>
      <p:pic>
        <p:nvPicPr>
          <p:cNvPr id="8" name="Picture 7">
            <a:extLst>
              <a:ext uri="{FF2B5EF4-FFF2-40B4-BE49-F238E27FC236}">
                <a16:creationId xmlns:a16="http://schemas.microsoft.com/office/drawing/2014/main" id="{28C4EAAB-DD36-45AD-9145-F93CEF52E672}"/>
              </a:ext>
            </a:extLst>
          </p:cNvPr>
          <p:cNvPicPr>
            <a:picLocks noChangeAspect="1"/>
          </p:cNvPicPr>
          <p:nvPr/>
        </p:nvPicPr>
        <p:blipFill>
          <a:blip r:embed="rId3"/>
          <a:stretch>
            <a:fillRect/>
          </a:stretch>
        </p:blipFill>
        <p:spPr>
          <a:xfrm>
            <a:off x="6957070" y="2932418"/>
            <a:ext cx="5234930" cy="3166917"/>
          </a:xfrm>
          <a:prstGeom prst="rect">
            <a:avLst/>
          </a:prstGeom>
        </p:spPr>
      </p:pic>
      <p:pic>
        <p:nvPicPr>
          <p:cNvPr id="9" name="Picture 8">
            <a:extLst>
              <a:ext uri="{FF2B5EF4-FFF2-40B4-BE49-F238E27FC236}">
                <a16:creationId xmlns:a16="http://schemas.microsoft.com/office/drawing/2014/main" id="{5ED95BF9-CDEE-4589-872C-36B88051D2A6}"/>
              </a:ext>
            </a:extLst>
          </p:cNvPr>
          <p:cNvPicPr>
            <a:picLocks noChangeAspect="1"/>
          </p:cNvPicPr>
          <p:nvPr/>
        </p:nvPicPr>
        <p:blipFill>
          <a:blip r:embed="rId4"/>
          <a:stretch>
            <a:fillRect/>
          </a:stretch>
        </p:blipFill>
        <p:spPr>
          <a:xfrm>
            <a:off x="8280322" y="1020607"/>
            <a:ext cx="2406626" cy="875136"/>
          </a:xfrm>
          <a:prstGeom prst="rect">
            <a:avLst/>
          </a:prstGeom>
        </p:spPr>
      </p:pic>
      <p:pic>
        <p:nvPicPr>
          <p:cNvPr id="11" name="Picture 10">
            <a:extLst>
              <a:ext uri="{FF2B5EF4-FFF2-40B4-BE49-F238E27FC236}">
                <a16:creationId xmlns:a16="http://schemas.microsoft.com/office/drawing/2014/main" id="{81228181-2486-4C88-822F-6733B16E775B}"/>
              </a:ext>
            </a:extLst>
          </p:cNvPr>
          <p:cNvPicPr>
            <a:picLocks noChangeAspect="1"/>
          </p:cNvPicPr>
          <p:nvPr/>
        </p:nvPicPr>
        <p:blipFill>
          <a:blip r:embed="rId5"/>
          <a:stretch>
            <a:fillRect/>
          </a:stretch>
        </p:blipFill>
        <p:spPr>
          <a:xfrm>
            <a:off x="8101489" y="2064589"/>
            <a:ext cx="3328325" cy="755273"/>
          </a:xfrm>
          <a:prstGeom prst="rect">
            <a:avLst/>
          </a:prstGeom>
        </p:spPr>
      </p:pic>
    </p:spTree>
    <p:extLst>
      <p:ext uri="{BB962C8B-B14F-4D97-AF65-F5344CB8AC3E}">
        <p14:creationId xmlns:p14="http://schemas.microsoft.com/office/powerpoint/2010/main" val="16134269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B787D-A297-DF1F-4825-FC3889EE16E3}"/>
              </a:ext>
            </a:extLst>
          </p:cNvPr>
          <p:cNvSpPr>
            <a:spLocks noGrp="1"/>
          </p:cNvSpPr>
          <p:nvPr>
            <p:ph type="title"/>
          </p:nvPr>
        </p:nvSpPr>
        <p:spPr>
          <a:xfrm>
            <a:off x="834887" y="217305"/>
            <a:ext cx="9204463" cy="549274"/>
          </a:xfrm>
        </p:spPr>
        <p:txBody>
          <a:bodyPr/>
          <a:lstStyle/>
          <a:p>
            <a:r>
              <a:rPr lang="en-US" dirty="0">
                <a:solidFill>
                  <a:srgbClr val="FF0000"/>
                </a:solidFill>
              </a:rPr>
              <a:t>SUMMARY</a:t>
            </a:r>
            <a:endParaRPr lang="vi-VN" dirty="0">
              <a:solidFill>
                <a:srgbClr val="FF0000"/>
              </a:solidFill>
            </a:endParaRPr>
          </a:p>
        </p:txBody>
      </p:sp>
      <p:sp>
        <p:nvSpPr>
          <p:cNvPr id="4" name="Content Placeholder 3">
            <a:extLst>
              <a:ext uri="{FF2B5EF4-FFF2-40B4-BE49-F238E27FC236}">
                <a16:creationId xmlns:a16="http://schemas.microsoft.com/office/drawing/2014/main" id="{C46E0FDF-6605-A786-B6B6-E7920844DBE0}"/>
              </a:ext>
            </a:extLst>
          </p:cNvPr>
          <p:cNvSpPr>
            <a:spLocks noGrp="1"/>
          </p:cNvSpPr>
          <p:nvPr>
            <p:ph idx="1"/>
          </p:nvPr>
        </p:nvSpPr>
        <p:spPr>
          <a:xfrm>
            <a:off x="1086677" y="1567993"/>
            <a:ext cx="10747513" cy="4970921"/>
          </a:xfrm>
        </p:spPr>
        <p:txBody>
          <a:bodyPr>
            <a:noAutofit/>
          </a:bodyPr>
          <a:lstStyle/>
          <a:p>
            <a:pPr marL="0" marR="0">
              <a:lnSpc>
                <a:spcPct val="150000"/>
              </a:lnSpc>
            </a:pPr>
            <a:r>
              <a:rPr lang="en-US" dirty="0">
                <a:effectLst/>
                <a:latin typeface="Aptos (Body)"/>
                <a:ea typeface="Times New Roman" panose="02020603050405020304" pitchFamily="18" charset="0"/>
              </a:rPr>
              <a:t>Latches are bistable devices whose state normally depends on asynchronous inputs.</a:t>
            </a:r>
          </a:p>
          <a:p>
            <a:pPr marL="0" marR="0">
              <a:lnSpc>
                <a:spcPct val="150000"/>
              </a:lnSpc>
            </a:pPr>
            <a:r>
              <a:rPr lang="en-US" dirty="0">
                <a:effectLst/>
                <a:latin typeface="Aptos (Body)"/>
                <a:ea typeface="Times New Roman" panose="02020603050405020304" pitchFamily="18" charset="0"/>
              </a:rPr>
              <a:t>Edge-triggered flip-flops are bistable devices with synchronous inputs whose state depends on the inputs only at the triggering transition of a clock pulse. Changes in the outputs occur at the triggering transition of the clock.</a:t>
            </a:r>
          </a:p>
          <a:p>
            <a:pPr marL="0" marR="0">
              <a:lnSpc>
                <a:spcPct val="150000"/>
              </a:lnSpc>
            </a:pPr>
            <a:r>
              <a:rPr lang="en-US" dirty="0">
                <a:effectLst/>
                <a:latin typeface="Aptos (Body)"/>
                <a:ea typeface="Times New Roman" panose="02020603050405020304" pitchFamily="18" charset="0"/>
              </a:rPr>
              <a:t>Monostable multivibrators (one-shots) have one stable state. When the one-shot is triggered, the output goes to its unstable state for a time determined by an RC circuit.</a:t>
            </a:r>
          </a:p>
          <a:p>
            <a:pPr marL="0" marR="0">
              <a:lnSpc>
                <a:spcPct val="150000"/>
              </a:lnSpc>
            </a:pPr>
            <a:r>
              <a:rPr lang="en-US" dirty="0">
                <a:effectLst/>
                <a:latin typeface="Aptos (Body)"/>
                <a:ea typeface="Times New Roman" panose="02020603050405020304" pitchFamily="18" charset="0"/>
              </a:rPr>
              <a:t>Astable multivibrators have no stable states and are used as oscillators to generate timing waveforms in digital systems.</a:t>
            </a:r>
          </a:p>
          <a:p>
            <a:pPr marL="0" marR="0">
              <a:lnSpc>
                <a:spcPct val="150000"/>
              </a:lnSpc>
              <a:spcBef>
                <a:spcPts val="0"/>
              </a:spcBef>
              <a:spcAft>
                <a:spcPts val="800"/>
              </a:spcAft>
            </a:pPr>
            <a:endParaRPr lang="en-US" sz="2100" dirty="0">
              <a:effectLst/>
              <a:latin typeface="Aptos (Body)"/>
              <a:ea typeface="Calibri" panose="020F0502020204030204" pitchFamily="34" charset="0"/>
              <a:cs typeface="Times New Roman" panose="02020603050405020304" pitchFamily="18" charset="0"/>
            </a:endParaRPr>
          </a:p>
          <a:p>
            <a:pPr marL="0" marR="0" indent="0">
              <a:lnSpc>
                <a:spcPct val="150000"/>
              </a:lnSpc>
              <a:spcBef>
                <a:spcPts val="0"/>
              </a:spcBef>
              <a:buNone/>
            </a:pPr>
            <a:endParaRPr lang="en-US" sz="2100" dirty="0">
              <a:latin typeface="Aptos (Body)"/>
              <a:ea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sz="2100" dirty="0">
              <a:latin typeface="Aptos (Body)"/>
            </a:endParaRPr>
          </a:p>
          <a:p>
            <a:pPr marL="0" indent="0">
              <a:lnSpc>
                <a:spcPct val="150000"/>
              </a:lnSpc>
              <a:spcBef>
                <a:spcPts val="0"/>
              </a:spcBef>
              <a:buNone/>
            </a:pPr>
            <a:endParaRPr lang="en-US" sz="2100" dirty="0">
              <a:latin typeface="Aptos (Body)"/>
            </a:endParaRPr>
          </a:p>
        </p:txBody>
      </p:sp>
      <p:sp>
        <p:nvSpPr>
          <p:cNvPr id="5" name="TextBox 4">
            <a:extLst>
              <a:ext uri="{FF2B5EF4-FFF2-40B4-BE49-F238E27FC236}">
                <a16:creationId xmlns:a16="http://schemas.microsoft.com/office/drawing/2014/main" id="{AA3C51AB-85E1-47DC-B5CD-F6E107480075}"/>
              </a:ext>
            </a:extLst>
          </p:cNvPr>
          <p:cNvSpPr txBox="1"/>
          <p:nvPr/>
        </p:nvSpPr>
        <p:spPr>
          <a:xfrm>
            <a:off x="834887" y="956566"/>
            <a:ext cx="8584884" cy="523220"/>
          </a:xfrm>
          <a:prstGeom prst="rect">
            <a:avLst/>
          </a:prstGeom>
          <a:noFill/>
        </p:spPr>
        <p:txBody>
          <a:bodyPr wrap="square">
            <a:spAutoFit/>
          </a:bodyPr>
          <a:lstStyle/>
          <a:p>
            <a:r>
              <a:rPr lang="en-US" sz="2800" b="1" dirty="0">
                <a:solidFill>
                  <a:srgbClr val="0070C0"/>
                </a:solidFill>
                <a:latin typeface="Aptos (Body)"/>
                <a:cs typeface="Times New Roman" panose="02020603050405020304" pitchFamily="18" charset="0"/>
              </a:rPr>
              <a:t>Chapter 7: Latches, Flip-Flops, and Timers </a:t>
            </a:r>
          </a:p>
        </p:txBody>
      </p:sp>
      <p:sp>
        <p:nvSpPr>
          <p:cNvPr id="3" name="Slide Number Placeholder 2">
            <a:extLst>
              <a:ext uri="{FF2B5EF4-FFF2-40B4-BE49-F238E27FC236}">
                <a16:creationId xmlns:a16="http://schemas.microsoft.com/office/drawing/2014/main" id="{B1CF23F5-C312-73D4-727D-A3CBBB3BBED5}"/>
              </a:ext>
            </a:extLst>
          </p:cNvPr>
          <p:cNvSpPr>
            <a:spLocks noGrp="1"/>
          </p:cNvSpPr>
          <p:nvPr>
            <p:ph type="sldNum" sz="quarter" idx="12"/>
          </p:nvPr>
        </p:nvSpPr>
        <p:spPr/>
        <p:txBody>
          <a:bodyPr/>
          <a:lstStyle/>
          <a:p>
            <a:fld id="{644A9409-5B7A-4A68-9AEC-D10994391474}" type="slidenum">
              <a:rPr lang="vi-VN" smtClean="0"/>
              <a:t>39</a:t>
            </a:fld>
            <a:endParaRPr lang="vi-VN"/>
          </a:p>
        </p:txBody>
      </p:sp>
    </p:spTree>
    <p:extLst>
      <p:ext uri="{BB962C8B-B14F-4D97-AF65-F5344CB8AC3E}">
        <p14:creationId xmlns:p14="http://schemas.microsoft.com/office/powerpoint/2010/main" val="18867195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9C23C-E04A-4EDE-A572-3C9C5AF03F80}"/>
              </a:ext>
            </a:extLst>
          </p:cNvPr>
          <p:cNvSpPr>
            <a:spLocks noGrp="1"/>
          </p:cNvSpPr>
          <p:nvPr>
            <p:ph type="title"/>
          </p:nvPr>
        </p:nvSpPr>
        <p:spPr/>
        <p:txBody>
          <a:bodyPr/>
          <a:lstStyle/>
          <a:p>
            <a:r>
              <a:rPr lang="en-US" dirty="0">
                <a:solidFill>
                  <a:srgbClr val="FF0000"/>
                </a:solidFill>
              </a:rPr>
              <a:t>MULTIPLE-CHOICE TEST AND PROBLEMS</a:t>
            </a:r>
          </a:p>
        </p:txBody>
      </p:sp>
      <p:sp>
        <p:nvSpPr>
          <p:cNvPr id="3" name="Content Placeholder 2">
            <a:extLst>
              <a:ext uri="{FF2B5EF4-FFF2-40B4-BE49-F238E27FC236}">
                <a16:creationId xmlns:a16="http://schemas.microsoft.com/office/drawing/2014/main" id="{23951463-7E92-4307-A413-682266047F68}"/>
              </a:ext>
            </a:extLst>
          </p:cNvPr>
          <p:cNvSpPr>
            <a:spLocks noGrp="1"/>
          </p:cNvSpPr>
          <p:nvPr>
            <p:ph idx="1"/>
          </p:nvPr>
        </p:nvSpPr>
        <p:spPr>
          <a:xfrm>
            <a:off x="1036982" y="2621884"/>
            <a:ext cx="10515600" cy="1976621"/>
          </a:xfrm>
        </p:spPr>
        <p:txBody>
          <a:bodyPr>
            <a:normAutofit/>
          </a:bodyPr>
          <a:lstStyle/>
          <a:p>
            <a:pPr marL="0" indent="0" algn="ctr">
              <a:buNone/>
            </a:pPr>
            <a:r>
              <a:rPr lang="en-US" sz="3600" dirty="0">
                <a:solidFill>
                  <a:srgbClr val="0070C0"/>
                </a:solidFill>
              </a:rPr>
              <a:t>Complete the true/false questions, multiple-choice questions, and end-of-chapter exercises in the primary textbook.</a:t>
            </a:r>
          </a:p>
        </p:txBody>
      </p:sp>
      <p:sp>
        <p:nvSpPr>
          <p:cNvPr id="4" name="Slide Number Placeholder 3">
            <a:extLst>
              <a:ext uri="{FF2B5EF4-FFF2-40B4-BE49-F238E27FC236}">
                <a16:creationId xmlns:a16="http://schemas.microsoft.com/office/drawing/2014/main" id="{D8CA8595-C7DB-4A6B-833E-76AEA3A08A6A}"/>
              </a:ext>
            </a:extLst>
          </p:cNvPr>
          <p:cNvSpPr>
            <a:spLocks noGrp="1"/>
          </p:cNvSpPr>
          <p:nvPr>
            <p:ph type="sldNum" sz="quarter" idx="12"/>
          </p:nvPr>
        </p:nvSpPr>
        <p:spPr/>
        <p:txBody>
          <a:bodyPr/>
          <a:lstStyle/>
          <a:p>
            <a:fld id="{644A9409-5B7A-4A68-9AEC-D10994391474}" type="slidenum">
              <a:rPr lang="vi-VN" smtClean="0"/>
              <a:t>40</a:t>
            </a:fld>
            <a:endParaRPr lang="vi-VN"/>
          </a:p>
        </p:txBody>
      </p:sp>
    </p:spTree>
    <p:extLst>
      <p:ext uri="{BB962C8B-B14F-4D97-AF65-F5344CB8AC3E}">
        <p14:creationId xmlns:p14="http://schemas.microsoft.com/office/powerpoint/2010/main" val="360472371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6168</TotalTime>
  <Words>2100</Words>
  <Application>Microsoft Office PowerPoint</Application>
  <PresentationFormat>Widescreen</PresentationFormat>
  <Paragraphs>137</Paragraphs>
  <Slides>40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40</vt:i4>
      </vt:variant>
    </vt:vector>
  </HeadingPairs>
  <TitlesOfParts>
    <vt:vector size="49" baseType="lpstr">
      <vt:lpstr>Aptos</vt:lpstr>
      <vt:lpstr>Aptos (Body)</vt:lpstr>
      <vt:lpstr>Aptos Display</vt:lpstr>
      <vt:lpstr>Arial</vt:lpstr>
      <vt:lpstr>Helvetica</vt:lpstr>
      <vt:lpstr>Helvetica-Bold</vt:lpstr>
      <vt:lpstr>Times New Roman</vt:lpstr>
      <vt:lpstr>Times-Roman</vt:lpstr>
      <vt:lpstr>Office Theme</vt:lpstr>
      <vt:lpstr>Chapter 7: Latches, Flip-Flops, and Timers   </vt:lpstr>
      <vt:lpstr>Chapter Objectives</vt:lpstr>
      <vt:lpstr>Chapter Outline</vt:lpstr>
      <vt:lpstr>7.1 Latches</vt:lpstr>
      <vt:lpstr>7.1 Latches</vt:lpstr>
      <vt:lpstr>7.1 Latches</vt:lpstr>
      <vt:lpstr>7.1 Latches</vt:lpstr>
      <vt:lpstr>7.1 Latches</vt:lpstr>
      <vt:lpstr>7.2 Flip-Flops</vt:lpstr>
      <vt:lpstr>7.2 Flip-Flops</vt:lpstr>
      <vt:lpstr>7.2 Flip-Flops</vt:lpstr>
      <vt:lpstr>7.2 Flip-Flops</vt:lpstr>
      <vt:lpstr>7.2 Flip-Flops</vt:lpstr>
      <vt:lpstr>7.2 Flip-Flops</vt:lpstr>
      <vt:lpstr>7.2 Flip-Flops</vt:lpstr>
      <vt:lpstr>7.2 Flip-Flops</vt:lpstr>
      <vt:lpstr>7.3 Flip-Flop Operating Characteristics</vt:lpstr>
      <vt:lpstr>7.3 Flip-Flop Operating Characteristics</vt:lpstr>
      <vt:lpstr>7.3 Flip-Flop Operating Characteristics</vt:lpstr>
      <vt:lpstr>7.3 Flip-Flop Operating Characteristics</vt:lpstr>
      <vt:lpstr>7.3 Flip-Flop Operating Characteristics</vt:lpstr>
      <vt:lpstr>7.4 Flip-Flop Applications</vt:lpstr>
      <vt:lpstr>7.4 Flip-Flop Applications</vt:lpstr>
      <vt:lpstr>7.4 Flip-Flop Applications</vt:lpstr>
      <vt:lpstr>7.4 Flip-Flop Applications</vt:lpstr>
      <vt:lpstr>7.5 One-Shots</vt:lpstr>
      <vt:lpstr>7.5 One-Shots</vt:lpstr>
      <vt:lpstr>7.5 One-Shots</vt:lpstr>
      <vt:lpstr>7.5 One-Shots</vt:lpstr>
      <vt:lpstr>7.5 One-Shots</vt:lpstr>
      <vt:lpstr>7.5 One-Shots</vt:lpstr>
      <vt:lpstr>7.5 One-Shots</vt:lpstr>
      <vt:lpstr>7.5 One-Shots</vt:lpstr>
      <vt:lpstr>7.5 One-Shots</vt:lpstr>
      <vt:lpstr>7.5 One-Shots</vt:lpstr>
      <vt:lpstr>7.6 The Astable Multivibrator</vt:lpstr>
      <vt:lpstr>7.6 The Astable Multivibrator</vt:lpstr>
      <vt:lpstr>7.6 The Astable Multivibrator</vt:lpstr>
      <vt:lpstr>SUMMARY</vt:lpstr>
      <vt:lpstr>MULTIPLE-CHOICE TEST AND PROBLEMS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overview Chapter 1: Electrical fundamentals 1.1. Fundamentals units (SI) 1.2. Conductors, insulators, voltage and resistance 1.3. Ohm’s Law 1.4. Electric fields 1.5. Magnetic fields 1.6. Circuit diagrams 1.7. Practical investigation &amp; Problems</dc:title>
  <dc:creator>MaiCV2</dc:creator>
  <cp:keywords>ICI101</cp:keywords>
  <cp:lastModifiedBy>Đặng Văn Hiếu</cp:lastModifiedBy>
  <cp:revision>171</cp:revision>
  <dcterms:created xsi:type="dcterms:W3CDTF">2024-04-08T01:59:57Z</dcterms:created>
  <dcterms:modified xsi:type="dcterms:W3CDTF">2025-08-27T03:45:24Z</dcterms:modified>
</cp:coreProperties>
</file>