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8" r:id="rId2"/>
    <p:sldId id="327" r:id="rId3"/>
    <p:sldId id="296" r:id="rId4"/>
    <p:sldId id="329" r:id="rId5"/>
    <p:sldId id="380" r:id="rId6"/>
    <p:sldId id="381" r:id="rId7"/>
    <p:sldId id="369" r:id="rId8"/>
    <p:sldId id="370" r:id="rId9"/>
    <p:sldId id="382" r:id="rId10"/>
    <p:sldId id="371" r:id="rId11"/>
    <p:sldId id="383" r:id="rId12"/>
    <p:sldId id="372" r:id="rId13"/>
    <p:sldId id="373" r:id="rId14"/>
    <p:sldId id="384" r:id="rId15"/>
    <p:sldId id="385" r:id="rId16"/>
    <p:sldId id="374" r:id="rId17"/>
    <p:sldId id="386" r:id="rId18"/>
    <p:sldId id="375" r:id="rId19"/>
    <p:sldId id="387" r:id="rId20"/>
    <p:sldId id="388" r:id="rId21"/>
    <p:sldId id="389" r:id="rId22"/>
    <p:sldId id="376" r:id="rId23"/>
    <p:sldId id="390" r:id="rId24"/>
    <p:sldId id="391" r:id="rId25"/>
    <p:sldId id="377" r:id="rId26"/>
    <p:sldId id="392" r:id="rId27"/>
    <p:sldId id="378" r:id="rId28"/>
    <p:sldId id="394" r:id="rId29"/>
    <p:sldId id="393" r:id="rId30"/>
    <p:sldId id="379" r:id="rId31"/>
    <p:sldId id="368" r:id="rId32"/>
    <p:sldId id="36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112020-9413-486F-BA5D-75CDAEC9B132}" v="33" dt="2024-04-17T15:14:20.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015" autoAdjust="0"/>
    <p:restoredTop sz="94249" autoAdjust="0"/>
  </p:normalViewPr>
  <p:slideViewPr>
    <p:cSldViewPr snapToGrid="0">
      <p:cViewPr varScale="1">
        <p:scale>
          <a:sx n="72" d="100"/>
          <a:sy n="72" d="100"/>
        </p:scale>
        <p:origin x="330" y="6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i Cao Van" userId="f7949ac2-728d-41dd-ad7e-3544eb396517" providerId="ADAL" clId="{9A112020-9413-486F-BA5D-75CDAEC9B132}"/>
    <pc:docChg chg="undo custSel addSld delSld modSld">
      <pc:chgData name="Mai Cao Van" userId="f7949ac2-728d-41dd-ad7e-3544eb396517" providerId="ADAL" clId="{9A112020-9413-486F-BA5D-75CDAEC9B132}" dt="2024-04-17T15:14:29.613" v="118" actId="14100"/>
      <pc:docMkLst>
        <pc:docMk/>
      </pc:docMkLst>
      <pc:sldChg chg="del">
        <pc:chgData name="Mai Cao Van" userId="f7949ac2-728d-41dd-ad7e-3544eb396517" providerId="ADAL" clId="{9A112020-9413-486F-BA5D-75CDAEC9B132}" dt="2024-04-17T14:19:53.332" v="0" actId="47"/>
        <pc:sldMkLst>
          <pc:docMk/>
          <pc:sldMk cId="2414208525" sldId="256"/>
        </pc:sldMkLst>
      </pc:sldChg>
      <pc:sldChg chg="del">
        <pc:chgData name="Mai Cao Van" userId="f7949ac2-728d-41dd-ad7e-3544eb396517" providerId="ADAL" clId="{9A112020-9413-486F-BA5D-75CDAEC9B132}" dt="2024-04-17T14:19:53.332" v="0" actId="47"/>
        <pc:sldMkLst>
          <pc:docMk/>
          <pc:sldMk cId="3626776459" sldId="257"/>
        </pc:sldMkLst>
      </pc:sldChg>
      <pc:sldChg chg="modSp mod modClrScheme chgLayout">
        <pc:chgData name="Mai Cao Van" userId="f7949ac2-728d-41dd-ad7e-3544eb396517" providerId="ADAL" clId="{9A112020-9413-486F-BA5D-75CDAEC9B132}" dt="2024-04-17T14:20:18.691" v="9" actId="207"/>
        <pc:sldMkLst>
          <pc:docMk/>
          <pc:sldMk cId="3190321118" sldId="258"/>
        </pc:sldMkLst>
        <pc:spChg chg="mod ord">
          <ac:chgData name="Mai Cao Van" userId="f7949ac2-728d-41dd-ad7e-3544eb396517" providerId="ADAL" clId="{9A112020-9413-486F-BA5D-75CDAEC9B132}" dt="2024-04-17T14:20:18.691" v="9" actId="207"/>
          <ac:spMkLst>
            <pc:docMk/>
            <pc:sldMk cId="3190321118" sldId="258"/>
            <ac:spMk id="2" creationId="{07CF3735-88FE-51EE-7EA1-A930D1D9D4F9}"/>
          </ac:spMkLst>
        </pc:spChg>
        <pc:spChg chg="mod ord">
          <ac:chgData name="Mai Cao Van" userId="f7949ac2-728d-41dd-ad7e-3544eb396517" providerId="ADAL" clId="{9A112020-9413-486F-BA5D-75CDAEC9B132}" dt="2024-04-17T14:20:02.053" v="5" actId="120"/>
          <ac:spMkLst>
            <pc:docMk/>
            <pc:sldMk cId="3190321118" sldId="258"/>
            <ac:spMk id="9" creationId="{F0932675-FEE9-806C-4C5C-4E45D1CBCBF5}"/>
          </ac:spMkLst>
        </pc:spChg>
      </pc:sldChg>
      <pc:sldChg chg="del">
        <pc:chgData name="Mai Cao Van" userId="f7949ac2-728d-41dd-ad7e-3544eb396517" providerId="ADAL" clId="{9A112020-9413-486F-BA5D-75CDAEC9B132}" dt="2024-04-17T14:20:32.404" v="10" actId="47"/>
        <pc:sldMkLst>
          <pc:docMk/>
          <pc:sldMk cId="671320278" sldId="259"/>
        </pc:sldMkLst>
      </pc:sldChg>
      <pc:sldChg chg="del">
        <pc:chgData name="Mai Cao Van" userId="f7949ac2-728d-41dd-ad7e-3544eb396517" providerId="ADAL" clId="{9A112020-9413-486F-BA5D-75CDAEC9B132}" dt="2024-04-17T14:20:32.404" v="10" actId="47"/>
        <pc:sldMkLst>
          <pc:docMk/>
          <pc:sldMk cId="997350594" sldId="260"/>
        </pc:sldMkLst>
      </pc:sldChg>
      <pc:sldChg chg="del">
        <pc:chgData name="Mai Cao Van" userId="f7949ac2-728d-41dd-ad7e-3544eb396517" providerId="ADAL" clId="{9A112020-9413-486F-BA5D-75CDAEC9B132}" dt="2024-04-17T14:20:32.404" v="10" actId="47"/>
        <pc:sldMkLst>
          <pc:docMk/>
          <pc:sldMk cId="2206777267" sldId="261"/>
        </pc:sldMkLst>
      </pc:sldChg>
      <pc:sldChg chg="del">
        <pc:chgData name="Mai Cao Van" userId="f7949ac2-728d-41dd-ad7e-3544eb396517" providerId="ADAL" clId="{9A112020-9413-486F-BA5D-75CDAEC9B132}" dt="2024-04-17T14:20:32.404" v="10" actId="47"/>
        <pc:sldMkLst>
          <pc:docMk/>
          <pc:sldMk cId="275489809" sldId="262"/>
        </pc:sldMkLst>
      </pc:sldChg>
      <pc:sldChg chg="del">
        <pc:chgData name="Mai Cao Van" userId="f7949ac2-728d-41dd-ad7e-3544eb396517" providerId="ADAL" clId="{9A112020-9413-486F-BA5D-75CDAEC9B132}" dt="2024-04-17T14:20:32.404" v="10" actId="47"/>
        <pc:sldMkLst>
          <pc:docMk/>
          <pc:sldMk cId="1491464535" sldId="263"/>
        </pc:sldMkLst>
      </pc:sldChg>
      <pc:sldChg chg="del">
        <pc:chgData name="Mai Cao Van" userId="f7949ac2-728d-41dd-ad7e-3544eb396517" providerId="ADAL" clId="{9A112020-9413-486F-BA5D-75CDAEC9B132}" dt="2024-04-17T14:20:32.404" v="10" actId="47"/>
        <pc:sldMkLst>
          <pc:docMk/>
          <pc:sldMk cId="1936108424" sldId="264"/>
        </pc:sldMkLst>
      </pc:sldChg>
      <pc:sldChg chg="del">
        <pc:chgData name="Mai Cao Van" userId="f7949ac2-728d-41dd-ad7e-3544eb396517" providerId="ADAL" clId="{9A112020-9413-486F-BA5D-75CDAEC9B132}" dt="2024-04-17T14:20:32.404" v="10" actId="47"/>
        <pc:sldMkLst>
          <pc:docMk/>
          <pc:sldMk cId="2553395001" sldId="265"/>
        </pc:sldMkLst>
      </pc:sldChg>
      <pc:sldChg chg="del">
        <pc:chgData name="Mai Cao Van" userId="f7949ac2-728d-41dd-ad7e-3544eb396517" providerId="ADAL" clId="{9A112020-9413-486F-BA5D-75CDAEC9B132}" dt="2024-04-17T14:20:32.404" v="10" actId="47"/>
        <pc:sldMkLst>
          <pc:docMk/>
          <pc:sldMk cId="1089765472" sldId="266"/>
        </pc:sldMkLst>
      </pc:sldChg>
      <pc:sldChg chg="del">
        <pc:chgData name="Mai Cao Van" userId="f7949ac2-728d-41dd-ad7e-3544eb396517" providerId="ADAL" clId="{9A112020-9413-486F-BA5D-75CDAEC9B132}" dt="2024-04-17T14:20:32.404" v="10" actId="47"/>
        <pc:sldMkLst>
          <pc:docMk/>
          <pc:sldMk cId="2160731846" sldId="267"/>
        </pc:sldMkLst>
      </pc:sldChg>
      <pc:sldChg chg="del">
        <pc:chgData name="Mai Cao Van" userId="f7949ac2-728d-41dd-ad7e-3544eb396517" providerId="ADAL" clId="{9A112020-9413-486F-BA5D-75CDAEC9B132}" dt="2024-04-17T14:20:32.404" v="10" actId="47"/>
        <pc:sldMkLst>
          <pc:docMk/>
          <pc:sldMk cId="2336286143" sldId="268"/>
        </pc:sldMkLst>
      </pc:sldChg>
      <pc:sldChg chg="del">
        <pc:chgData name="Mai Cao Van" userId="f7949ac2-728d-41dd-ad7e-3544eb396517" providerId="ADAL" clId="{9A112020-9413-486F-BA5D-75CDAEC9B132}" dt="2024-04-17T14:20:32.404" v="10" actId="47"/>
        <pc:sldMkLst>
          <pc:docMk/>
          <pc:sldMk cId="1031732853" sldId="269"/>
        </pc:sldMkLst>
      </pc:sldChg>
      <pc:sldChg chg="del">
        <pc:chgData name="Mai Cao Van" userId="f7949ac2-728d-41dd-ad7e-3544eb396517" providerId="ADAL" clId="{9A112020-9413-486F-BA5D-75CDAEC9B132}" dt="2024-04-17T14:19:53.332" v="0" actId="47"/>
        <pc:sldMkLst>
          <pc:docMk/>
          <pc:sldMk cId="2643067150" sldId="271"/>
        </pc:sldMkLst>
      </pc:sldChg>
      <pc:sldChg chg="del">
        <pc:chgData name="Mai Cao Van" userId="f7949ac2-728d-41dd-ad7e-3544eb396517" providerId="ADAL" clId="{9A112020-9413-486F-BA5D-75CDAEC9B132}" dt="2024-04-17T14:19:53.332" v="0" actId="47"/>
        <pc:sldMkLst>
          <pc:docMk/>
          <pc:sldMk cId="100890814" sldId="272"/>
        </pc:sldMkLst>
      </pc:sldChg>
      <pc:sldChg chg="del">
        <pc:chgData name="Mai Cao Van" userId="f7949ac2-728d-41dd-ad7e-3544eb396517" providerId="ADAL" clId="{9A112020-9413-486F-BA5D-75CDAEC9B132}" dt="2024-04-17T14:19:53.332" v="0" actId="47"/>
        <pc:sldMkLst>
          <pc:docMk/>
          <pc:sldMk cId="3352985877" sldId="273"/>
        </pc:sldMkLst>
      </pc:sldChg>
      <pc:sldChg chg="del">
        <pc:chgData name="Mai Cao Van" userId="f7949ac2-728d-41dd-ad7e-3544eb396517" providerId="ADAL" clId="{9A112020-9413-486F-BA5D-75CDAEC9B132}" dt="2024-04-17T14:19:53.332" v="0" actId="47"/>
        <pc:sldMkLst>
          <pc:docMk/>
          <pc:sldMk cId="3218896443" sldId="274"/>
        </pc:sldMkLst>
      </pc:sldChg>
      <pc:sldChg chg="del">
        <pc:chgData name="Mai Cao Van" userId="f7949ac2-728d-41dd-ad7e-3544eb396517" providerId="ADAL" clId="{9A112020-9413-486F-BA5D-75CDAEC9B132}" dt="2024-04-17T14:19:53.332" v="0" actId="47"/>
        <pc:sldMkLst>
          <pc:docMk/>
          <pc:sldMk cId="531915942" sldId="275"/>
        </pc:sldMkLst>
      </pc:sldChg>
      <pc:sldChg chg="del">
        <pc:chgData name="Mai Cao Van" userId="f7949ac2-728d-41dd-ad7e-3544eb396517" providerId="ADAL" clId="{9A112020-9413-486F-BA5D-75CDAEC9B132}" dt="2024-04-17T14:19:53.332" v="0" actId="47"/>
        <pc:sldMkLst>
          <pc:docMk/>
          <pc:sldMk cId="2952181570" sldId="276"/>
        </pc:sldMkLst>
      </pc:sldChg>
      <pc:sldChg chg="del">
        <pc:chgData name="Mai Cao Van" userId="f7949ac2-728d-41dd-ad7e-3544eb396517" providerId="ADAL" clId="{9A112020-9413-486F-BA5D-75CDAEC9B132}" dt="2024-04-17T14:19:53.332" v="0" actId="47"/>
        <pc:sldMkLst>
          <pc:docMk/>
          <pc:sldMk cId="579499132" sldId="277"/>
        </pc:sldMkLst>
      </pc:sldChg>
      <pc:sldChg chg="del">
        <pc:chgData name="Mai Cao Van" userId="f7949ac2-728d-41dd-ad7e-3544eb396517" providerId="ADAL" clId="{9A112020-9413-486F-BA5D-75CDAEC9B132}" dt="2024-04-17T14:19:53.332" v="0" actId="47"/>
        <pc:sldMkLst>
          <pc:docMk/>
          <pc:sldMk cId="3058281605" sldId="278"/>
        </pc:sldMkLst>
      </pc:sldChg>
      <pc:sldChg chg="del">
        <pc:chgData name="Mai Cao Van" userId="f7949ac2-728d-41dd-ad7e-3544eb396517" providerId="ADAL" clId="{9A112020-9413-486F-BA5D-75CDAEC9B132}" dt="2024-04-17T14:19:53.332" v="0" actId="47"/>
        <pc:sldMkLst>
          <pc:docMk/>
          <pc:sldMk cId="3443217586" sldId="279"/>
        </pc:sldMkLst>
      </pc:sldChg>
      <pc:sldChg chg="del">
        <pc:chgData name="Mai Cao Van" userId="f7949ac2-728d-41dd-ad7e-3544eb396517" providerId="ADAL" clId="{9A112020-9413-486F-BA5D-75CDAEC9B132}" dt="2024-04-17T14:19:53.332" v="0" actId="47"/>
        <pc:sldMkLst>
          <pc:docMk/>
          <pc:sldMk cId="101532945" sldId="280"/>
        </pc:sldMkLst>
      </pc:sldChg>
      <pc:sldChg chg="del">
        <pc:chgData name="Mai Cao Van" userId="f7949ac2-728d-41dd-ad7e-3544eb396517" providerId="ADAL" clId="{9A112020-9413-486F-BA5D-75CDAEC9B132}" dt="2024-04-17T14:19:53.332" v="0" actId="47"/>
        <pc:sldMkLst>
          <pc:docMk/>
          <pc:sldMk cId="1617769310" sldId="281"/>
        </pc:sldMkLst>
      </pc:sldChg>
      <pc:sldChg chg="del">
        <pc:chgData name="Mai Cao Van" userId="f7949ac2-728d-41dd-ad7e-3544eb396517" providerId="ADAL" clId="{9A112020-9413-486F-BA5D-75CDAEC9B132}" dt="2024-04-17T14:19:53.332" v="0" actId="47"/>
        <pc:sldMkLst>
          <pc:docMk/>
          <pc:sldMk cId="880446481" sldId="282"/>
        </pc:sldMkLst>
      </pc:sldChg>
      <pc:sldChg chg="del">
        <pc:chgData name="Mai Cao Van" userId="f7949ac2-728d-41dd-ad7e-3544eb396517" providerId="ADAL" clId="{9A112020-9413-486F-BA5D-75CDAEC9B132}" dt="2024-04-17T14:19:53.332" v="0" actId="47"/>
        <pc:sldMkLst>
          <pc:docMk/>
          <pc:sldMk cId="3670850264" sldId="283"/>
        </pc:sldMkLst>
      </pc:sldChg>
      <pc:sldChg chg="del">
        <pc:chgData name="Mai Cao Van" userId="f7949ac2-728d-41dd-ad7e-3544eb396517" providerId="ADAL" clId="{9A112020-9413-486F-BA5D-75CDAEC9B132}" dt="2024-04-17T14:19:53.332" v="0" actId="47"/>
        <pc:sldMkLst>
          <pc:docMk/>
          <pc:sldMk cId="3727363365" sldId="284"/>
        </pc:sldMkLst>
      </pc:sldChg>
      <pc:sldChg chg="del">
        <pc:chgData name="Mai Cao Van" userId="f7949ac2-728d-41dd-ad7e-3544eb396517" providerId="ADAL" clId="{9A112020-9413-486F-BA5D-75CDAEC9B132}" dt="2024-04-17T14:19:53.332" v="0" actId="47"/>
        <pc:sldMkLst>
          <pc:docMk/>
          <pc:sldMk cId="2346282213" sldId="285"/>
        </pc:sldMkLst>
      </pc:sldChg>
      <pc:sldChg chg="del">
        <pc:chgData name="Mai Cao Van" userId="f7949ac2-728d-41dd-ad7e-3544eb396517" providerId="ADAL" clId="{9A112020-9413-486F-BA5D-75CDAEC9B132}" dt="2024-04-17T14:19:53.332" v="0" actId="47"/>
        <pc:sldMkLst>
          <pc:docMk/>
          <pc:sldMk cId="1909053363" sldId="286"/>
        </pc:sldMkLst>
      </pc:sldChg>
      <pc:sldChg chg="del">
        <pc:chgData name="Mai Cao Van" userId="f7949ac2-728d-41dd-ad7e-3544eb396517" providerId="ADAL" clId="{9A112020-9413-486F-BA5D-75CDAEC9B132}" dt="2024-04-17T14:20:32.404" v="10" actId="47"/>
        <pc:sldMkLst>
          <pc:docMk/>
          <pc:sldMk cId="1194563085" sldId="287"/>
        </pc:sldMkLst>
      </pc:sldChg>
      <pc:sldChg chg="del">
        <pc:chgData name="Mai Cao Van" userId="f7949ac2-728d-41dd-ad7e-3544eb396517" providerId="ADAL" clId="{9A112020-9413-486F-BA5D-75CDAEC9B132}" dt="2024-04-17T14:19:53.332" v="0" actId="47"/>
        <pc:sldMkLst>
          <pc:docMk/>
          <pc:sldMk cId="2926019977" sldId="288"/>
        </pc:sldMkLst>
      </pc:sldChg>
      <pc:sldChg chg="del">
        <pc:chgData name="Mai Cao Van" userId="f7949ac2-728d-41dd-ad7e-3544eb396517" providerId="ADAL" clId="{9A112020-9413-486F-BA5D-75CDAEC9B132}" dt="2024-04-17T14:19:53.332" v="0" actId="47"/>
        <pc:sldMkLst>
          <pc:docMk/>
          <pc:sldMk cId="477283182" sldId="289"/>
        </pc:sldMkLst>
      </pc:sldChg>
      <pc:sldChg chg="del">
        <pc:chgData name="Mai Cao Van" userId="f7949ac2-728d-41dd-ad7e-3544eb396517" providerId="ADAL" clId="{9A112020-9413-486F-BA5D-75CDAEC9B132}" dt="2024-04-17T14:19:53.332" v="0" actId="47"/>
        <pc:sldMkLst>
          <pc:docMk/>
          <pc:sldMk cId="152004715" sldId="290"/>
        </pc:sldMkLst>
      </pc:sldChg>
      <pc:sldChg chg="del">
        <pc:chgData name="Mai Cao Van" userId="f7949ac2-728d-41dd-ad7e-3544eb396517" providerId="ADAL" clId="{9A112020-9413-486F-BA5D-75CDAEC9B132}" dt="2024-04-17T14:19:53.332" v="0" actId="47"/>
        <pc:sldMkLst>
          <pc:docMk/>
          <pc:sldMk cId="1932815543" sldId="291"/>
        </pc:sldMkLst>
      </pc:sldChg>
      <pc:sldChg chg="del">
        <pc:chgData name="Mai Cao Van" userId="f7949ac2-728d-41dd-ad7e-3544eb396517" providerId="ADAL" clId="{9A112020-9413-486F-BA5D-75CDAEC9B132}" dt="2024-04-17T14:19:53.332" v="0" actId="47"/>
        <pc:sldMkLst>
          <pc:docMk/>
          <pc:sldMk cId="1532717068" sldId="292"/>
        </pc:sldMkLst>
      </pc:sldChg>
      <pc:sldChg chg="del">
        <pc:chgData name="Mai Cao Van" userId="f7949ac2-728d-41dd-ad7e-3544eb396517" providerId="ADAL" clId="{9A112020-9413-486F-BA5D-75CDAEC9B132}" dt="2024-04-17T14:19:53.332" v="0" actId="47"/>
        <pc:sldMkLst>
          <pc:docMk/>
          <pc:sldMk cId="2474586941" sldId="293"/>
        </pc:sldMkLst>
      </pc:sldChg>
      <pc:sldChg chg="del">
        <pc:chgData name="Mai Cao Van" userId="f7949ac2-728d-41dd-ad7e-3544eb396517" providerId="ADAL" clId="{9A112020-9413-486F-BA5D-75CDAEC9B132}" dt="2024-04-17T14:19:53.332" v="0" actId="47"/>
        <pc:sldMkLst>
          <pc:docMk/>
          <pc:sldMk cId="986597189" sldId="294"/>
        </pc:sldMkLst>
      </pc:sldChg>
      <pc:sldChg chg="del">
        <pc:chgData name="Mai Cao Van" userId="f7949ac2-728d-41dd-ad7e-3544eb396517" providerId="ADAL" clId="{9A112020-9413-486F-BA5D-75CDAEC9B132}" dt="2024-04-17T14:19:53.332" v="0" actId="47"/>
        <pc:sldMkLst>
          <pc:docMk/>
          <pc:sldMk cId="4170217672" sldId="295"/>
        </pc:sldMkLst>
      </pc:sldChg>
      <pc:sldChg chg="addSp delSp modSp mod chgLayout">
        <pc:chgData name="Mai Cao Van" userId="f7949ac2-728d-41dd-ad7e-3544eb396517" providerId="ADAL" clId="{9A112020-9413-486F-BA5D-75CDAEC9B132}" dt="2024-04-17T15:07:47.436" v="76" actId="113"/>
        <pc:sldMkLst>
          <pc:docMk/>
          <pc:sldMk cId="1501905343" sldId="296"/>
        </pc:sldMkLst>
        <pc:spChg chg="mod ord">
          <ac:chgData name="Mai Cao Van" userId="f7949ac2-728d-41dd-ad7e-3544eb396517" providerId="ADAL" clId="{9A112020-9413-486F-BA5D-75CDAEC9B132}" dt="2024-04-17T15:02:08.447" v="30" actId="6264"/>
          <ac:spMkLst>
            <pc:docMk/>
            <pc:sldMk cId="1501905343" sldId="296"/>
            <ac:spMk id="2" creationId="{8C430AE8-0EBE-B0C5-28F2-79A2A6992611}"/>
          </ac:spMkLst>
        </pc:spChg>
        <pc:spChg chg="mod ord">
          <ac:chgData name="Mai Cao Van" userId="f7949ac2-728d-41dd-ad7e-3544eb396517" providerId="ADAL" clId="{9A112020-9413-486F-BA5D-75CDAEC9B132}" dt="2024-04-17T15:03:37.451" v="47" actId="123"/>
          <ac:spMkLst>
            <pc:docMk/>
            <pc:sldMk cId="1501905343" sldId="296"/>
            <ac:spMk id="4" creationId="{BE7F8D9A-9F36-3F42-5DDB-B214C4EAC8A6}"/>
          </ac:spMkLst>
        </pc:spChg>
        <pc:spChg chg="add del mod">
          <ac:chgData name="Mai Cao Van" userId="f7949ac2-728d-41dd-ad7e-3544eb396517" providerId="ADAL" clId="{9A112020-9413-486F-BA5D-75CDAEC9B132}" dt="2024-04-17T14:58:01.765" v="16" actId="6264"/>
          <ac:spMkLst>
            <pc:docMk/>
            <pc:sldMk cId="1501905343" sldId="296"/>
            <ac:spMk id="6" creationId="{4E16FE9D-6910-3544-261B-84B87D8CEB42}"/>
          </ac:spMkLst>
        </pc:spChg>
        <pc:spChg chg="add del mod">
          <ac:chgData name="Mai Cao Van" userId="f7949ac2-728d-41dd-ad7e-3544eb396517" providerId="ADAL" clId="{9A112020-9413-486F-BA5D-75CDAEC9B132}" dt="2024-04-17T14:58:01.765" v="16" actId="6264"/>
          <ac:spMkLst>
            <pc:docMk/>
            <pc:sldMk cId="1501905343" sldId="296"/>
            <ac:spMk id="7" creationId="{7F0A6817-88FB-7DF1-0253-7A09FF946583}"/>
          </ac:spMkLst>
        </pc:spChg>
        <pc:spChg chg="add del mod">
          <ac:chgData name="Mai Cao Van" userId="f7949ac2-728d-41dd-ad7e-3544eb396517" providerId="ADAL" clId="{9A112020-9413-486F-BA5D-75CDAEC9B132}" dt="2024-04-17T15:02:08.447" v="30" actId="6264"/>
          <ac:spMkLst>
            <pc:docMk/>
            <pc:sldMk cId="1501905343" sldId="296"/>
            <ac:spMk id="8" creationId="{4C016DF6-0FEB-F18C-BF4A-135819304B30}"/>
          </ac:spMkLst>
        </pc:spChg>
        <pc:spChg chg="add del mod">
          <ac:chgData name="Mai Cao Van" userId="f7949ac2-728d-41dd-ad7e-3544eb396517" providerId="ADAL" clId="{9A112020-9413-486F-BA5D-75CDAEC9B132}" dt="2024-04-17T15:02:08.447" v="30" actId="6264"/>
          <ac:spMkLst>
            <pc:docMk/>
            <pc:sldMk cId="1501905343" sldId="296"/>
            <ac:spMk id="9" creationId="{F07948B4-DBBE-2601-1A16-1F3D99DFC0B4}"/>
          </ac:spMkLst>
        </pc:spChg>
        <pc:spChg chg="add mod">
          <ac:chgData name="Mai Cao Van" userId="f7949ac2-728d-41dd-ad7e-3544eb396517" providerId="ADAL" clId="{9A112020-9413-486F-BA5D-75CDAEC9B132}" dt="2024-04-17T15:07:47.436" v="76" actId="113"/>
          <ac:spMkLst>
            <pc:docMk/>
            <pc:sldMk cId="1501905343" sldId="296"/>
            <ac:spMk id="13" creationId="{C0DE56BB-D25E-8028-4B39-613B82E2F666}"/>
          </ac:spMkLst>
        </pc:spChg>
        <pc:picChg chg="add del mod">
          <ac:chgData name="Mai Cao Van" userId="f7949ac2-728d-41dd-ad7e-3544eb396517" providerId="ADAL" clId="{9A112020-9413-486F-BA5D-75CDAEC9B132}" dt="2024-04-17T14:58:25.778" v="17" actId="478"/>
          <ac:picMkLst>
            <pc:docMk/>
            <pc:sldMk cId="1501905343" sldId="296"/>
            <ac:picMk id="5" creationId="{DAFB7174-EBC2-F8A4-63D1-02D5BDF15D48}"/>
          </ac:picMkLst>
        </pc:picChg>
        <pc:picChg chg="add mod">
          <ac:chgData name="Mai Cao Van" userId="f7949ac2-728d-41dd-ad7e-3544eb396517" providerId="ADAL" clId="{9A112020-9413-486F-BA5D-75CDAEC9B132}" dt="2024-04-17T15:03:32.009" v="46" actId="1035"/>
          <ac:picMkLst>
            <pc:docMk/>
            <pc:sldMk cId="1501905343" sldId="296"/>
            <ac:picMk id="11" creationId="{3060298A-DE97-347C-64A7-3756612B109F}"/>
          </ac:picMkLst>
        </pc:picChg>
      </pc:sldChg>
      <pc:sldChg chg="addSp delSp modSp add mod chgLayout">
        <pc:chgData name="Mai Cao Van" userId="f7949ac2-728d-41dd-ad7e-3544eb396517" providerId="ADAL" clId="{9A112020-9413-486F-BA5D-75CDAEC9B132}" dt="2024-04-17T15:07:40.195" v="75" actId="113"/>
        <pc:sldMkLst>
          <pc:docMk/>
          <pc:sldMk cId="2933662193" sldId="301"/>
        </pc:sldMkLst>
        <pc:spChg chg="mod ord">
          <ac:chgData name="Mai Cao Van" userId="f7949ac2-728d-41dd-ad7e-3544eb396517" providerId="ADAL" clId="{9A112020-9413-486F-BA5D-75CDAEC9B132}" dt="2024-04-17T15:05:44.895" v="59" actId="6264"/>
          <ac:spMkLst>
            <pc:docMk/>
            <pc:sldMk cId="2933662193" sldId="301"/>
            <ac:spMk id="2" creationId="{8C430AE8-0EBE-B0C5-28F2-79A2A6992611}"/>
          </ac:spMkLst>
        </pc:spChg>
        <pc:spChg chg="add del mod">
          <ac:chgData name="Mai Cao Van" userId="f7949ac2-728d-41dd-ad7e-3544eb396517" providerId="ADAL" clId="{9A112020-9413-486F-BA5D-75CDAEC9B132}" dt="2024-04-17T15:05:44.895" v="59" actId="6264"/>
          <ac:spMkLst>
            <pc:docMk/>
            <pc:sldMk cId="2933662193" sldId="301"/>
            <ac:spMk id="3" creationId="{70A34787-31ED-7DDC-549A-161AF8900A2B}"/>
          </ac:spMkLst>
        </pc:spChg>
        <pc:spChg chg="mod ord">
          <ac:chgData name="Mai Cao Van" userId="f7949ac2-728d-41dd-ad7e-3544eb396517" providerId="ADAL" clId="{9A112020-9413-486F-BA5D-75CDAEC9B132}" dt="2024-04-17T15:06:11.303" v="68" actId="27636"/>
          <ac:spMkLst>
            <pc:docMk/>
            <pc:sldMk cId="2933662193" sldId="301"/>
            <ac:spMk id="4" creationId="{BE7F8D9A-9F36-3F42-5DDB-B214C4EAC8A6}"/>
          </ac:spMkLst>
        </pc:spChg>
        <pc:spChg chg="add del mod">
          <ac:chgData name="Mai Cao Van" userId="f7949ac2-728d-41dd-ad7e-3544eb396517" providerId="ADAL" clId="{9A112020-9413-486F-BA5D-75CDAEC9B132}" dt="2024-04-17T15:05:44.895" v="59" actId="6264"/>
          <ac:spMkLst>
            <pc:docMk/>
            <pc:sldMk cId="2933662193" sldId="301"/>
            <ac:spMk id="5" creationId="{2AB4403E-1207-5BEB-0BA0-55A57680AB16}"/>
          </ac:spMkLst>
        </pc:spChg>
        <pc:spChg chg="mod">
          <ac:chgData name="Mai Cao Van" userId="f7949ac2-728d-41dd-ad7e-3544eb396517" providerId="ADAL" clId="{9A112020-9413-486F-BA5D-75CDAEC9B132}" dt="2024-04-17T15:07:40.195" v="75" actId="113"/>
          <ac:spMkLst>
            <pc:docMk/>
            <pc:sldMk cId="2933662193" sldId="301"/>
            <ac:spMk id="13" creationId="{C0DE56BB-D25E-8028-4B39-613B82E2F666}"/>
          </ac:spMkLst>
        </pc:spChg>
        <pc:picChg chg="add mod">
          <ac:chgData name="Mai Cao Van" userId="f7949ac2-728d-41dd-ad7e-3544eb396517" providerId="ADAL" clId="{9A112020-9413-486F-BA5D-75CDAEC9B132}" dt="2024-04-17T15:07:11.801" v="72" actId="14100"/>
          <ac:picMkLst>
            <pc:docMk/>
            <pc:sldMk cId="2933662193" sldId="301"/>
            <ac:picMk id="7" creationId="{BACB1871-71F6-5AFF-51A8-84E978A82971}"/>
          </ac:picMkLst>
        </pc:picChg>
        <pc:picChg chg="del">
          <ac:chgData name="Mai Cao Van" userId="f7949ac2-728d-41dd-ad7e-3544eb396517" providerId="ADAL" clId="{9A112020-9413-486F-BA5D-75CDAEC9B132}" dt="2024-04-17T15:05:56.729" v="63" actId="478"/>
          <ac:picMkLst>
            <pc:docMk/>
            <pc:sldMk cId="2933662193" sldId="301"/>
            <ac:picMk id="11" creationId="{3060298A-DE97-347C-64A7-3756612B109F}"/>
          </ac:picMkLst>
        </pc:picChg>
      </pc:sldChg>
      <pc:sldChg chg="del">
        <pc:chgData name="Mai Cao Van" userId="f7949ac2-728d-41dd-ad7e-3544eb396517" providerId="ADAL" clId="{9A112020-9413-486F-BA5D-75CDAEC9B132}" dt="2024-04-17T14:20:32.404" v="10" actId="47"/>
        <pc:sldMkLst>
          <pc:docMk/>
          <pc:sldMk cId="3461348225" sldId="301"/>
        </pc:sldMkLst>
      </pc:sldChg>
      <pc:sldChg chg="del">
        <pc:chgData name="Mai Cao Van" userId="f7949ac2-728d-41dd-ad7e-3544eb396517" providerId="ADAL" clId="{9A112020-9413-486F-BA5D-75CDAEC9B132}" dt="2024-04-17T14:20:32.404" v="10" actId="47"/>
        <pc:sldMkLst>
          <pc:docMk/>
          <pc:sldMk cId="323320354" sldId="302"/>
        </pc:sldMkLst>
      </pc:sldChg>
      <pc:sldChg chg="modSp add mod">
        <pc:chgData name="Mai Cao Van" userId="f7949ac2-728d-41dd-ad7e-3544eb396517" providerId="ADAL" clId="{9A112020-9413-486F-BA5D-75CDAEC9B132}" dt="2024-04-17T15:14:29.613" v="118" actId="14100"/>
        <pc:sldMkLst>
          <pc:docMk/>
          <pc:sldMk cId="2652356429" sldId="302"/>
        </pc:sldMkLst>
        <pc:spChg chg="mod">
          <ac:chgData name="Mai Cao Van" userId="f7949ac2-728d-41dd-ad7e-3544eb396517" providerId="ADAL" clId="{9A112020-9413-486F-BA5D-75CDAEC9B132}" dt="2024-04-17T15:14:29.613" v="118" actId="14100"/>
          <ac:spMkLst>
            <pc:docMk/>
            <pc:sldMk cId="2652356429" sldId="302"/>
            <ac:spMk id="4" creationId="{BE7F8D9A-9F36-3F42-5DDB-B214C4EAC8A6}"/>
          </ac:spMkLst>
        </pc:spChg>
      </pc:sldChg>
      <pc:sldChg chg="del">
        <pc:chgData name="Mai Cao Van" userId="f7949ac2-728d-41dd-ad7e-3544eb396517" providerId="ADAL" clId="{9A112020-9413-486F-BA5D-75CDAEC9B132}" dt="2024-04-17T14:20:32.404" v="10" actId="47"/>
        <pc:sldMkLst>
          <pc:docMk/>
          <pc:sldMk cId="1982246672" sldId="303"/>
        </pc:sldMkLst>
      </pc:sldChg>
      <pc:sldChg chg="del">
        <pc:chgData name="Mai Cao Van" userId="f7949ac2-728d-41dd-ad7e-3544eb396517" providerId="ADAL" clId="{9A112020-9413-486F-BA5D-75CDAEC9B132}" dt="2024-04-17T14:20:32.404" v="10" actId="47"/>
        <pc:sldMkLst>
          <pc:docMk/>
          <pc:sldMk cId="3093158920" sldId="304"/>
        </pc:sldMkLst>
      </pc:sldChg>
      <pc:sldChg chg="del">
        <pc:chgData name="Mai Cao Van" userId="f7949ac2-728d-41dd-ad7e-3544eb396517" providerId="ADAL" clId="{9A112020-9413-486F-BA5D-75CDAEC9B132}" dt="2024-04-17T14:20:32.404" v="10" actId="47"/>
        <pc:sldMkLst>
          <pc:docMk/>
          <pc:sldMk cId="454021612" sldId="305"/>
        </pc:sldMkLst>
      </pc:sldChg>
      <pc:sldChg chg="del">
        <pc:chgData name="Mai Cao Van" userId="f7949ac2-728d-41dd-ad7e-3544eb396517" providerId="ADAL" clId="{9A112020-9413-486F-BA5D-75CDAEC9B132}" dt="2024-04-17T14:20:32.404" v="10" actId="47"/>
        <pc:sldMkLst>
          <pc:docMk/>
          <pc:sldMk cId="3980960752" sldId="306"/>
        </pc:sldMkLst>
      </pc:sldChg>
      <pc:sldChg chg="del">
        <pc:chgData name="Mai Cao Van" userId="f7949ac2-728d-41dd-ad7e-3544eb396517" providerId="ADAL" clId="{9A112020-9413-486F-BA5D-75CDAEC9B132}" dt="2024-04-17T14:20:32.404" v="10" actId="47"/>
        <pc:sldMkLst>
          <pc:docMk/>
          <pc:sldMk cId="1949476003" sldId="307"/>
        </pc:sldMkLst>
      </pc:sldChg>
      <pc:sldChg chg="del">
        <pc:chgData name="Mai Cao Van" userId="f7949ac2-728d-41dd-ad7e-3544eb396517" providerId="ADAL" clId="{9A112020-9413-486F-BA5D-75CDAEC9B132}" dt="2024-04-17T14:20:32.404" v="10" actId="47"/>
        <pc:sldMkLst>
          <pc:docMk/>
          <pc:sldMk cId="2081069589" sldId="308"/>
        </pc:sldMkLst>
      </pc:sldChg>
      <pc:sldChg chg="del">
        <pc:chgData name="Mai Cao Van" userId="f7949ac2-728d-41dd-ad7e-3544eb396517" providerId="ADAL" clId="{9A112020-9413-486F-BA5D-75CDAEC9B132}" dt="2024-04-17T14:20:32.404" v="10" actId="47"/>
        <pc:sldMkLst>
          <pc:docMk/>
          <pc:sldMk cId="4162619783" sldId="309"/>
        </pc:sldMkLst>
      </pc:sldChg>
      <pc:sldChg chg="del">
        <pc:chgData name="Mai Cao Van" userId="f7949ac2-728d-41dd-ad7e-3544eb396517" providerId="ADAL" clId="{9A112020-9413-486F-BA5D-75CDAEC9B132}" dt="2024-04-17T14:20:32.404" v="10" actId="47"/>
        <pc:sldMkLst>
          <pc:docMk/>
          <pc:sldMk cId="3064759149" sldId="310"/>
        </pc:sldMkLst>
      </pc:sldChg>
      <pc:sldChg chg="del">
        <pc:chgData name="Mai Cao Van" userId="f7949ac2-728d-41dd-ad7e-3544eb396517" providerId="ADAL" clId="{9A112020-9413-486F-BA5D-75CDAEC9B132}" dt="2024-04-17T14:20:32.404" v="10" actId="47"/>
        <pc:sldMkLst>
          <pc:docMk/>
          <pc:sldMk cId="2821748694" sldId="311"/>
        </pc:sldMkLst>
      </pc:sldChg>
      <pc:sldChg chg="del">
        <pc:chgData name="Mai Cao Van" userId="f7949ac2-728d-41dd-ad7e-3544eb396517" providerId="ADAL" clId="{9A112020-9413-486F-BA5D-75CDAEC9B132}" dt="2024-04-17T14:20:32.404" v="10" actId="47"/>
        <pc:sldMkLst>
          <pc:docMk/>
          <pc:sldMk cId="948051221" sldId="312"/>
        </pc:sldMkLst>
      </pc:sldChg>
      <pc:sldChg chg="del">
        <pc:chgData name="Mai Cao Van" userId="f7949ac2-728d-41dd-ad7e-3544eb396517" providerId="ADAL" clId="{9A112020-9413-486F-BA5D-75CDAEC9B132}" dt="2024-04-17T14:20:32.404" v="10" actId="47"/>
        <pc:sldMkLst>
          <pc:docMk/>
          <pc:sldMk cId="743469992" sldId="313"/>
        </pc:sldMkLst>
      </pc:sldChg>
      <pc:sldChg chg="del">
        <pc:chgData name="Mai Cao Van" userId="f7949ac2-728d-41dd-ad7e-3544eb396517" providerId="ADAL" clId="{9A112020-9413-486F-BA5D-75CDAEC9B132}" dt="2024-04-17T14:20:32.404" v="10" actId="47"/>
        <pc:sldMkLst>
          <pc:docMk/>
          <pc:sldMk cId="715820225" sldId="314"/>
        </pc:sldMkLst>
      </pc:sldChg>
      <pc:sldChg chg="del">
        <pc:chgData name="Mai Cao Van" userId="f7949ac2-728d-41dd-ad7e-3544eb396517" providerId="ADAL" clId="{9A112020-9413-486F-BA5D-75CDAEC9B132}" dt="2024-04-17T14:20:32.404" v="10" actId="47"/>
        <pc:sldMkLst>
          <pc:docMk/>
          <pc:sldMk cId="4031213231" sldId="315"/>
        </pc:sldMkLst>
      </pc:sldChg>
      <pc:sldChg chg="del">
        <pc:chgData name="Mai Cao Van" userId="f7949ac2-728d-41dd-ad7e-3544eb396517" providerId="ADAL" clId="{9A112020-9413-486F-BA5D-75CDAEC9B132}" dt="2024-04-17T14:20:32.404" v="10" actId="47"/>
        <pc:sldMkLst>
          <pc:docMk/>
          <pc:sldMk cId="1172900586" sldId="317"/>
        </pc:sldMkLst>
      </pc:sldChg>
      <pc:sldChg chg="del">
        <pc:chgData name="Mai Cao Van" userId="f7949ac2-728d-41dd-ad7e-3544eb396517" providerId="ADAL" clId="{9A112020-9413-486F-BA5D-75CDAEC9B132}" dt="2024-04-17T14:20:32.404" v="10" actId="47"/>
        <pc:sldMkLst>
          <pc:docMk/>
          <pc:sldMk cId="4020231526" sldId="319"/>
        </pc:sldMkLst>
      </pc:sldChg>
      <pc:sldChg chg="del">
        <pc:chgData name="Mai Cao Van" userId="f7949ac2-728d-41dd-ad7e-3544eb396517" providerId="ADAL" clId="{9A112020-9413-486F-BA5D-75CDAEC9B132}" dt="2024-04-17T14:20:32.404" v="10" actId="47"/>
        <pc:sldMkLst>
          <pc:docMk/>
          <pc:sldMk cId="1183509001" sldId="320"/>
        </pc:sldMkLst>
      </pc:sldChg>
      <pc:sldChg chg="del">
        <pc:chgData name="Mai Cao Van" userId="f7949ac2-728d-41dd-ad7e-3544eb396517" providerId="ADAL" clId="{9A112020-9413-486F-BA5D-75CDAEC9B132}" dt="2024-04-17T14:20:32.404" v="10" actId="47"/>
        <pc:sldMkLst>
          <pc:docMk/>
          <pc:sldMk cId="2884775449" sldId="321"/>
        </pc:sldMkLst>
      </pc:sldChg>
      <pc:sldChg chg="del">
        <pc:chgData name="Mai Cao Van" userId="f7949ac2-728d-41dd-ad7e-3544eb396517" providerId="ADAL" clId="{9A112020-9413-486F-BA5D-75CDAEC9B132}" dt="2024-04-17T14:20:32.404" v="10" actId="47"/>
        <pc:sldMkLst>
          <pc:docMk/>
          <pc:sldMk cId="2271388492" sldId="322"/>
        </pc:sldMkLst>
      </pc:sldChg>
      <pc:sldChg chg="del">
        <pc:chgData name="Mai Cao Van" userId="f7949ac2-728d-41dd-ad7e-3544eb396517" providerId="ADAL" clId="{9A112020-9413-486F-BA5D-75CDAEC9B132}" dt="2024-04-17T14:20:32.404" v="10" actId="47"/>
        <pc:sldMkLst>
          <pc:docMk/>
          <pc:sldMk cId="1487759009" sldId="323"/>
        </pc:sldMkLst>
      </pc:sldChg>
      <pc:sldChg chg="del">
        <pc:chgData name="Mai Cao Van" userId="f7949ac2-728d-41dd-ad7e-3544eb396517" providerId="ADAL" clId="{9A112020-9413-486F-BA5D-75CDAEC9B132}" dt="2024-04-17T14:20:32.404" v="10" actId="47"/>
        <pc:sldMkLst>
          <pc:docMk/>
          <pc:sldMk cId="2567845728" sldId="324"/>
        </pc:sldMkLst>
      </pc:sldChg>
      <pc:sldChg chg="del">
        <pc:chgData name="Mai Cao Van" userId="f7949ac2-728d-41dd-ad7e-3544eb396517" providerId="ADAL" clId="{9A112020-9413-486F-BA5D-75CDAEC9B132}" dt="2024-04-17T14:20:32.404" v="10" actId="47"/>
        <pc:sldMkLst>
          <pc:docMk/>
          <pc:sldMk cId="310621169" sldId="325"/>
        </pc:sldMkLst>
      </pc:sldChg>
      <pc:sldChg chg="del">
        <pc:chgData name="Mai Cao Van" userId="f7949ac2-728d-41dd-ad7e-3544eb396517" providerId="ADAL" clId="{9A112020-9413-486F-BA5D-75CDAEC9B132}" dt="2024-04-17T14:20:32.404" v="10" actId="47"/>
        <pc:sldMkLst>
          <pc:docMk/>
          <pc:sldMk cId="2953342677" sldId="326"/>
        </pc:sldMkLst>
      </pc:sldChg>
      <pc:sldChg chg="del">
        <pc:chgData name="Mai Cao Van" userId="f7949ac2-728d-41dd-ad7e-3544eb396517" providerId="ADAL" clId="{9A112020-9413-486F-BA5D-75CDAEC9B132}" dt="2024-04-17T14:20:32.404" v="10" actId="47"/>
        <pc:sldMkLst>
          <pc:docMk/>
          <pc:sldMk cId="2935125376" sldId="327"/>
        </pc:sldMkLst>
      </pc:sldChg>
      <pc:sldChg chg="del">
        <pc:chgData name="Mai Cao Van" userId="f7949ac2-728d-41dd-ad7e-3544eb396517" providerId="ADAL" clId="{9A112020-9413-486F-BA5D-75CDAEC9B132}" dt="2024-04-17T14:20:32.404" v="10" actId="47"/>
        <pc:sldMkLst>
          <pc:docMk/>
          <pc:sldMk cId="2187807566" sldId="328"/>
        </pc:sldMkLst>
      </pc:sldChg>
      <pc:sldChg chg="del">
        <pc:chgData name="Mai Cao Van" userId="f7949ac2-728d-41dd-ad7e-3544eb396517" providerId="ADAL" clId="{9A112020-9413-486F-BA5D-75CDAEC9B132}" dt="2024-04-17T14:20:32.404" v="10" actId="47"/>
        <pc:sldMkLst>
          <pc:docMk/>
          <pc:sldMk cId="3307945801" sldId="329"/>
        </pc:sldMkLst>
      </pc:sldChg>
      <pc:sldChg chg="del">
        <pc:chgData name="Mai Cao Van" userId="f7949ac2-728d-41dd-ad7e-3544eb396517" providerId="ADAL" clId="{9A112020-9413-486F-BA5D-75CDAEC9B132}" dt="2024-04-17T14:20:32.404" v="10" actId="47"/>
        <pc:sldMkLst>
          <pc:docMk/>
          <pc:sldMk cId="4278991458" sldId="330"/>
        </pc:sldMkLst>
      </pc:sldChg>
      <pc:sldChg chg="del">
        <pc:chgData name="Mai Cao Van" userId="f7949ac2-728d-41dd-ad7e-3544eb396517" providerId="ADAL" clId="{9A112020-9413-486F-BA5D-75CDAEC9B132}" dt="2024-04-17T14:20:32.404" v="10" actId="47"/>
        <pc:sldMkLst>
          <pc:docMk/>
          <pc:sldMk cId="1042944599" sldId="331"/>
        </pc:sldMkLst>
      </pc:sldChg>
      <pc:sldChg chg="del">
        <pc:chgData name="Mai Cao Van" userId="f7949ac2-728d-41dd-ad7e-3544eb396517" providerId="ADAL" clId="{9A112020-9413-486F-BA5D-75CDAEC9B132}" dt="2024-04-17T14:20:32.404" v="10" actId="47"/>
        <pc:sldMkLst>
          <pc:docMk/>
          <pc:sldMk cId="1447322492" sldId="332"/>
        </pc:sldMkLst>
      </pc:sldChg>
      <pc:sldChg chg="del">
        <pc:chgData name="Mai Cao Van" userId="f7949ac2-728d-41dd-ad7e-3544eb396517" providerId="ADAL" clId="{9A112020-9413-486F-BA5D-75CDAEC9B132}" dt="2024-04-17T14:20:32.404" v="10" actId="47"/>
        <pc:sldMkLst>
          <pc:docMk/>
          <pc:sldMk cId="1740702777" sldId="333"/>
        </pc:sldMkLst>
      </pc:sldChg>
      <pc:sldChg chg="del">
        <pc:chgData name="Mai Cao Van" userId="f7949ac2-728d-41dd-ad7e-3544eb396517" providerId="ADAL" clId="{9A112020-9413-486F-BA5D-75CDAEC9B132}" dt="2024-04-17T14:20:32.404" v="10" actId="47"/>
        <pc:sldMkLst>
          <pc:docMk/>
          <pc:sldMk cId="3090726604" sldId="335"/>
        </pc:sldMkLst>
      </pc:sldChg>
      <pc:sldChg chg="del">
        <pc:chgData name="Mai Cao Van" userId="f7949ac2-728d-41dd-ad7e-3544eb396517" providerId="ADAL" clId="{9A112020-9413-486F-BA5D-75CDAEC9B132}" dt="2024-04-17T14:20:32.404" v="10" actId="47"/>
        <pc:sldMkLst>
          <pc:docMk/>
          <pc:sldMk cId="2934312387" sldId="336"/>
        </pc:sldMkLst>
      </pc:sldChg>
      <pc:sldChg chg="del">
        <pc:chgData name="Mai Cao Van" userId="f7949ac2-728d-41dd-ad7e-3544eb396517" providerId="ADAL" clId="{9A112020-9413-486F-BA5D-75CDAEC9B132}" dt="2024-04-17T14:20:32.404" v="10" actId="47"/>
        <pc:sldMkLst>
          <pc:docMk/>
          <pc:sldMk cId="662530898" sldId="337"/>
        </pc:sldMkLst>
      </pc:sldChg>
      <pc:sldChg chg="del">
        <pc:chgData name="Mai Cao Van" userId="f7949ac2-728d-41dd-ad7e-3544eb396517" providerId="ADAL" clId="{9A112020-9413-486F-BA5D-75CDAEC9B132}" dt="2024-04-17T14:20:32.404" v="10" actId="47"/>
        <pc:sldMkLst>
          <pc:docMk/>
          <pc:sldMk cId="1510533634" sldId="338"/>
        </pc:sldMkLst>
      </pc:sldChg>
      <pc:sldChg chg="del">
        <pc:chgData name="Mai Cao Van" userId="f7949ac2-728d-41dd-ad7e-3544eb396517" providerId="ADAL" clId="{9A112020-9413-486F-BA5D-75CDAEC9B132}" dt="2024-04-17T14:20:32.404" v="10" actId="47"/>
        <pc:sldMkLst>
          <pc:docMk/>
          <pc:sldMk cId="3024928923" sldId="339"/>
        </pc:sldMkLst>
      </pc:sldChg>
      <pc:sldChg chg="del">
        <pc:chgData name="Mai Cao Van" userId="f7949ac2-728d-41dd-ad7e-3544eb396517" providerId="ADAL" clId="{9A112020-9413-486F-BA5D-75CDAEC9B132}" dt="2024-04-17T14:20:32.404" v="10" actId="47"/>
        <pc:sldMkLst>
          <pc:docMk/>
          <pc:sldMk cId="228002459" sldId="340"/>
        </pc:sldMkLst>
      </pc:sldChg>
      <pc:sldChg chg="del">
        <pc:chgData name="Mai Cao Van" userId="f7949ac2-728d-41dd-ad7e-3544eb396517" providerId="ADAL" clId="{9A112020-9413-486F-BA5D-75CDAEC9B132}" dt="2024-04-17T14:20:32.404" v="10" actId="47"/>
        <pc:sldMkLst>
          <pc:docMk/>
          <pc:sldMk cId="890179627" sldId="341"/>
        </pc:sldMkLst>
      </pc:sldChg>
      <pc:sldChg chg="del">
        <pc:chgData name="Mai Cao Van" userId="f7949ac2-728d-41dd-ad7e-3544eb396517" providerId="ADAL" clId="{9A112020-9413-486F-BA5D-75CDAEC9B132}" dt="2024-04-17T14:20:32.404" v="10" actId="47"/>
        <pc:sldMkLst>
          <pc:docMk/>
          <pc:sldMk cId="3163368077" sldId="342"/>
        </pc:sldMkLst>
      </pc:sldChg>
      <pc:sldChg chg="del">
        <pc:chgData name="Mai Cao Van" userId="f7949ac2-728d-41dd-ad7e-3544eb396517" providerId="ADAL" clId="{9A112020-9413-486F-BA5D-75CDAEC9B132}" dt="2024-04-17T14:20:32.404" v="10" actId="47"/>
        <pc:sldMkLst>
          <pc:docMk/>
          <pc:sldMk cId="3809250700" sldId="343"/>
        </pc:sldMkLst>
      </pc:sldChg>
      <pc:sldChg chg="del">
        <pc:chgData name="Mai Cao Van" userId="f7949ac2-728d-41dd-ad7e-3544eb396517" providerId="ADAL" clId="{9A112020-9413-486F-BA5D-75CDAEC9B132}" dt="2024-04-17T14:20:32.404" v="10" actId="47"/>
        <pc:sldMkLst>
          <pc:docMk/>
          <pc:sldMk cId="3450418921" sldId="344"/>
        </pc:sldMkLst>
      </pc:sldChg>
      <pc:sldChg chg="del">
        <pc:chgData name="Mai Cao Van" userId="f7949ac2-728d-41dd-ad7e-3544eb396517" providerId="ADAL" clId="{9A112020-9413-486F-BA5D-75CDAEC9B132}" dt="2024-04-17T14:20:32.404" v="10" actId="47"/>
        <pc:sldMkLst>
          <pc:docMk/>
          <pc:sldMk cId="3057694825" sldId="345"/>
        </pc:sldMkLst>
      </pc:sldChg>
      <pc:sldChg chg="del">
        <pc:chgData name="Mai Cao Van" userId="f7949ac2-728d-41dd-ad7e-3544eb396517" providerId="ADAL" clId="{9A112020-9413-486F-BA5D-75CDAEC9B132}" dt="2024-04-17T14:20:32.404" v="10" actId="47"/>
        <pc:sldMkLst>
          <pc:docMk/>
          <pc:sldMk cId="1405595158" sldId="346"/>
        </pc:sldMkLst>
      </pc:sldChg>
      <pc:sldChg chg="del">
        <pc:chgData name="Mai Cao Van" userId="f7949ac2-728d-41dd-ad7e-3544eb396517" providerId="ADAL" clId="{9A112020-9413-486F-BA5D-75CDAEC9B132}" dt="2024-04-17T14:20:32.404" v="10" actId="47"/>
        <pc:sldMkLst>
          <pc:docMk/>
          <pc:sldMk cId="1973060477" sldId="347"/>
        </pc:sldMkLst>
      </pc:sldChg>
      <pc:sldChg chg="del">
        <pc:chgData name="Mai Cao Van" userId="f7949ac2-728d-41dd-ad7e-3544eb396517" providerId="ADAL" clId="{9A112020-9413-486F-BA5D-75CDAEC9B132}" dt="2024-04-17T14:19:53.332" v="0" actId="47"/>
        <pc:sldMkLst>
          <pc:docMk/>
          <pc:sldMk cId="459707268" sldId="349"/>
        </pc:sldMkLst>
      </pc:sldChg>
      <pc:sldChg chg="del">
        <pc:chgData name="Mai Cao Van" userId="f7949ac2-728d-41dd-ad7e-3544eb396517" providerId="ADAL" clId="{9A112020-9413-486F-BA5D-75CDAEC9B132}" dt="2024-04-17T14:19:53.332" v="0" actId="47"/>
        <pc:sldMkLst>
          <pc:docMk/>
          <pc:sldMk cId="3848758112" sldId="350"/>
        </pc:sldMkLst>
      </pc:sldChg>
      <pc:sldChg chg="del">
        <pc:chgData name="Mai Cao Van" userId="f7949ac2-728d-41dd-ad7e-3544eb396517" providerId="ADAL" clId="{9A112020-9413-486F-BA5D-75CDAEC9B132}" dt="2024-04-17T14:19:53.332" v="0" actId="47"/>
        <pc:sldMkLst>
          <pc:docMk/>
          <pc:sldMk cId="4036275847" sldId="351"/>
        </pc:sldMkLst>
      </pc:sldChg>
      <pc:sldChg chg="del">
        <pc:chgData name="Mai Cao Van" userId="f7949ac2-728d-41dd-ad7e-3544eb396517" providerId="ADAL" clId="{9A112020-9413-486F-BA5D-75CDAEC9B132}" dt="2024-04-17T14:19:53.332" v="0" actId="47"/>
        <pc:sldMkLst>
          <pc:docMk/>
          <pc:sldMk cId="2181531778" sldId="352"/>
        </pc:sldMkLst>
      </pc:sldChg>
      <pc:sldChg chg="del">
        <pc:chgData name="Mai Cao Van" userId="f7949ac2-728d-41dd-ad7e-3544eb396517" providerId="ADAL" clId="{9A112020-9413-486F-BA5D-75CDAEC9B132}" dt="2024-04-17T14:19:53.332" v="0" actId="47"/>
        <pc:sldMkLst>
          <pc:docMk/>
          <pc:sldMk cId="2659275954" sldId="353"/>
        </pc:sldMkLst>
      </pc:sldChg>
      <pc:sldChg chg="del">
        <pc:chgData name="Mai Cao Van" userId="f7949ac2-728d-41dd-ad7e-3544eb396517" providerId="ADAL" clId="{9A112020-9413-486F-BA5D-75CDAEC9B132}" dt="2024-04-17T14:19:53.332" v="0" actId="47"/>
        <pc:sldMkLst>
          <pc:docMk/>
          <pc:sldMk cId="3209173124" sldId="354"/>
        </pc:sldMkLst>
      </pc:sldChg>
      <pc:sldChg chg="del">
        <pc:chgData name="Mai Cao Van" userId="f7949ac2-728d-41dd-ad7e-3544eb396517" providerId="ADAL" clId="{9A112020-9413-486F-BA5D-75CDAEC9B132}" dt="2024-04-17T14:19:53.332" v="0" actId="47"/>
        <pc:sldMkLst>
          <pc:docMk/>
          <pc:sldMk cId="4247538530" sldId="355"/>
        </pc:sldMkLst>
      </pc:sldChg>
      <pc:sldChg chg="del">
        <pc:chgData name="Mai Cao Van" userId="f7949ac2-728d-41dd-ad7e-3544eb396517" providerId="ADAL" clId="{9A112020-9413-486F-BA5D-75CDAEC9B132}" dt="2024-04-17T14:19:53.332" v="0" actId="47"/>
        <pc:sldMkLst>
          <pc:docMk/>
          <pc:sldMk cId="1006905501" sldId="356"/>
        </pc:sldMkLst>
      </pc:sldChg>
      <pc:sldChg chg="del">
        <pc:chgData name="Mai Cao Van" userId="f7949ac2-728d-41dd-ad7e-3544eb396517" providerId="ADAL" clId="{9A112020-9413-486F-BA5D-75CDAEC9B132}" dt="2024-04-17T14:19:53.332" v="0" actId="47"/>
        <pc:sldMkLst>
          <pc:docMk/>
          <pc:sldMk cId="116005775" sldId="357"/>
        </pc:sldMkLst>
      </pc:sldChg>
      <pc:sldChg chg="del">
        <pc:chgData name="Mai Cao Van" userId="f7949ac2-728d-41dd-ad7e-3544eb396517" providerId="ADAL" clId="{9A112020-9413-486F-BA5D-75CDAEC9B132}" dt="2024-04-17T14:19:53.332" v="0" actId="47"/>
        <pc:sldMkLst>
          <pc:docMk/>
          <pc:sldMk cId="1055634875" sldId="358"/>
        </pc:sldMkLst>
      </pc:sldChg>
      <pc:sldChg chg="del">
        <pc:chgData name="Mai Cao Van" userId="f7949ac2-728d-41dd-ad7e-3544eb396517" providerId="ADAL" clId="{9A112020-9413-486F-BA5D-75CDAEC9B132}" dt="2024-04-17T14:20:32.404" v="10" actId="47"/>
        <pc:sldMkLst>
          <pc:docMk/>
          <pc:sldMk cId="4183660468" sldId="361"/>
        </pc:sldMkLst>
      </pc:sldChg>
      <pc:sldChg chg="del">
        <pc:chgData name="Mai Cao Van" userId="f7949ac2-728d-41dd-ad7e-3544eb396517" providerId="ADAL" clId="{9A112020-9413-486F-BA5D-75CDAEC9B132}" dt="2024-04-17T14:20:32.404" v="10" actId="47"/>
        <pc:sldMkLst>
          <pc:docMk/>
          <pc:sldMk cId="2722368251" sldId="362"/>
        </pc:sldMkLst>
      </pc:sldChg>
      <pc:sldChg chg="del">
        <pc:chgData name="Mai Cao Van" userId="f7949ac2-728d-41dd-ad7e-3544eb396517" providerId="ADAL" clId="{9A112020-9413-486F-BA5D-75CDAEC9B132}" dt="2024-04-17T14:20:32.404" v="10" actId="47"/>
        <pc:sldMkLst>
          <pc:docMk/>
          <pc:sldMk cId="1691358665" sldId="398"/>
        </pc:sldMkLst>
      </pc:sldChg>
      <pc:sldChg chg="del">
        <pc:chgData name="Mai Cao Van" userId="f7949ac2-728d-41dd-ad7e-3544eb396517" providerId="ADAL" clId="{9A112020-9413-486F-BA5D-75CDAEC9B132}" dt="2024-04-17T14:20:32.404" v="10" actId="47"/>
        <pc:sldMkLst>
          <pc:docMk/>
          <pc:sldMk cId="1487308099" sldId="399"/>
        </pc:sldMkLst>
      </pc:sldChg>
      <pc:sldChg chg="del">
        <pc:chgData name="Mai Cao Van" userId="f7949ac2-728d-41dd-ad7e-3544eb396517" providerId="ADAL" clId="{9A112020-9413-486F-BA5D-75CDAEC9B132}" dt="2024-04-17T14:20:32.404" v="10" actId="47"/>
        <pc:sldMkLst>
          <pc:docMk/>
          <pc:sldMk cId="3240247633" sldId="401"/>
        </pc:sldMkLst>
      </pc:sldChg>
      <pc:sldChg chg="del">
        <pc:chgData name="Mai Cao Van" userId="f7949ac2-728d-41dd-ad7e-3544eb396517" providerId="ADAL" clId="{9A112020-9413-486F-BA5D-75CDAEC9B132}" dt="2024-04-17T14:20:32.404" v="10" actId="47"/>
        <pc:sldMkLst>
          <pc:docMk/>
          <pc:sldMk cId="3602376594" sldId="402"/>
        </pc:sldMkLst>
      </pc:sldChg>
      <pc:sldChg chg="del">
        <pc:chgData name="Mai Cao Van" userId="f7949ac2-728d-41dd-ad7e-3544eb396517" providerId="ADAL" clId="{9A112020-9413-486F-BA5D-75CDAEC9B132}" dt="2024-04-17T14:20:32.404" v="10" actId="47"/>
        <pc:sldMkLst>
          <pc:docMk/>
          <pc:sldMk cId="2873410731" sldId="403"/>
        </pc:sldMkLst>
      </pc:sldChg>
      <pc:sldChg chg="del">
        <pc:chgData name="Mai Cao Van" userId="f7949ac2-728d-41dd-ad7e-3544eb396517" providerId="ADAL" clId="{9A112020-9413-486F-BA5D-75CDAEC9B132}" dt="2024-04-17T14:20:32.404" v="10" actId="47"/>
        <pc:sldMkLst>
          <pc:docMk/>
          <pc:sldMk cId="1470051078" sldId="404"/>
        </pc:sldMkLst>
      </pc:sldChg>
      <pc:sldChg chg="del">
        <pc:chgData name="Mai Cao Van" userId="f7949ac2-728d-41dd-ad7e-3544eb396517" providerId="ADAL" clId="{9A112020-9413-486F-BA5D-75CDAEC9B132}" dt="2024-04-17T14:20:32.404" v="10" actId="47"/>
        <pc:sldMkLst>
          <pc:docMk/>
          <pc:sldMk cId="2584010954" sldId="405"/>
        </pc:sldMkLst>
      </pc:sldChg>
      <pc:sldChg chg="del">
        <pc:chgData name="Mai Cao Van" userId="f7949ac2-728d-41dd-ad7e-3544eb396517" providerId="ADAL" clId="{9A112020-9413-486F-BA5D-75CDAEC9B132}" dt="2024-04-17T14:20:32.404" v="10" actId="47"/>
        <pc:sldMkLst>
          <pc:docMk/>
          <pc:sldMk cId="1894740067" sldId="406"/>
        </pc:sldMkLst>
      </pc:sldChg>
      <pc:sldChg chg="del">
        <pc:chgData name="Mai Cao Van" userId="f7949ac2-728d-41dd-ad7e-3544eb396517" providerId="ADAL" clId="{9A112020-9413-486F-BA5D-75CDAEC9B132}" dt="2024-04-17T14:20:32.404" v="10" actId="47"/>
        <pc:sldMkLst>
          <pc:docMk/>
          <pc:sldMk cId="2019231035" sldId="407"/>
        </pc:sldMkLst>
      </pc:sldChg>
      <pc:sldChg chg="del">
        <pc:chgData name="Mai Cao Van" userId="f7949ac2-728d-41dd-ad7e-3544eb396517" providerId="ADAL" clId="{9A112020-9413-486F-BA5D-75CDAEC9B132}" dt="2024-04-17T14:20:32.404" v="10" actId="47"/>
        <pc:sldMkLst>
          <pc:docMk/>
          <pc:sldMk cId="1385599415" sldId="408"/>
        </pc:sldMkLst>
      </pc:sldChg>
      <pc:sldChg chg="del">
        <pc:chgData name="Mai Cao Van" userId="f7949ac2-728d-41dd-ad7e-3544eb396517" providerId="ADAL" clId="{9A112020-9413-486F-BA5D-75CDAEC9B132}" dt="2024-04-17T14:20:32.404" v="10" actId="47"/>
        <pc:sldMkLst>
          <pc:docMk/>
          <pc:sldMk cId="1364253548" sldId="409"/>
        </pc:sldMkLst>
      </pc:sldChg>
      <pc:sldChg chg="del">
        <pc:chgData name="Mai Cao Van" userId="f7949ac2-728d-41dd-ad7e-3544eb396517" providerId="ADAL" clId="{9A112020-9413-486F-BA5D-75CDAEC9B132}" dt="2024-04-17T14:20:32.404" v="10" actId="47"/>
        <pc:sldMkLst>
          <pc:docMk/>
          <pc:sldMk cId="2121512525" sldId="410"/>
        </pc:sldMkLst>
      </pc:sldChg>
      <pc:sldChg chg="del">
        <pc:chgData name="Mai Cao Van" userId="f7949ac2-728d-41dd-ad7e-3544eb396517" providerId="ADAL" clId="{9A112020-9413-486F-BA5D-75CDAEC9B132}" dt="2024-04-17T14:20:32.404" v="10" actId="47"/>
        <pc:sldMkLst>
          <pc:docMk/>
          <pc:sldMk cId="245239884" sldId="411"/>
        </pc:sldMkLst>
      </pc:sldChg>
      <pc:sldChg chg="del">
        <pc:chgData name="Mai Cao Van" userId="f7949ac2-728d-41dd-ad7e-3544eb396517" providerId="ADAL" clId="{9A112020-9413-486F-BA5D-75CDAEC9B132}" dt="2024-04-17T14:20:32.404" v="10" actId="47"/>
        <pc:sldMkLst>
          <pc:docMk/>
          <pc:sldMk cId="1939551571" sldId="412"/>
        </pc:sldMkLst>
      </pc:sldChg>
      <pc:sldChg chg="del">
        <pc:chgData name="Mai Cao Van" userId="f7949ac2-728d-41dd-ad7e-3544eb396517" providerId="ADAL" clId="{9A112020-9413-486F-BA5D-75CDAEC9B132}" dt="2024-04-17T14:20:32.404" v="10" actId="47"/>
        <pc:sldMkLst>
          <pc:docMk/>
          <pc:sldMk cId="3177181734" sldId="413"/>
        </pc:sldMkLst>
      </pc:sldChg>
      <pc:sldChg chg="del">
        <pc:chgData name="Mai Cao Van" userId="f7949ac2-728d-41dd-ad7e-3544eb396517" providerId="ADAL" clId="{9A112020-9413-486F-BA5D-75CDAEC9B132}" dt="2024-04-17T14:20:32.404" v="10" actId="47"/>
        <pc:sldMkLst>
          <pc:docMk/>
          <pc:sldMk cId="2464186032" sldId="414"/>
        </pc:sldMkLst>
      </pc:sldChg>
      <pc:sldChg chg="del">
        <pc:chgData name="Mai Cao Van" userId="f7949ac2-728d-41dd-ad7e-3544eb396517" providerId="ADAL" clId="{9A112020-9413-486F-BA5D-75CDAEC9B132}" dt="2024-04-17T14:20:32.404" v="10" actId="47"/>
        <pc:sldMkLst>
          <pc:docMk/>
          <pc:sldMk cId="3237174173" sldId="415"/>
        </pc:sldMkLst>
      </pc:sldChg>
      <pc:sldChg chg="del">
        <pc:chgData name="Mai Cao Van" userId="f7949ac2-728d-41dd-ad7e-3544eb396517" providerId="ADAL" clId="{9A112020-9413-486F-BA5D-75CDAEC9B132}" dt="2024-04-17T14:20:32.404" v="10" actId="47"/>
        <pc:sldMkLst>
          <pc:docMk/>
          <pc:sldMk cId="3897491730" sldId="416"/>
        </pc:sldMkLst>
      </pc:sldChg>
      <pc:sldChg chg="del">
        <pc:chgData name="Mai Cao Van" userId="f7949ac2-728d-41dd-ad7e-3544eb396517" providerId="ADAL" clId="{9A112020-9413-486F-BA5D-75CDAEC9B132}" dt="2024-04-17T14:20:32.404" v="10" actId="47"/>
        <pc:sldMkLst>
          <pc:docMk/>
          <pc:sldMk cId="3494990954" sldId="417"/>
        </pc:sldMkLst>
      </pc:sldChg>
      <pc:sldChg chg="del">
        <pc:chgData name="Mai Cao Van" userId="f7949ac2-728d-41dd-ad7e-3544eb396517" providerId="ADAL" clId="{9A112020-9413-486F-BA5D-75CDAEC9B132}" dt="2024-04-17T14:20:32.404" v="10" actId="47"/>
        <pc:sldMkLst>
          <pc:docMk/>
          <pc:sldMk cId="999368100" sldId="418"/>
        </pc:sldMkLst>
      </pc:sldChg>
      <pc:sldChg chg="del">
        <pc:chgData name="Mai Cao Van" userId="f7949ac2-728d-41dd-ad7e-3544eb396517" providerId="ADAL" clId="{9A112020-9413-486F-BA5D-75CDAEC9B132}" dt="2024-04-17T14:20:32.404" v="10" actId="47"/>
        <pc:sldMkLst>
          <pc:docMk/>
          <pc:sldMk cId="915897664" sldId="419"/>
        </pc:sldMkLst>
      </pc:sldChg>
      <pc:sldChg chg="del">
        <pc:chgData name="Mai Cao Van" userId="f7949ac2-728d-41dd-ad7e-3544eb396517" providerId="ADAL" clId="{9A112020-9413-486F-BA5D-75CDAEC9B132}" dt="2024-04-17T14:20:32.404" v="10" actId="47"/>
        <pc:sldMkLst>
          <pc:docMk/>
          <pc:sldMk cId="2916007585" sldId="420"/>
        </pc:sldMkLst>
      </pc:sldChg>
      <pc:sldChg chg="del">
        <pc:chgData name="Mai Cao Van" userId="f7949ac2-728d-41dd-ad7e-3544eb396517" providerId="ADAL" clId="{9A112020-9413-486F-BA5D-75CDAEC9B132}" dt="2024-04-17T14:20:32.404" v="10" actId="47"/>
        <pc:sldMkLst>
          <pc:docMk/>
          <pc:sldMk cId="2662009085" sldId="422"/>
        </pc:sldMkLst>
      </pc:sldChg>
      <pc:sldChg chg="del">
        <pc:chgData name="Mai Cao Van" userId="f7949ac2-728d-41dd-ad7e-3544eb396517" providerId="ADAL" clId="{9A112020-9413-486F-BA5D-75CDAEC9B132}" dt="2024-04-17T14:20:32.404" v="10" actId="47"/>
        <pc:sldMkLst>
          <pc:docMk/>
          <pc:sldMk cId="4202492514" sldId="423"/>
        </pc:sldMkLst>
      </pc:sldChg>
      <pc:sldChg chg="del">
        <pc:chgData name="Mai Cao Van" userId="f7949ac2-728d-41dd-ad7e-3544eb396517" providerId="ADAL" clId="{9A112020-9413-486F-BA5D-75CDAEC9B132}" dt="2024-04-17T14:20:32.404" v="10" actId="47"/>
        <pc:sldMkLst>
          <pc:docMk/>
          <pc:sldMk cId="745303601" sldId="424"/>
        </pc:sldMkLst>
      </pc:sldChg>
      <pc:sldChg chg="del">
        <pc:chgData name="Mai Cao Van" userId="f7949ac2-728d-41dd-ad7e-3544eb396517" providerId="ADAL" clId="{9A112020-9413-486F-BA5D-75CDAEC9B132}" dt="2024-04-17T14:20:32.404" v="10" actId="47"/>
        <pc:sldMkLst>
          <pc:docMk/>
          <pc:sldMk cId="4072253741" sldId="425"/>
        </pc:sldMkLst>
      </pc:sldChg>
      <pc:sldChg chg="del">
        <pc:chgData name="Mai Cao Van" userId="f7949ac2-728d-41dd-ad7e-3544eb396517" providerId="ADAL" clId="{9A112020-9413-486F-BA5D-75CDAEC9B132}" dt="2024-04-17T14:20:32.404" v="10" actId="47"/>
        <pc:sldMkLst>
          <pc:docMk/>
          <pc:sldMk cId="1033780426" sldId="426"/>
        </pc:sldMkLst>
      </pc:sldChg>
      <pc:sldChg chg="del">
        <pc:chgData name="Mai Cao Van" userId="f7949ac2-728d-41dd-ad7e-3544eb396517" providerId="ADAL" clId="{9A112020-9413-486F-BA5D-75CDAEC9B132}" dt="2024-04-17T14:20:32.404" v="10" actId="47"/>
        <pc:sldMkLst>
          <pc:docMk/>
          <pc:sldMk cId="332503861" sldId="427"/>
        </pc:sldMkLst>
      </pc:sldChg>
      <pc:sldChg chg="del">
        <pc:chgData name="Mai Cao Van" userId="f7949ac2-728d-41dd-ad7e-3544eb396517" providerId="ADAL" clId="{9A112020-9413-486F-BA5D-75CDAEC9B132}" dt="2024-04-17T14:20:32.404" v="10" actId="47"/>
        <pc:sldMkLst>
          <pc:docMk/>
          <pc:sldMk cId="778228032" sldId="428"/>
        </pc:sldMkLst>
      </pc:sldChg>
      <pc:sldChg chg="del">
        <pc:chgData name="Mai Cao Van" userId="f7949ac2-728d-41dd-ad7e-3544eb396517" providerId="ADAL" clId="{9A112020-9413-486F-BA5D-75CDAEC9B132}" dt="2024-04-17T14:20:32.404" v="10" actId="47"/>
        <pc:sldMkLst>
          <pc:docMk/>
          <pc:sldMk cId="1621868727" sldId="429"/>
        </pc:sldMkLst>
      </pc:sldChg>
      <pc:sldChg chg="del">
        <pc:chgData name="Mai Cao Van" userId="f7949ac2-728d-41dd-ad7e-3544eb396517" providerId="ADAL" clId="{9A112020-9413-486F-BA5D-75CDAEC9B132}" dt="2024-04-17T14:20:32.404" v="10" actId="47"/>
        <pc:sldMkLst>
          <pc:docMk/>
          <pc:sldMk cId="1674550136" sldId="430"/>
        </pc:sldMkLst>
      </pc:sldChg>
      <pc:sldChg chg="del">
        <pc:chgData name="Mai Cao Van" userId="f7949ac2-728d-41dd-ad7e-3544eb396517" providerId="ADAL" clId="{9A112020-9413-486F-BA5D-75CDAEC9B132}" dt="2024-04-17T14:20:32.404" v="10" actId="47"/>
        <pc:sldMkLst>
          <pc:docMk/>
          <pc:sldMk cId="1578328790" sldId="431"/>
        </pc:sldMkLst>
      </pc:sldChg>
      <pc:sldChg chg="del">
        <pc:chgData name="Mai Cao Van" userId="f7949ac2-728d-41dd-ad7e-3544eb396517" providerId="ADAL" clId="{9A112020-9413-486F-BA5D-75CDAEC9B132}" dt="2024-04-17T14:20:32.404" v="10" actId="47"/>
        <pc:sldMkLst>
          <pc:docMk/>
          <pc:sldMk cId="3077041457" sldId="432"/>
        </pc:sldMkLst>
      </pc:sldChg>
      <pc:sldChg chg="del">
        <pc:chgData name="Mai Cao Van" userId="f7949ac2-728d-41dd-ad7e-3544eb396517" providerId="ADAL" clId="{9A112020-9413-486F-BA5D-75CDAEC9B132}" dt="2024-04-17T14:20:32.404" v="10" actId="47"/>
        <pc:sldMkLst>
          <pc:docMk/>
          <pc:sldMk cId="2721886896" sldId="433"/>
        </pc:sldMkLst>
      </pc:sldChg>
      <pc:sldChg chg="del">
        <pc:chgData name="Mai Cao Van" userId="f7949ac2-728d-41dd-ad7e-3544eb396517" providerId="ADAL" clId="{9A112020-9413-486F-BA5D-75CDAEC9B132}" dt="2024-04-17T14:20:32.404" v="10" actId="47"/>
        <pc:sldMkLst>
          <pc:docMk/>
          <pc:sldMk cId="1000060120" sldId="434"/>
        </pc:sldMkLst>
      </pc:sldChg>
      <pc:sldChg chg="del">
        <pc:chgData name="Mai Cao Van" userId="f7949ac2-728d-41dd-ad7e-3544eb396517" providerId="ADAL" clId="{9A112020-9413-486F-BA5D-75CDAEC9B132}" dt="2024-04-17T14:20:32.404" v="10" actId="47"/>
        <pc:sldMkLst>
          <pc:docMk/>
          <pc:sldMk cId="169364085" sldId="435"/>
        </pc:sldMkLst>
      </pc:sldChg>
      <pc:sldChg chg="del">
        <pc:chgData name="Mai Cao Van" userId="f7949ac2-728d-41dd-ad7e-3544eb396517" providerId="ADAL" clId="{9A112020-9413-486F-BA5D-75CDAEC9B132}" dt="2024-04-17T14:20:32.404" v="10" actId="47"/>
        <pc:sldMkLst>
          <pc:docMk/>
          <pc:sldMk cId="3562749593" sldId="436"/>
        </pc:sldMkLst>
      </pc:sldChg>
      <pc:sldChg chg="del">
        <pc:chgData name="Mai Cao Van" userId="f7949ac2-728d-41dd-ad7e-3544eb396517" providerId="ADAL" clId="{9A112020-9413-486F-BA5D-75CDAEC9B132}" dt="2024-04-17T14:20:32.404" v="10" actId="47"/>
        <pc:sldMkLst>
          <pc:docMk/>
          <pc:sldMk cId="3893443945" sldId="437"/>
        </pc:sldMkLst>
      </pc:sldChg>
      <pc:sldChg chg="del">
        <pc:chgData name="Mai Cao Van" userId="f7949ac2-728d-41dd-ad7e-3544eb396517" providerId="ADAL" clId="{9A112020-9413-486F-BA5D-75CDAEC9B132}" dt="2024-04-17T14:20:32.404" v="10" actId="47"/>
        <pc:sldMkLst>
          <pc:docMk/>
          <pc:sldMk cId="3935142140" sldId="438"/>
        </pc:sldMkLst>
      </pc:sldChg>
      <pc:sldChg chg="del">
        <pc:chgData name="Mai Cao Van" userId="f7949ac2-728d-41dd-ad7e-3544eb396517" providerId="ADAL" clId="{9A112020-9413-486F-BA5D-75CDAEC9B132}" dt="2024-04-17T14:20:32.404" v="10" actId="47"/>
        <pc:sldMkLst>
          <pc:docMk/>
          <pc:sldMk cId="1746830420" sldId="439"/>
        </pc:sldMkLst>
      </pc:sldChg>
      <pc:sldChg chg="del">
        <pc:chgData name="Mai Cao Van" userId="f7949ac2-728d-41dd-ad7e-3544eb396517" providerId="ADAL" clId="{9A112020-9413-486F-BA5D-75CDAEC9B132}" dt="2024-04-17T14:20:32.404" v="10" actId="47"/>
        <pc:sldMkLst>
          <pc:docMk/>
          <pc:sldMk cId="2158526831" sldId="440"/>
        </pc:sldMkLst>
      </pc:sldChg>
      <pc:sldChg chg="del">
        <pc:chgData name="Mai Cao Van" userId="f7949ac2-728d-41dd-ad7e-3544eb396517" providerId="ADAL" clId="{9A112020-9413-486F-BA5D-75CDAEC9B132}" dt="2024-04-17T14:20:32.404" v="10" actId="47"/>
        <pc:sldMkLst>
          <pc:docMk/>
          <pc:sldMk cId="86389077" sldId="441"/>
        </pc:sldMkLst>
      </pc:sldChg>
      <pc:sldChg chg="del">
        <pc:chgData name="Mai Cao Van" userId="f7949ac2-728d-41dd-ad7e-3544eb396517" providerId="ADAL" clId="{9A112020-9413-486F-BA5D-75CDAEC9B132}" dt="2024-04-17T14:20:32.404" v="10" actId="47"/>
        <pc:sldMkLst>
          <pc:docMk/>
          <pc:sldMk cId="3628909499" sldId="442"/>
        </pc:sldMkLst>
      </pc:sldChg>
      <pc:sldChg chg="del">
        <pc:chgData name="Mai Cao Van" userId="f7949ac2-728d-41dd-ad7e-3544eb396517" providerId="ADAL" clId="{9A112020-9413-486F-BA5D-75CDAEC9B132}" dt="2024-04-17T14:20:32.404" v="10" actId="47"/>
        <pc:sldMkLst>
          <pc:docMk/>
          <pc:sldMk cId="4255187822" sldId="443"/>
        </pc:sldMkLst>
      </pc:sldChg>
      <pc:sldChg chg="del">
        <pc:chgData name="Mai Cao Van" userId="f7949ac2-728d-41dd-ad7e-3544eb396517" providerId="ADAL" clId="{9A112020-9413-486F-BA5D-75CDAEC9B132}" dt="2024-04-17T14:20:32.404" v="10" actId="47"/>
        <pc:sldMkLst>
          <pc:docMk/>
          <pc:sldMk cId="1896909249" sldId="444"/>
        </pc:sldMkLst>
      </pc:sldChg>
      <pc:sldChg chg="del">
        <pc:chgData name="Mai Cao Van" userId="f7949ac2-728d-41dd-ad7e-3544eb396517" providerId="ADAL" clId="{9A112020-9413-486F-BA5D-75CDAEC9B132}" dt="2024-04-17T14:20:32.404" v="10" actId="47"/>
        <pc:sldMkLst>
          <pc:docMk/>
          <pc:sldMk cId="1057333704" sldId="445"/>
        </pc:sldMkLst>
      </pc:sldChg>
      <pc:sldChg chg="del">
        <pc:chgData name="Mai Cao Van" userId="f7949ac2-728d-41dd-ad7e-3544eb396517" providerId="ADAL" clId="{9A112020-9413-486F-BA5D-75CDAEC9B132}" dt="2024-04-17T14:20:32.404" v="10" actId="47"/>
        <pc:sldMkLst>
          <pc:docMk/>
          <pc:sldMk cId="3404045078" sldId="4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EAD9A4-3449-456F-BCB1-B37D2B162820}" type="datetimeFigureOut">
              <a:rPr lang="vi-VN" smtClean="0"/>
              <a:t>27/08/2025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4DB88-6E80-499D-ABB8-38FBF3AE1A25}" type="slidenum">
              <a:rPr lang="vi-VN" smtClean="0"/>
              <a:t>‹#›</a:t>
            </a:fld>
            <a:endParaRPr lang="vi-VN"/>
          </a:p>
        </p:txBody>
      </p:sp>
    </p:spTree>
    <p:extLst>
      <p:ext uri="{BB962C8B-B14F-4D97-AF65-F5344CB8AC3E}">
        <p14:creationId xmlns:p14="http://schemas.microsoft.com/office/powerpoint/2010/main" val="3884432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01871CC-0A5A-4983-867F-F63CAC6B553F}"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a:extLst>
              <a:ext uri="{FF2B5EF4-FFF2-40B4-BE49-F238E27FC236}">
                <a16:creationId xmlns:a16="http://schemas.microsoft.com/office/drawing/2014/main" id="{61B0B5C0-74F0-4EC6-A51D-11457A899FE7}"/>
              </a:ext>
            </a:extLst>
          </p:cNvPr>
          <p:cNvPicPr>
            <a:picLocks noChangeAspect="1"/>
          </p:cNvPicPr>
          <p:nvPr userDrawn="1"/>
        </p:nvPicPr>
        <p:blipFill>
          <a:blip r:embed="rId2"/>
          <a:stretch>
            <a:fillRect/>
          </a:stretch>
        </p:blipFill>
        <p:spPr>
          <a:xfrm>
            <a:off x="0" y="-11093"/>
            <a:ext cx="12192000" cy="6907648"/>
          </a:xfrm>
          <a:prstGeom prst="rect">
            <a:avLst/>
          </a:prstGeom>
        </p:spPr>
      </p:pic>
      <p:sp>
        <p:nvSpPr>
          <p:cNvPr id="10" name="Title 1">
            <a:extLst>
              <a:ext uri="{FF2B5EF4-FFF2-40B4-BE49-F238E27FC236}">
                <a16:creationId xmlns:a16="http://schemas.microsoft.com/office/drawing/2014/main" id="{91E02220-0385-4125-BDB5-59B8FEFF7654}"/>
              </a:ext>
            </a:extLst>
          </p:cNvPr>
          <p:cNvSpPr>
            <a:spLocks noGrp="1"/>
          </p:cNvSpPr>
          <p:nvPr>
            <p:ph type="title" hasCustomPrompt="1"/>
          </p:nvPr>
        </p:nvSpPr>
        <p:spPr>
          <a:xfrm>
            <a:off x="158932" y="3278144"/>
            <a:ext cx="10515600" cy="549274"/>
          </a:xfrm>
        </p:spPr>
        <p:txBody>
          <a:bodyPr/>
          <a:lstStyle>
            <a:lvl1pPr>
              <a:defRPr>
                <a:solidFill>
                  <a:schemeClr val="bg1"/>
                </a:solidFill>
              </a:defRPr>
            </a:lvl1pPr>
          </a:lstStyle>
          <a:p>
            <a:r>
              <a:rPr lang="en-US" dirty="0"/>
              <a:t>Chapter 1: </a:t>
            </a:r>
          </a:p>
        </p:txBody>
      </p:sp>
    </p:spTree>
    <p:extLst>
      <p:ext uri="{BB962C8B-B14F-4D97-AF65-F5344CB8AC3E}">
        <p14:creationId xmlns:p14="http://schemas.microsoft.com/office/powerpoint/2010/main" val="134330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17305"/>
            <a:ext cx="10515600" cy="549274"/>
          </a:xfrm>
        </p:spPr>
        <p:txBody>
          <a:bodyPr>
            <a:noAutofit/>
          </a:bodyPr>
          <a:lstStyle>
            <a:lvl1pPr>
              <a:defRPr sz="2800" b="1"/>
            </a:lvl1pPr>
          </a:lstStyle>
          <a:p>
            <a:r>
              <a:rPr lang="en-US" dirty="0"/>
              <a:t>Click to edit Master title style</a:t>
            </a:r>
          </a:p>
        </p:txBody>
      </p:sp>
      <p:sp>
        <p:nvSpPr>
          <p:cNvPr id="3" name="Content Placeholder 2"/>
          <p:cNvSpPr>
            <a:spLocks noGrp="1"/>
          </p:cNvSpPr>
          <p:nvPr>
            <p:ph idx="1"/>
          </p:nvPr>
        </p:nvSpPr>
        <p:spPr>
          <a:xfrm>
            <a:off x="838200" y="864303"/>
            <a:ext cx="10515600" cy="5312661"/>
          </a:xfrm>
        </p:spPr>
        <p:txBody>
          <a:bodyPr/>
          <a:lstStyle>
            <a:lvl1pPr>
              <a:defRPr sz="22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89A99EF-8D3C-452B-935C-C3A0B15262A2}"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pic>
        <p:nvPicPr>
          <p:cNvPr id="9" name="Picture 8" descr="A black background with text&#10;&#10;Description automatically generated">
            <a:extLst>
              <a:ext uri="{FF2B5EF4-FFF2-40B4-BE49-F238E27FC236}">
                <a16:creationId xmlns:a16="http://schemas.microsoft.com/office/drawing/2014/main" id="{6BF17E32-750A-6C62-EA62-509EF6C9FA3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10601" y="177123"/>
            <a:ext cx="2387692" cy="556277"/>
          </a:xfrm>
          <a:prstGeom prst="rect">
            <a:avLst/>
          </a:prstGeom>
        </p:spPr>
      </p:pic>
      <p:grpSp>
        <p:nvGrpSpPr>
          <p:cNvPr id="7" name="Group 6">
            <a:extLst>
              <a:ext uri="{FF2B5EF4-FFF2-40B4-BE49-F238E27FC236}">
                <a16:creationId xmlns:a16="http://schemas.microsoft.com/office/drawing/2014/main" id="{7E78CCE1-A7DE-F222-F3C0-FAB53CC3E40F}"/>
              </a:ext>
            </a:extLst>
          </p:cNvPr>
          <p:cNvGrpSpPr/>
          <p:nvPr userDrawn="1"/>
        </p:nvGrpSpPr>
        <p:grpSpPr>
          <a:xfrm>
            <a:off x="10566400" y="-5737"/>
            <a:ext cx="1625600" cy="1213792"/>
            <a:chOff x="7924800" y="-5737"/>
            <a:chExt cx="1219200" cy="1213792"/>
          </a:xfrm>
        </p:grpSpPr>
        <p:grpSp>
          <p:nvGrpSpPr>
            <p:cNvPr id="8" name="Group 7">
              <a:extLst>
                <a:ext uri="{FF2B5EF4-FFF2-40B4-BE49-F238E27FC236}">
                  <a16:creationId xmlns:a16="http://schemas.microsoft.com/office/drawing/2014/main" id="{EF9A6EB5-51CE-4781-B164-2A67653CBBD5}"/>
                </a:ext>
              </a:extLst>
            </p:cNvPr>
            <p:cNvGrpSpPr/>
            <p:nvPr userDrawn="1"/>
          </p:nvGrpSpPr>
          <p:grpSpPr>
            <a:xfrm rot="10800000">
              <a:off x="8737600" y="-5737"/>
              <a:ext cx="406400" cy="406400"/>
              <a:chOff x="4388744" y="4805680"/>
              <a:chExt cx="406400" cy="406400"/>
            </a:xfrm>
          </p:grpSpPr>
          <p:sp>
            <p:nvSpPr>
              <p:cNvPr id="27" name="Right Triangle 26">
                <a:extLst>
                  <a:ext uri="{FF2B5EF4-FFF2-40B4-BE49-F238E27FC236}">
                    <a16:creationId xmlns:a16="http://schemas.microsoft.com/office/drawing/2014/main" id="{104E3744-FC6E-D772-CB2C-94156FE16F5E}"/>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8" name="Right Triangle 27">
                <a:extLst>
                  <a:ext uri="{FF2B5EF4-FFF2-40B4-BE49-F238E27FC236}">
                    <a16:creationId xmlns:a16="http://schemas.microsoft.com/office/drawing/2014/main" id="{8E526613-AFFA-0BE7-1031-5FE07BE21465}"/>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0" name="Group 9">
              <a:extLst>
                <a:ext uri="{FF2B5EF4-FFF2-40B4-BE49-F238E27FC236}">
                  <a16:creationId xmlns:a16="http://schemas.microsoft.com/office/drawing/2014/main" id="{AFEF925B-CCED-3ED6-A724-D231382E7FAE}"/>
                </a:ext>
              </a:extLst>
            </p:cNvPr>
            <p:cNvGrpSpPr/>
            <p:nvPr userDrawn="1"/>
          </p:nvGrpSpPr>
          <p:grpSpPr>
            <a:xfrm rot="10800000">
              <a:off x="8737600" y="395255"/>
              <a:ext cx="406400" cy="406400"/>
              <a:chOff x="4388744" y="4805680"/>
              <a:chExt cx="406400" cy="406400"/>
            </a:xfrm>
          </p:grpSpPr>
          <p:sp>
            <p:nvSpPr>
              <p:cNvPr id="25" name="Right Triangle 24">
                <a:extLst>
                  <a:ext uri="{FF2B5EF4-FFF2-40B4-BE49-F238E27FC236}">
                    <a16:creationId xmlns:a16="http://schemas.microsoft.com/office/drawing/2014/main" id="{85BC3172-424A-A4E4-CB48-10AEBF5908B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Right Triangle 25">
                <a:extLst>
                  <a:ext uri="{FF2B5EF4-FFF2-40B4-BE49-F238E27FC236}">
                    <a16:creationId xmlns:a16="http://schemas.microsoft.com/office/drawing/2014/main" id="{314298E0-6DBD-FD83-9BE9-9C0888F45A6F}"/>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3" name="Group 12">
              <a:extLst>
                <a:ext uri="{FF2B5EF4-FFF2-40B4-BE49-F238E27FC236}">
                  <a16:creationId xmlns:a16="http://schemas.microsoft.com/office/drawing/2014/main" id="{B246E5D2-3503-0CA5-5F0A-EB3B0DF62742}"/>
                </a:ext>
              </a:extLst>
            </p:cNvPr>
            <p:cNvGrpSpPr/>
            <p:nvPr userDrawn="1"/>
          </p:nvGrpSpPr>
          <p:grpSpPr>
            <a:xfrm rot="10800000">
              <a:off x="8737600" y="801655"/>
              <a:ext cx="406400" cy="406400"/>
              <a:chOff x="4388744" y="4805680"/>
              <a:chExt cx="406400" cy="406400"/>
            </a:xfrm>
          </p:grpSpPr>
          <p:sp>
            <p:nvSpPr>
              <p:cNvPr id="23" name="Right Triangle 22">
                <a:extLst>
                  <a:ext uri="{FF2B5EF4-FFF2-40B4-BE49-F238E27FC236}">
                    <a16:creationId xmlns:a16="http://schemas.microsoft.com/office/drawing/2014/main" id="{91C97430-586C-1852-7B7E-CC8BD43C1F3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ight Triangle 23">
                <a:extLst>
                  <a:ext uri="{FF2B5EF4-FFF2-40B4-BE49-F238E27FC236}">
                    <a16:creationId xmlns:a16="http://schemas.microsoft.com/office/drawing/2014/main" id="{DE6DCA86-3931-B1AC-3F66-88107D63265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4" name="Group 13">
              <a:extLst>
                <a:ext uri="{FF2B5EF4-FFF2-40B4-BE49-F238E27FC236}">
                  <a16:creationId xmlns:a16="http://schemas.microsoft.com/office/drawing/2014/main" id="{820317D3-6B3D-2DF1-0986-9A0970332111}"/>
                </a:ext>
              </a:extLst>
            </p:cNvPr>
            <p:cNvGrpSpPr/>
            <p:nvPr userDrawn="1"/>
          </p:nvGrpSpPr>
          <p:grpSpPr>
            <a:xfrm rot="10800000">
              <a:off x="8331200" y="399790"/>
              <a:ext cx="406400" cy="406400"/>
              <a:chOff x="4388744" y="4805680"/>
              <a:chExt cx="406400" cy="406400"/>
            </a:xfrm>
          </p:grpSpPr>
          <p:sp>
            <p:nvSpPr>
              <p:cNvPr id="21" name="Right Triangle 20">
                <a:extLst>
                  <a:ext uri="{FF2B5EF4-FFF2-40B4-BE49-F238E27FC236}">
                    <a16:creationId xmlns:a16="http://schemas.microsoft.com/office/drawing/2014/main" id="{D7B18993-7C91-F71E-F1EB-8E1AD63B2C42}"/>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ight Triangle 21">
                <a:extLst>
                  <a:ext uri="{FF2B5EF4-FFF2-40B4-BE49-F238E27FC236}">
                    <a16:creationId xmlns:a16="http://schemas.microsoft.com/office/drawing/2014/main" id="{A1832769-9077-3069-4A71-C6696C21BC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5" name="Group 14">
              <a:extLst>
                <a:ext uri="{FF2B5EF4-FFF2-40B4-BE49-F238E27FC236}">
                  <a16:creationId xmlns:a16="http://schemas.microsoft.com/office/drawing/2014/main" id="{BFDE1C15-F987-A9D6-90C9-FCC16E16565E}"/>
                </a:ext>
              </a:extLst>
            </p:cNvPr>
            <p:cNvGrpSpPr/>
            <p:nvPr userDrawn="1"/>
          </p:nvGrpSpPr>
          <p:grpSpPr>
            <a:xfrm rot="10800000">
              <a:off x="8331200" y="-5737"/>
              <a:ext cx="406400" cy="406400"/>
              <a:chOff x="4388744" y="4805680"/>
              <a:chExt cx="406400" cy="406400"/>
            </a:xfrm>
          </p:grpSpPr>
          <p:sp>
            <p:nvSpPr>
              <p:cNvPr id="19" name="Right Triangle 18">
                <a:extLst>
                  <a:ext uri="{FF2B5EF4-FFF2-40B4-BE49-F238E27FC236}">
                    <a16:creationId xmlns:a16="http://schemas.microsoft.com/office/drawing/2014/main" id="{B3697819-6C2D-176B-5402-026EE5B6ADE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ight Triangle 19">
                <a:extLst>
                  <a:ext uri="{FF2B5EF4-FFF2-40B4-BE49-F238E27FC236}">
                    <a16:creationId xmlns:a16="http://schemas.microsoft.com/office/drawing/2014/main" id="{04B90D12-2C70-58C5-9D99-5E46BABC09A5}"/>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16" name="Group 15">
              <a:extLst>
                <a:ext uri="{FF2B5EF4-FFF2-40B4-BE49-F238E27FC236}">
                  <a16:creationId xmlns:a16="http://schemas.microsoft.com/office/drawing/2014/main" id="{46205393-F4AA-F4B4-AD11-0C74DE379B3D}"/>
                </a:ext>
              </a:extLst>
            </p:cNvPr>
            <p:cNvGrpSpPr/>
            <p:nvPr userDrawn="1"/>
          </p:nvGrpSpPr>
          <p:grpSpPr>
            <a:xfrm rot="10800000">
              <a:off x="7924800" y="0"/>
              <a:ext cx="406400" cy="406400"/>
              <a:chOff x="4388744" y="4805680"/>
              <a:chExt cx="406400" cy="406400"/>
            </a:xfrm>
          </p:grpSpPr>
          <p:sp>
            <p:nvSpPr>
              <p:cNvPr id="17" name="Right Triangle 16">
                <a:extLst>
                  <a:ext uri="{FF2B5EF4-FFF2-40B4-BE49-F238E27FC236}">
                    <a16:creationId xmlns:a16="http://schemas.microsoft.com/office/drawing/2014/main" id="{54406F37-F68C-A4C0-E0EF-7C3C6F4796B1}"/>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ight Triangle 17">
                <a:extLst>
                  <a:ext uri="{FF2B5EF4-FFF2-40B4-BE49-F238E27FC236}">
                    <a16:creationId xmlns:a16="http://schemas.microsoft.com/office/drawing/2014/main" id="{52350476-19B7-4C57-8D0B-4F30375646DF}"/>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grpSp>
        <p:nvGrpSpPr>
          <p:cNvPr id="29" name="Group 28">
            <a:extLst>
              <a:ext uri="{FF2B5EF4-FFF2-40B4-BE49-F238E27FC236}">
                <a16:creationId xmlns:a16="http://schemas.microsoft.com/office/drawing/2014/main" id="{DA4D367E-E1F8-341D-D917-08BD1F010572}"/>
              </a:ext>
            </a:extLst>
          </p:cNvPr>
          <p:cNvGrpSpPr/>
          <p:nvPr userDrawn="1"/>
        </p:nvGrpSpPr>
        <p:grpSpPr>
          <a:xfrm>
            <a:off x="0" y="5223817"/>
            <a:ext cx="2167467" cy="1627220"/>
            <a:chOff x="0" y="5223817"/>
            <a:chExt cx="1625600" cy="1627220"/>
          </a:xfrm>
        </p:grpSpPr>
        <p:grpSp>
          <p:nvGrpSpPr>
            <p:cNvPr id="30" name="Group 29">
              <a:extLst>
                <a:ext uri="{FF2B5EF4-FFF2-40B4-BE49-F238E27FC236}">
                  <a16:creationId xmlns:a16="http://schemas.microsoft.com/office/drawing/2014/main" id="{6C158FEA-DEF2-99FD-0979-F462D61695E2}"/>
                </a:ext>
              </a:extLst>
            </p:cNvPr>
            <p:cNvGrpSpPr/>
            <p:nvPr userDrawn="1"/>
          </p:nvGrpSpPr>
          <p:grpSpPr>
            <a:xfrm>
              <a:off x="0" y="6444637"/>
              <a:ext cx="406400" cy="406400"/>
              <a:chOff x="4388744" y="4805680"/>
              <a:chExt cx="406400" cy="406400"/>
            </a:xfrm>
          </p:grpSpPr>
          <p:sp>
            <p:nvSpPr>
              <p:cNvPr id="58" name="Right Triangle 57">
                <a:extLst>
                  <a:ext uri="{FF2B5EF4-FFF2-40B4-BE49-F238E27FC236}">
                    <a16:creationId xmlns:a16="http://schemas.microsoft.com/office/drawing/2014/main" id="{7C6D5D3D-3662-A526-17C5-BFD0909E8140}"/>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Right Triangle 58">
                <a:extLst>
                  <a:ext uri="{FF2B5EF4-FFF2-40B4-BE49-F238E27FC236}">
                    <a16:creationId xmlns:a16="http://schemas.microsoft.com/office/drawing/2014/main" id="{4B987422-BE46-3E2F-0AC8-24EBCC0299B0}"/>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1" name="Group 30">
              <a:extLst>
                <a:ext uri="{FF2B5EF4-FFF2-40B4-BE49-F238E27FC236}">
                  <a16:creationId xmlns:a16="http://schemas.microsoft.com/office/drawing/2014/main" id="{06989AF4-E961-10A8-F915-9DFEC26E085C}"/>
                </a:ext>
              </a:extLst>
            </p:cNvPr>
            <p:cNvGrpSpPr/>
            <p:nvPr userDrawn="1"/>
          </p:nvGrpSpPr>
          <p:grpSpPr>
            <a:xfrm>
              <a:off x="0" y="6036687"/>
              <a:ext cx="406400" cy="406400"/>
              <a:chOff x="4388744" y="4805680"/>
              <a:chExt cx="406400" cy="406400"/>
            </a:xfrm>
          </p:grpSpPr>
          <p:sp>
            <p:nvSpPr>
              <p:cNvPr id="56" name="Right Triangle 55">
                <a:extLst>
                  <a:ext uri="{FF2B5EF4-FFF2-40B4-BE49-F238E27FC236}">
                    <a16:creationId xmlns:a16="http://schemas.microsoft.com/office/drawing/2014/main" id="{C7394C07-0ADF-EEDA-30DD-D0A5219FD07E}"/>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Right Triangle 56">
                <a:extLst>
                  <a:ext uri="{FF2B5EF4-FFF2-40B4-BE49-F238E27FC236}">
                    <a16:creationId xmlns:a16="http://schemas.microsoft.com/office/drawing/2014/main" id="{4D6B85FB-6BC6-0DA1-393E-DDC30EFB0268}"/>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2" name="Group 31">
              <a:extLst>
                <a:ext uri="{FF2B5EF4-FFF2-40B4-BE49-F238E27FC236}">
                  <a16:creationId xmlns:a16="http://schemas.microsoft.com/office/drawing/2014/main" id="{3246BD03-559E-886D-81AC-DBFB87CADBF9}"/>
                </a:ext>
              </a:extLst>
            </p:cNvPr>
            <p:cNvGrpSpPr/>
            <p:nvPr userDrawn="1"/>
          </p:nvGrpSpPr>
          <p:grpSpPr>
            <a:xfrm>
              <a:off x="0" y="5627513"/>
              <a:ext cx="406400" cy="406400"/>
              <a:chOff x="4388744" y="4805680"/>
              <a:chExt cx="406400" cy="406400"/>
            </a:xfrm>
          </p:grpSpPr>
          <p:sp>
            <p:nvSpPr>
              <p:cNvPr id="54" name="Right Triangle 53">
                <a:extLst>
                  <a:ext uri="{FF2B5EF4-FFF2-40B4-BE49-F238E27FC236}">
                    <a16:creationId xmlns:a16="http://schemas.microsoft.com/office/drawing/2014/main" id="{64AB5756-BD28-6111-AFC2-C064394697AA}"/>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Right Triangle 54">
                <a:extLst>
                  <a:ext uri="{FF2B5EF4-FFF2-40B4-BE49-F238E27FC236}">
                    <a16:creationId xmlns:a16="http://schemas.microsoft.com/office/drawing/2014/main" id="{CCF3BB32-E016-3C59-3296-4EA5666D2CA8}"/>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3" name="Group 32">
              <a:extLst>
                <a:ext uri="{FF2B5EF4-FFF2-40B4-BE49-F238E27FC236}">
                  <a16:creationId xmlns:a16="http://schemas.microsoft.com/office/drawing/2014/main" id="{128B65E6-9A0C-F7BE-BC2D-BDD3DD7B8218}"/>
                </a:ext>
              </a:extLst>
            </p:cNvPr>
            <p:cNvGrpSpPr/>
            <p:nvPr userDrawn="1"/>
          </p:nvGrpSpPr>
          <p:grpSpPr>
            <a:xfrm>
              <a:off x="406400" y="6039110"/>
              <a:ext cx="406400" cy="406400"/>
              <a:chOff x="4388744" y="4805680"/>
              <a:chExt cx="406400" cy="406400"/>
            </a:xfrm>
          </p:grpSpPr>
          <p:sp>
            <p:nvSpPr>
              <p:cNvPr id="52" name="Right Triangle 51">
                <a:extLst>
                  <a:ext uri="{FF2B5EF4-FFF2-40B4-BE49-F238E27FC236}">
                    <a16:creationId xmlns:a16="http://schemas.microsoft.com/office/drawing/2014/main" id="{8C6B3CA5-8D03-6992-787E-9636C5AE54D9}"/>
                  </a:ext>
                </a:extLst>
              </p:cNvPr>
              <p:cNvSpPr/>
              <p:nvPr userDrawn="1"/>
            </p:nvSpPr>
            <p:spPr>
              <a:xfrm>
                <a:off x="4388744" y="4805680"/>
                <a:ext cx="406400" cy="406400"/>
              </a:xfrm>
              <a:prstGeom prst="rtTriangle">
                <a:avLst/>
              </a:prstGeom>
              <a:solidFill>
                <a:srgbClr val="0DB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01491534-CB37-A450-3A13-CF46EEAB6A5F}"/>
                  </a:ext>
                </a:extLst>
              </p:cNvPr>
              <p:cNvSpPr/>
              <p:nvPr userDrawn="1"/>
            </p:nvSpPr>
            <p:spPr>
              <a:xfrm rot="10800000">
                <a:off x="4388744" y="4805680"/>
                <a:ext cx="406400" cy="406400"/>
              </a:xfrm>
              <a:prstGeom prst="rtTriangle">
                <a:avLst/>
              </a:prstGeom>
              <a:solidFill>
                <a:srgbClr val="0DB04B">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4" name="Group 33">
              <a:extLst>
                <a:ext uri="{FF2B5EF4-FFF2-40B4-BE49-F238E27FC236}">
                  <a16:creationId xmlns:a16="http://schemas.microsoft.com/office/drawing/2014/main" id="{6116C4A8-5AE4-E1A8-6E48-4A1C5234432D}"/>
                </a:ext>
              </a:extLst>
            </p:cNvPr>
            <p:cNvGrpSpPr/>
            <p:nvPr userDrawn="1"/>
          </p:nvGrpSpPr>
          <p:grpSpPr>
            <a:xfrm>
              <a:off x="406400" y="6444637"/>
              <a:ext cx="406400" cy="406400"/>
              <a:chOff x="4388744" y="4805680"/>
              <a:chExt cx="406400" cy="406400"/>
            </a:xfrm>
          </p:grpSpPr>
          <p:sp>
            <p:nvSpPr>
              <p:cNvPr id="50" name="Right Triangle 49">
                <a:extLst>
                  <a:ext uri="{FF2B5EF4-FFF2-40B4-BE49-F238E27FC236}">
                    <a16:creationId xmlns:a16="http://schemas.microsoft.com/office/drawing/2014/main" id="{032EDF53-67B9-900C-C2F0-BBC97BA72643}"/>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Right Triangle 50">
                <a:extLst>
                  <a:ext uri="{FF2B5EF4-FFF2-40B4-BE49-F238E27FC236}">
                    <a16:creationId xmlns:a16="http://schemas.microsoft.com/office/drawing/2014/main" id="{4860B01E-AAAF-1DB6-003C-7E22ADC21D9A}"/>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5" name="Group 34">
              <a:extLst>
                <a:ext uri="{FF2B5EF4-FFF2-40B4-BE49-F238E27FC236}">
                  <a16:creationId xmlns:a16="http://schemas.microsoft.com/office/drawing/2014/main" id="{E337ABB6-45A0-FED1-0AAC-59A550733ECA}"/>
                </a:ext>
              </a:extLst>
            </p:cNvPr>
            <p:cNvGrpSpPr/>
            <p:nvPr userDrawn="1"/>
          </p:nvGrpSpPr>
          <p:grpSpPr>
            <a:xfrm>
              <a:off x="812800" y="6438900"/>
              <a:ext cx="406400" cy="406400"/>
              <a:chOff x="4388744" y="4805680"/>
              <a:chExt cx="406400" cy="406400"/>
            </a:xfrm>
          </p:grpSpPr>
          <p:sp>
            <p:nvSpPr>
              <p:cNvPr id="48" name="Right Triangle 47">
                <a:extLst>
                  <a:ext uri="{FF2B5EF4-FFF2-40B4-BE49-F238E27FC236}">
                    <a16:creationId xmlns:a16="http://schemas.microsoft.com/office/drawing/2014/main" id="{51E62297-F581-4EDA-971E-CF6196E49344}"/>
                  </a:ext>
                </a:extLst>
              </p:cNvPr>
              <p:cNvSpPr/>
              <p:nvPr userDrawn="1"/>
            </p:nvSpPr>
            <p:spPr>
              <a:xfrm>
                <a:off x="4388744" y="4805680"/>
                <a:ext cx="406400" cy="406400"/>
              </a:xfrm>
              <a:prstGeom prst="rtTriangle">
                <a:avLst/>
              </a:prstGeom>
              <a:solidFill>
                <a:srgbClr val="0066B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9" name="Right Triangle 48">
                <a:extLst>
                  <a:ext uri="{FF2B5EF4-FFF2-40B4-BE49-F238E27FC236}">
                    <a16:creationId xmlns:a16="http://schemas.microsoft.com/office/drawing/2014/main" id="{037A4B95-4C76-3379-FE66-7604FC49E7DB}"/>
                  </a:ext>
                </a:extLst>
              </p:cNvPr>
              <p:cNvSpPr/>
              <p:nvPr userDrawn="1"/>
            </p:nvSpPr>
            <p:spPr>
              <a:xfrm rot="10800000">
                <a:off x="4388744" y="4805680"/>
                <a:ext cx="406400" cy="406400"/>
              </a:xfrm>
              <a:prstGeom prst="rtTriangle">
                <a:avLst/>
              </a:prstGeom>
              <a:solidFill>
                <a:srgbClr val="0066B2">
                  <a:alpha val="6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6" name="Group 35">
              <a:extLst>
                <a:ext uri="{FF2B5EF4-FFF2-40B4-BE49-F238E27FC236}">
                  <a16:creationId xmlns:a16="http://schemas.microsoft.com/office/drawing/2014/main" id="{EB20C747-7466-D5D7-568D-2A3BFAFCDBFB}"/>
                </a:ext>
              </a:extLst>
            </p:cNvPr>
            <p:cNvGrpSpPr/>
            <p:nvPr userDrawn="1"/>
          </p:nvGrpSpPr>
          <p:grpSpPr>
            <a:xfrm>
              <a:off x="0" y="5223817"/>
              <a:ext cx="406400" cy="406400"/>
              <a:chOff x="4388744" y="4805680"/>
              <a:chExt cx="406400" cy="406400"/>
            </a:xfrm>
          </p:grpSpPr>
          <p:sp>
            <p:nvSpPr>
              <p:cNvPr id="46" name="Right Triangle 45">
                <a:extLst>
                  <a:ext uri="{FF2B5EF4-FFF2-40B4-BE49-F238E27FC236}">
                    <a16:creationId xmlns:a16="http://schemas.microsoft.com/office/drawing/2014/main" id="{DB35D46E-FCF1-09E4-645B-AE13B4E0622F}"/>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Right Triangle 46">
                <a:extLst>
                  <a:ext uri="{FF2B5EF4-FFF2-40B4-BE49-F238E27FC236}">
                    <a16:creationId xmlns:a16="http://schemas.microsoft.com/office/drawing/2014/main" id="{B49A6AD1-D826-C7CB-D1D8-20588CC9E0D1}"/>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Group 36">
              <a:extLst>
                <a:ext uri="{FF2B5EF4-FFF2-40B4-BE49-F238E27FC236}">
                  <a16:creationId xmlns:a16="http://schemas.microsoft.com/office/drawing/2014/main" id="{5D65BDAA-B74A-ED26-EBA5-74251871D610}"/>
                </a:ext>
              </a:extLst>
            </p:cNvPr>
            <p:cNvGrpSpPr/>
            <p:nvPr userDrawn="1"/>
          </p:nvGrpSpPr>
          <p:grpSpPr>
            <a:xfrm>
              <a:off x="406400" y="5634752"/>
              <a:ext cx="406400" cy="406400"/>
              <a:chOff x="4388744" y="4805680"/>
              <a:chExt cx="406400" cy="406400"/>
            </a:xfrm>
          </p:grpSpPr>
          <p:sp>
            <p:nvSpPr>
              <p:cNvPr id="44" name="Right Triangle 43">
                <a:extLst>
                  <a:ext uri="{FF2B5EF4-FFF2-40B4-BE49-F238E27FC236}">
                    <a16:creationId xmlns:a16="http://schemas.microsoft.com/office/drawing/2014/main" id="{DFBD8121-710E-1D40-00C8-2B5565B6AD50}"/>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Right Triangle 44">
                <a:extLst>
                  <a:ext uri="{FF2B5EF4-FFF2-40B4-BE49-F238E27FC236}">
                    <a16:creationId xmlns:a16="http://schemas.microsoft.com/office/drawing/2014/main" id="{1A9F5181-C41C-5F10-DD79-042329A130E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8" name="Group 37">
              <a:extLst>
                <a:ext uri="{FF2B5EF4-FFF2-40B4-BE49-F238E27FC236}">
                  <a16:creationId xmlns:a16="http://schemas.microsoft.com/office/drawing/2014/main" id="{DB5BA187-B815-DCCA-A175-F6AB12C44120}"/>
                </a:ext>
              </a:extLst>
            </p:cNvPr>
            <p:cNvGrpSpPr/>
            <p:nvPr userDrawn="1"/>
          </p:nvGrpSpPr>
          <p:grpSpPr>
            <a:xfrm>
              <a:off x="795664" y="6038237"/>
              <a:ext cx="406400" cy="406400"/>
              <a:chOff x="4388744" y="4805680"/>
              <a:chExt cx="406400" cy="406400"/>
            </a:xfrm>
          </p:grpSpPr>
          <p:sp>
            <p:nvSpPr>
              <p:cNvPr id="42" name="Right Triangle 41">
                <a:extLst>
                  <a:ext uri="{FF2B5EF4-FFF2-40B4-BE49-F238E27FC236}">
                    <a16:creationId xmlns:a16="http://schemas.microsoft.com/office/drawing/2014/main" id="{6BE3AD03-0CF2-35C6-CC4D-76C769359E09}"/>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Right Triangle 42">
                <a:extLst>
                  <a:ext uri="{FF2B5EF4-FFF2-40B4-BE49-F238E27FC236}">
                    <a16:creationId xmlns:a16="http://schemas.microsoft.com/office/drawing/2014/main" id="{E5C70DCE-2D30-1D7B-37FF-8E01E3974699}"/>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9" name="Group 38">
              <a:extLst>
                <a:ext uri="{FF2B5EF4-FFF2-40B4-BE49-F238E27FC236}">
                  <a16:creationId xmlns:a16="http://schemas.microsoft.com/office/drawing/2014/main" id="{89EC07A9-39B6-2A62-45F8-D31E81902E36}"/>
                </a:ext>
              </a:extLst>
            </p:cNvPr>
            <p:cNvGrpSpPr/>
            <p:nvPr userDrawn="1"/>
          </p:nvGrpSpPr>
          <p:grpSpPr>
            <a:xfrm>
              <a:off x="1219200" y="6433833"/>
              <a:ext cx="406400" cy="406400"/>
              <a:chOff x="4388744" y="4805680"/>
              <a:chExt cx="406400" cy="406400"/>
            </a:xfrm>
          </p:grpSpPr>
          <p:sp>
            <p:nvSpPr>
              <p:cNvPr id="40" name="Right Triangle 39">
                <a:extLst>
                  <a:ext uri="{FF2B5EF4-FFF2-40B4-BE49-F238E27FC236}">
                    <a16:creationId xmlns:a16="http://schemas.microsoft.com/office/drawing/2014/main" id="{13D4CC00-97A2-F50D-DF0C-7CCE44AE3948}"/>
                  </a:ext>
                </a:extLst>
              </p:cNvPr>
              <p:cNvSpPr/>
              <p:nvPr userDrawn="1"/>
            </p:nvSpPr>
            <p:spPr>
              <a:xfrm>
                <a:off x="4388744" y="4805680"/>
                <a:ext cx="406400" cy="406400"/>
              </a:xfrm>
              <a:prstGeom prst="rtTriangle">
                <a:avLst/>
              </a:prstGeom>
              <a:solidFill>
                <a:srgbClr val="F26F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Right Triangle 40">
                <a:extLst>
                  <a:ext uri="{FF2B5EF4-FFF2-40B4-BE49-F238E27FC236}">
                    <a16:creationId xmlns:a16="http://schemas.microsoft.com/office/drawing/2014/main" id="{B251A9F0-2DBC-52AA-438D-2222805A9A96}"/>
                  </a:ext>
                </a:extLst>
              </p:cNvPr>
              <p:cNvSpPr/>
              <p:nvPr userDrawn="1"/>
            </p:nvSpPr>
            <p:spPr>
              <a:xfrm rot="10800000">
                <a:off x="4388744" y="4805680"/>
                <a:ext cx="406400" cy="406400"/>
              </a:xfrm>
              <a:prstGeom prst="rtTriangle">
                <a:avLst/>
              </a:prstGeom>
              <a:solidFill>
                <a:srgbClr val="F26F21">
                  <a:alpha val="4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60" name="Rectangle 59">
            <a:extLst>
              <a:ext uri="{FF2B5EF4-FFF2-40B4-BE49-F238E27FC236}">
                <a16:creationId xmlns:a16="http://schemas.microsoft.com/office/drawing/2014/main" id="{F96A4DE9-D7F0-3ED7-4C5A-62CC32974557}"/>
              </a:ext>
            </a:extLst>
          </p:cNvPr>
          <p:cNvSpPr/>
          <p:nvPr userDrawn="1"/>
        </p:nvSpPr>
        <p:spPr>
          <a:xfrm>
            <a:off x="838200" y="773819"/>
            <a:ext cx="10244667" cy="76054"/>
          </a:xfrm>
          <a:prstGeom prst="rect">
            <a:avLst/>
          </a:prstGeom>
          <a:gradFill flip="none" rotWithShape="1">
            <a:gsLst>
              <a:gs pos="0">
                <a:schemeClr val="accent3">
                  <a:lumMod val="40000"/>
                  <a:lumOff val="60000"/>
                </a:schemeClr>
              </a:gs>
              <a:gs pos="100000">
                <a:schemeClr val="accent3">
                  <a:lumMod val="60000"/>
                </a:schemeClr>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61" name="Picture 60">
            <a:extLst>
              <a:ext uri="{FF2B5EF4-FFF2-40B4-BE49-F238E27FC236}">
                <a16:creationId xmlns:a16="http://schemas.microsoft.com/office/drawing/2014/main" id="{1D40F12B-C8B7-47FD-9A66-8C604B484DC3}"/>
              </a:ext>
            </a:extLst>
          </p:cNvPr>
          <p:cNvPicPr>
            <a:picLocks noChangeAspect="1"/>
          </p:cNvPicPr>
          <p:nvPr userDrawn="1"/>
        </p:nvPicPr>
        <p:blipFill>
          <a:blip r:embed="rId3"/>
          <a:stretch>
            <a:fillRect/>
          </a:stretch>
        </p:blipFill>
        <p:spPr>
          <a:xfrm rot="16200000">
            <a:off x="-2349455" y="2334255"/>
            <a:ext cx="5240782" cy="541869"/>
          </a:xfrm>
          <a:prstGeom prst="rect">
            <a:avLst/>
          </a:prstGeom>
        </p:spPr>
      </p:pic>
    </p:spTree>
    <p:extLst>
      <p:ext uri="{BB962C8B-B14F-4D97-AF65-F5344CB8AC3E}">
        <p14:creationId xmlns:p14="http://schemas.microsoft.com/office/powerpoint/2010/main" val="3183705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361F7E-FD57-456B-9E1D-D84D10372E3A}"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280117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E75618-61FB-4D94-96B8-BAD5A8A7457A}"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799743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CF10F2-F3BF-4562-89DD-2B10CBD3EE05}" type="datetime1">
              <a:rPr lang="vi-VN" smtClean="0"/>
              <a:t>27/08/2025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320883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FFDAE0-EA4F-42A1-B148-AD9AC22A56DF}" type="datetime1">
              <a:rPr lang="vi-VN" smtClean="0"/>
              <a:t>27/08/2025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69237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67A0B-B56F-4F52-BBCA-98B3D074167B}" type="datetime1">
              <a:rPr lang="vi-VN" smtClean="0"/>
              <a:t>27/08/2025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8613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B3DE86-437B-42AF-8A10-BA5649300010}"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1097486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BCE396-3CB5-4BA0-A842-49E646427416}" type="datetime1">
              <a:rPr lang="vi-VN" smtClean="0"/>
              <a:t>27/08/2025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247578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B99CBF-0E0B-4833-8FCB-2A6D36E2DE7D}"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372644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B81296-5D61-485A-8F80-0E9D6FAC6189}" type="datetime1">
              <a:rPr lang="vi-VN" smtClean="0"/>
              <a:t>27/08/2025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44A9409-5B7A-4A68-9AEC-D10994391474}" type="slidenum">
              <a:rPr lang="vi-VN" smtClean="0"/>
              <a:t>‹#›</a:t>
            </a:fld>
            <a:endParaRPr lang="vi-VN"/>
          </a:p>
        </p:txBody>
      </p:sp>
    </p:spTree>
    <p:extLst>
      <p:ext uri="{BB962C8B-B14F-4D97-AF65-F5344CB8AC3E}">
        <p14:creationId xmlns:p14="http://schemas.microsoft.com/office/powerpoint/2010/main" val="234662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54927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985421"/>
            <a:ext cx="10515600" cy="51915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2245E8-9FF8-49CD-8CA9-21B3335B7E4A}" type="datetime1">
              <a:rPr lang="vi-VN" smtClean="0"/>
              <a:t>27/08/2025</a:t>
            </a:fld>
            <a:endParaRPr lang="vi-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4A9409-5B7A-4A68-9AEC-D10994391474}" type="slidenum">
              <a:rPr lang="vi-VN" smtClean="0"/>
              <a:t>‹#›</a:t>
            </a:fld>
            <a:endParaRPr lang="vi-VN"/>
          </a:p>
        </p:txBody>
      </p:sp>
    </p:spTree>
    <p:extLst>
      <p:ext uri="{BB962C8B-B14F-4D97-AF65-F5344CB8AC3E}">
        <p14:creationId xmlns:p14="http://schemas.microsoft.com/office/powerpoint/2010/main" val="1650758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3735-88FE-51EE-7EA1-A930D1D9D4F9}"/>
              </a:ext>
            </a:extLst>
          </p:cNvPr>
          <p:cNvSpPr>
            <a:spLocks noGrp="1"/>
          </p:cNvSpPr>
          <p:nvPr>
            <p:ph type="ctrTitle"/>
          </p:nvPr>
        </p:nvSpPr>
        <p:spPr>
          <a:xfrm>
            <a:off x="848140" y="1"/>
            <a:ext cx="4797286" cy="5274365"/>
          </a:xfrm>
        </p:spPr>
        <p:txBody>
          <a:bodyPr>
            <a:normAutofit/>
          </a:bodyPr>
          <a:lstStyle/>
          <a:p>
            <a:pPr algn="l"/>
            <a:r>
              <a:rPr lang="en-US" b="1" dirty="0"/>
              <a:t>Chapter 4: Boolean Algebra and Logic Simplification</a:t>
            </a:r>
            <a:br>
              <a:rPr lang="en-US" b="1" dirty="0"/>
            </a:br>
            <a:endParaRPr lang="vi-VN" b="1" dirty="0"/>
          </a:p>
        </p:txBody>
      </p:sp>
      <p:sp>
        <p:nvSpPr>
          <p:cNvPr id="3" name="Slide Number Placeholder 2">
            <a:extLst>
              <a:ext uri="{FF2B5EF4-FFF2-40B4-BE49-F238E27FC236}">
                <a16:creationId xmlns:a16="http://schemas.microsoft.com/office/drawing/2014/main" id="{FD31127D-97D4-0200-8E17-A46606337B08}"/>
              </a:ext>
            </a:extLst>
          </p:cNvPr>
          <p:cNvSpPr>
            <a:spLocks noGrp="1"/>
          </p:cNvSpPr>
          <p:nvPr>
            <p:ph type="sldNum" sz="quarter" idx="12"/>
          </p:nvPr>
        </p:nvSpPr>
        <p:spPr/>
        <p:txBody>
          <a:bodyPr/>
          <a:lstStyle/>
          <a:p>
            <a:fld id="{644A9409-5B7A-4A68-9AEC-D10994391474}" type="slidenum">
              <a:rPr lang="vi-VN" smtClean="0"/>
              <a:t>1</a:t>
            </a:fld>
            <a:endParaRPr lang="vi-VN"/>
          </a:p>
        </p:txBody>
      </p:sp>
    </p:spTree>
    <p:extLst>
      <p:ext uri="{BB962C8B-B14F-4D97-AF65-F5344CB8AC3E}">
        <p14:creationId xmlns:p14="http://schemas.microsoft.com/office/powerpoint/2010/main" val="319032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838200" y="217305"/>
            <a:ext cx="9201150" cy="549274"/>
          </a:xfrm>
        </p:spPr>
        <p:txBody>
          <a:bodyPr/>
          <a:lstStyle/>
          <a:p>
            <a:pPr lvl="0"/>
            <a:r>
              <a:rPr lang="en-US" dirty="0">
                <a:solidFill>
                  <a:srgbClr val="FF0000"/>
                </a:solidFill>
              </a:rPr>
              <a:t>Chapter Objectives</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838200" y="1037230"/>
            <a:ext cx="11181522" cy="5501684"/>
          </a:xfrm>
        </p:spPr>
        <p:txBody>
          <a:bodyPr>
            <a:noAutofit/>
          </a:bodyPr>
          <a:lstStyle/>
          <a:p>
            <a:pPr marL="0" indent="0" algn="just">
              <a:spcBef>
                <a:spcPts val="0"/>
              </a:spcBef>
              <a:spcAft>
                <a:spcPts val="1800"/>
              </a:spcAft>
              <a:buNone/>
            </a:pPr>
            <a:r>
              <a:rPr lang="en-US" sz="2400" b="1" i="1" dirty="0">
                <a:solidFill>
                  <a:schemeClr val="tx2">
                    <a:lumMod val="50000"/>
                    <a:lumOff val="50000"/>
                  </a:schemeClr>
                </a:solidFill>
                <a:latin typeface="Aptos (Body)"/>
              </a:rPr>
              <a:t>After studying this chapter, students should be able to:</a:t>
            </a:r>
          </a:p>
          <a:p>
            <a:pPr marL="0" marR="0"/>
            <a:r>
              <a:rPr lang="en-US" dirty="0">
                <a:effectLst/>
                <a:latin typeface="Aptos (Body)"/>
                <a:ea typeface="Times New Roman" panose="02020603050405020304" pitchFamily="18" charset="0"/>
              </a:rPr>
              <a:t>Apply the </a:t>
            </a:r>
            <a:r>
              <a:rPr lang="en-US" b="1" dirty="0">
                <a:effectLst/>
                <a:latin typeface="Aptos (Body)"/>
                <a:ea typeface="Times New Roman" panose="02020603050405020304" pitchFamily="18" charset="0"/>
              </a:rPr>
              <a:t>laws, rules, and </a:t>
            </a:r>
            <a:r>
              <a:rPr lang="en-US" b="1" dirty="0" err="1">
                <a:effectLst/>
                <a:latin typeface="Aptos (Body)"/>
                <a:ea typeface="Times New Roman" panose="02020603050405020304" pitchFamily="18" charset="0"/>
              </a:rPr>
              <a:t>DeMorgan’s</a:t>
            </a:r>
            <a:r>
              <a:rPr lang="en-US" b="1" dirty="0">
                <a:effectLst/>
                <a:latin typeface="Aptos (Body)"/>
                <a:ea typeface="Times New Roman" panose="02020603050405020304" pitchFamily="18" charset="0"/>
              </a:rPr>
              <a:t> theorems</a:t>
            </a:r>
            <a:r>
              <a:rPr lang="en-US" dirty="0">
                <a:effectLst/>
                <a:latin typeface="Aptos (Body)"/>
                <a:ea typeface="Times New Roman" panose="02020603050405020304" pitchFamily="18" charset="0"/>
              </a:rPr>
              <a:t> to simplify and evaluate Boolean expressions.</a:t>
            </a:r>
          </a:p>
          <a:p>
            <a:pPr marL="0" marR="0"/>
            <a:r>
              <a:rPr lang="en-US" dirty="0">
                <a:effectLst/>
                <a:latin typeface="Aptos (Body)"/>
                <a:ea typeface="Times New Roman" panose="02020603050405020304" pitchFamily="18" charset="0"/>
              </a:rPr>
              <a:t>Convert Boolean expressions into </a:t>
            </a:r>
            <a:r>
              <a:rPr lang="en-US" b="1" dirty="0">
                <a:effectLst/>
                <a:latin typeface="Aptos (Body)"/>
                <a:ea typeface="Times New Roman" panose="02020603050405020304" pitchFamily="18" charset="0"/>
              </a:rPr>
              <a:t>SOP (sum-of-products)</a:t>
            </a:r>
            <a:r>
              <a:rPr lang="en-US" dirty="0">
                <a:effectLst/>
                <a:latin typeface="Aptos (Body)"/>
                <a:ea typeface="Times New Roman" panose="02020603050405020304" pitchFamily="18" charset="0"/>
              </a:rPr>
              <a:t> and </a:t>
            </a:r>
            <a:r>
              <a:rPr lang="en-US" b="1" dirty="0">
                <a:effectLst/>
                <a:latin typeface="Aptos (Body)"/>
                <a:ea typeface="Times New Roman" panose="02020603050405020304" pitchFamily="18" charset="0"/>
              </a:rPr>
              <a:t>POS (product-of-sums)</a:t>
            </a:r>
            <a:r>
              <a:rPr lang="en-US" dirty="0">
                <a:effectLst/>
                <a:latin typeface="Aptos (Body)"/>
                <a:ea typeface="Times New Roman" panose="02020603050405020304" pitchFamily="18" charset="0"/>
              </a:rPr>
              <a:t> forms.</a:t>
            </a:r>
          </a:p>
          <a:p>
            <a:pPr marL="0" marR="0"/>
            <a:r>
              <a:rPr lang="en-US" dirty="0">
                <a:effectLst/>
                <a:latin typeface="Aptos (Body)"/>
                <a:ea typeface="Times New Roman" panose="02020603050405020304" pitchFamily="18" charset="0"/>
              </a:rPr>
              <a:t>Use </a:t>
            </a:r>
            <a:r>
              <a:rPr lang="en-US" b="1" dirty="0">
                <a:effectLst/>
                <a:latin typeface="Aptos (Body)"/>
                <a:ea typeface="Times New Roman" panose="02020603050405020304" pitchFamily="18" charset="0"/>
              </a:rPr>
              <a:t>truth tables</a:t>
            </a:r>
            <a:r>
              <a:rPr lang="en-US" dirty="0">
                <a:effectLst/>
                <a:latin typeface="Aptos (Body)"/>
                <a:ea typeface="Times New Roman" panose="02020603050405020304" pitchFamily="18" charset="0"/>
              </a:rPr>
              <a:t> and </a:t>
            </a:r>
            <a:r>
              <a:rPr lang="en-US" b="1" dirty="0">
                <a:effectLst/>
                <a:latin typeface="Aptos (Body)"/>
                <a:ea typeface="Times New Roman" panose="02020603050405020304" pitchFamily="18" charset="0"/>
              </a:rPr>
              <a:t>Karnaugh maps</a:t>
            </a:r>
            <a:r>
              <a:rPr lang="en-US" dirty="0">
                <a:effectLst/>
                <a:latin typeface="Aptos (Body)"/>
                <a:ea typeface="Times New Roman" panose="02020603050405020304" pitchFamily="18" charset="0"/>
              </a:rPr>
              <a:t> (including "don't care" conditions) to analyze and minimize logic functions.</a:t>
            </a:r>
          </a:p>
          <a:p>
            <a:pPr marL="0" marR="0"/>
            <a:r>
              <a:rPr lang="en-US" dirty="0">
                <a:effectLst/>
                <a:latin typeface="Aptos (Body)"/>
                <a:ea typeface="Times New Roman" panose="02020603050405020304" pitchFamily="18" charset="0"/>
              </a:rPr>
              <a:t>Apply the </a:t>
            </a:r>
            <a:r>
              <a:rPr lang="en-US" b="1" dirty="0">
                <a:effectLst/>
                <a:latin typeface="Aptos (Body)"/>
                <a:ea typeface="Times New Roman" panose="02020603050405020304" pitchFamily="18" charset="0"/>
              </a:rPr>
              <a:t>Quine-McCluskey method</a:t>
            </a:r>
            <a:r>
              <a:rPr lang="en-US" dirty="0">
                <a:effectLst/>
                <a:latin typeface="Aptos (Body)"/>
                <a:ea typeface="Times New Roman" panose="02020603050405020304" pitchFamily="18" charset="0"/>
              </a:rPr>
              <a:t> for logic simplification.</a:t>
            </a:r>
          </a:p>
          <a:p>
            <a:pPr marL="0" marR="0"/>
            <a:r>
              <a:rPr lang="en-US" dirty="0">
                <a:effectLst/>
                <a:latin typeface="Aptos (Body)"/>
                <a:ea typeface="Times New Roman" panose="02020603050405020304" pitchFamily="18" charset="0"/>
              </a:rPr>
              <a:t>Write </a:t>
            </a:r>
            <a:r>
              <a:rPr lang="en-US" b="1" dirty="0">
                <a:effectLst/>
                <a:latin typeface="Aptos (Body)"/>
                <a:ea typeface="Times New Roman" panose="02020603050405020304" pitchFamily="18" charset="0"/>
              </a:rPr>
              <a:t>basic VHDL programs</a:t>
            </a:r>
            <a:r>
              <a:rPr lang="en-US" dirty="0">
                <a:effectLst/>
                <a:latin typeface="Aptos (Body)"/>
                <a:ea typeface="Times New Roman" panose="02020603050405020304" pitchFamily="18" charset="0"/>
              </a:rPr>
              <a:t> to implement simple Boolean logic.</a:t>
            </a:r>
          </a:p>
          <a:p>
            <a:pPr marL="0" marR="0" indent="0">
              <a:lnSpc>
                <a:spcPct val="107000"/>
              </a:lnSpc>
              <a:spcBef>
                <a:spcPts val="0"/>
              </a:spcBef>
              <a:spcAft>
                <a:spcPts val="800"/>
              </a:spcAft>
              <a:buNone/>
            </a:pPr>
            <a:r>
              <a:rPr lang="en-US" dirty="0">
                <a:effectLst/>
                <a:latin typeface="Aptos (Body)"/>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endParaRPr lang="en-US" dirty="0">
              <a:effectLst/>
              <a:latin typeface="Aptos (Body)"/>
              <a:ea typeface="Calibri" panose="020F0502020204030204" pitchFamily="34" charset="0"/>
              <a:cs typeface="Times New Roman" panose="02020603050405020304" pitchFamily="18" charset="0"/>
            </a:endParaRPr>
          </a:p>
          <a:p>
            <a:pPr marL="0" indent="0">
              <a:lnSpc>
                <a:spcPct val="107000"/>
              </a:lnSpc>
              <a:spcBef>
                <a:spcPts val="0"/>
              </a:spcBef>
              <a:buNone/>
            </a:pPr>
            <a:endParaRPr lang="en-US" dirty="0">
              <a:solidFill>
                <a:srgbClr val="0D0D0D"/>
              </a:solidFill>
              <a:latin typeface="Aptos (Body)"/>
            </a:endParaRPr>
          </a:p>
        </p:txBody>
      </p:sp>
      <p:sp>
        <p:nvSpPr>
          <p:cNvPr id="8" name="Content Placeholder 8">
            <a:extLst>
              <a:ext uri="{FF2B5EF4-FFF2-40B4-BE49-F238E27FC236}">
                <a16:creationId xmlns:a16="http://schemas.microsoft.com/office/drawing/2014/main" id="{7B9C3314-EA8F-4264-A427-B52B4ED40BA8}"/>
              </a:ext>
            </a:extLst>
          </p:cNvPr>
          <p:cNvSpPr txBox="1">
            <a:spLocks/>
          </p:cNvSpPr>
          <p:nvPr/>
        </p:nvSpPr>
        <p:spPr>
          <a:xfrm>
            <a:off x="2152650" y="3941529"/>
            <a:ext cx="6858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 name="Slide Number Placeholder 2">
            <a:extLst>
              <a:ext uri="{FF2B5EF4-FFF2-40B4-BE49-F238E27FC236}">
                <a16:creationId xmlns:a16="http://schemas.microsoft.com/office/drawing/2014/main" id="{4BBDAF8E-AF0A-A556-8FFA-586CA276C873}"/>
              </a:ext>
            </a:extLst>
          </p:cNvPr>
          <p:cNvSpPr>
            <a:spLocks noGrp="1"/>
          </p:cNvSpPr>
          <p:nvPr>
            <p:ph type="sldNum" sz="quarter" idx="12"/>
          </p:nvPr>
        </p:nvSpPr>
        <p:spPr/>
        <p:txBody>
          <a:bodyPr/>
          <a:lstStyle/>
          <a:p>
            <a:fld id="{644A9409-5B7A-4A68-9AEC-D10994391474}" type="slidenum">
              <a:rPr lang="vi-VN" smtClean="0"/>
              <a:t>2</a:t>
            </a:fld>
            <a:endParaRPr lang="vi-VN"/>
          </a:p>
        </p:txBody>
      </p:sp>
    </p:spTree>
    <p:extLst>
      <p:ext uri="{BB962C8B-B14F-4D97-AF65-F5344CB8AC3E}">
        <p14:creationId xmlns:p14="http://schemas.microsoft.com/office/powerpoint/2010/main" val="2042424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0AE8-0EBE-B0C5-28F2-79A2A6992611}"/>
              </a:ext>
            </a:extLst>
          </p:cNvPr>
          <p:cNvSpPr>
            <a:spLocks noGrp="1"/>
          </p:cNvSpPr>
          <p:nvPr>
            <p:ph type="title"/>
          </p:nvPr>
        </p:nvSpPr>
        <p:spPr>
          <a:xfrm>
            <a:off x="781878" y="217305"/>
            <a:ext cx="9257472" cy="549274"/>
          </a:xfrm>
        </p:spPr>
        <p:txBody>
          <a:bodyPr/>
          <a:lstStyle/>
          <a:p>
            <a:pPr lvl="0"/>
            <a:r>
              <a:rPr lang="en-US" dirty="0">
                <a:solidFill>
                  <a:srgbClr val="FF0000"/>
                </a:solidFill>
              </a:rPr>
              <a:t>Chapter Outline</a:t>
            </a:r>
            <a:endParaRPr lang="vi-VN" dirty="0">
              <a:solidFill>
                <a:srgbClr val="FF0000"/>
              </a:solidFill>
            </a:endParaRPr>
          </a:p>
        </p:txBody>
      </p:sp>
      <p:sp>
        <p:nvSpPr>
          <p:cNvPr id="5" name="Content Placeholder 4">
            <a:extLst>
              <a:ext uri="{FF2B5EF4-FFF2-40B4-BE49-F238E27FC236}">
                <a16:creationId xmlns:a16="http://schemas.microsoft.com/office/drawing/2014/main" id="{4E559ED8-6E89-4441-A9DB-262BE34597F6}"/>
              </a:ext>
            </a:extLst>
          </p:cNvPr>
          <p:cNvSpPr>
            <a:spLocks noGrp="1"/>
          </p:cNvSpPr>
          <p:nvPr>
            <p:ph idx="1"/>
          </p:nvPr>
        </p:nvSpPr>
        <p:spPr>
          <a:xfrm>
            <a:off x="1775791" y="1062818"/>
            <a:ext cx="9899374" cy="5795182"/>
          </a:xfrm>
        </p:spPr>
        <p:txBody>
          <a:bodyPr>
            <a:noAutofit/>
          </a:bodyPr>
          <a:lstStyle/>
          <a:p>
            <a:pPr marL="0" marR="0" indent="0">
              <a:lnSpc>
                <a:spcPct val="107000"/>
              </a:lnSpc>
              <a:spcBef>
                <a:spcPts val="0"/>
              </a:spcBef>
              <a:buNone/>
            </a:pPr>
            <a:r>
              <a:rPr lang="en-US" dirty="0">
                <a:latin typeface="Aptos Display (Headings)"/>
              </a:rPr>
              <a:t>4.1 Boolean Operations and Expressions </a:t>
            </a:r>
          </a:p>
          <a:p>
            <a:pPr marL="0" marR="0" indent="0">
              <a:lnSpc>
                <a:spcPct val="107000"/>
              </a:lnSpc>
              <a:spcBef>
                <a:spcPts val="0"/>
              </a:spcBef>
              <a:buNone/>
            </a:pPr>
            <a:r>
              <a:rPr lang="en-US" dirty="0">
                <a:latin typeface="Aptos Display (Headings)"/>
              </a:rPr>
              <a:t>4.2 Laws and Rules of Boolean Algebra</a:t>
            </a:r>
            <a:br>
              <a:rPr lang="en-US" dirty="0">
                <a:latin typeface="Aptos Display (Headings)"/>
              </a:rPr>
            </a:br>
            <a:r>
              <a:rPr lang="en-US" dirty="0">
                <a:latin typeface="Aptos Display (Headings)"/>
              </a:rPr>
              <a:t>4.3 </a:t>
            </a:r>
            <a:r>
              <a:rPr lang="en-US" dirty="0" err="1">
                <a:latin typeface="Aptos Display (Headings)"/>
              </a:rPr>
              <a:t>DeMorgan’s</a:t>
            </a:r>
            <a:r>
              <a:rPr lang="en-US" dirty="0">
                <a:latin typeface="Aptos Display (Headings)"/>
              </a:rPr>
              <a:t> Theorems</a:t>
            </a:r>
            <a:br>
              <a:rPr lang="en-US" dirty="0">
                <a:latin typeface="Aptos Display (Headings)"/>
              </a:rPr>
            </a:br>
            <a:r>
              <a:rPr lang="en-US" dirty="0">
                <a:latin typeface="Aptos Display (Headings)"/>
              </a:rPr>
              <a:t>4.4 Boolean Analysis of Logic Circuits</a:t>
            </a:r>
            <a:br>
              <a:rPr lang="en-US" dirty="0">
                <a:latin typeface="Aptos Display (Headings)"/>
              </a:rPr>
            </a:br>
            <a:r>
              <a:rPr lang="en-US" dirty="0">
                <a:latin typeface="Aptos Display (Headings)"/>
              </a:rPr>
              <a:t>4.5 Logic Simplification Using Boolean Algebra</a:t>
            </a:r>
            <a:br>
              <a:rPr lang="en-US" dirty="0">
                <a:latin typeface="Aptos Display (Headings)"/>
              </a:rPr>
            </a:br>
            <a:r>
              <a:rPr lang="en-US" dirty="0">
                <a:latin typeface="Aptos Display (Headings)"/>
              </a:rPr>
              <a:t>4.6 Standard Forms of Boolean Expressions</a:t>
            </a:r>
            <a:br>
              <a:rPr lang="en-US" dirty="0">
                <a:latin typeface="Aptos Display (Headings)"/>
              </a:rPr>
            </a:br>
            <a:r>
              <a:rPr lang="en-US" dirty="0">
                <a:latin typeface="Aptos Display (Headings)"/>
              </a:rPr>
              <a:t>4.7 Boolean Expressions and Truth Tables</a:t>
            </a:r>
            <a:br>
              <a:rPr lang="en-US" dirty="0">
                <a:latin typeface="Aptos Display (Headings)"/>
              </a:rPr>
            </a:br>
            <a:r>
              <a:rPr lang="en-US" dirty="0">
                <a:latin typeface="Aptos Display (Headings)"/>
              </a:rPr>
              <a:t>4.8 The Karnaugh Map</a:t>
            </a:r>
            <a:br>
              <a:rPr lang="en-US" dirty="0">
                <a:latin typeface="Aptos Display (Headings)"/>
              </a:rPr>
            </a:br>
            <a:r>
              <a:rPr lang="en-US" dirty="0">
                <a:latin typeface="Aptos Display (Headings)"/>
              </a:rPr>
              <a:t>4.9 Karnaugh Map SOP Minimization</a:t>
            </a:r>
            <a:br>
              <a:rPr lang="en-US" dirty="0">
                <a:latin typeface="Aptos Display (Headings)"/>
              </a:rPr>
            </a:br>
            <a:r>
              <a:rPr lang="en-US" dirty="0">
                <a:latin typeface="Aptos Display (Headings)"/>
              </a:rPr>
              <a:t>4.10 Karnaugh Map POS Minimization</a:t>
            </a:r>
            <a:br>
              <a:rPr lang="en-US" dirty="0">
                <a:latin typeface="Aptos Display (Headings)"/>
              </a:rPr>
            </a:br>
            <a:r>
              <a:rPr lang="en-US" dirty="0">
                <a:latin typeface="Aptos Display (Headings)"/>
              </a:rPr>
              <a:t>4.11 The Quine-McCluskey Method</a:t>
            </a:r>
            <a:br>
              <a:rPr lang="en-US" dirty="0">
                <a:latin typeface="Aptos Display (Headings)"/>
              </a:rPr>
            </a:br>
            <a:r>
              <a:rPr lang="en-US" dirty="0">
                <a:latin typeface="Aptos Display (Headings)"/>
              </a:rPr>
              <a:t>4.12 Boolean Expressions with VHDL</a:t>
            </a:r>
          </a:p>
          <a:p>
            <a:pPr marL="0" indent="0">
              <a:lnSpc>
                <a:spcPct val="150000"/>
              </a:lnSpc>
              <a:spcBef>
                <a:spcPts val="0"/>
              </a:spcBef>
              <a:spcAft>
                <a:spcPts val="1200"/>
              </a:spcAft>
              <a:buNone/>
            </a:pPr>
            <a:r>
              <a:rPr lang="en-US" dirty="0">
                <a:solidFill>
                  <a:schemeClr val="tx2">
                    <a:lumMod val="75000"/>
                    <a:lumOff val="25000"/>
                  </a:schemeClr>
                </a:solidFill>
                <a:latin typeface="Aptos Display (Headings)"/>
              </a:rPr>
              <a:t>Multiple-choice test and Problems</a:t>
            </a:r>
          </a:p>
        </p:txBody>
      </p:sp>
      <p:sp>
        <p:nvSpPr>
          <p:cNvPr id="3" name="Slide Number Placeholder 2">
            <a:extLst>
              <a:ext uri="{FF2B5EF4-FFF2-40B4-BE49-F238E27FC236}">
                <a16:creationId xmlns:a16="http://schemas.microsoft.com/office/drawing/2014/main" id="{C895D3F3-2FA5-0262-798E-21155E410D60}"/>
              </a:ext>
            </a:extLst>
          </p:cNvPr>
          <p:cNvSpPr>
            <a:spLocks noGrp="1"/>
          </p:cNvSpPr>
          <p:nvPr>
            <p:ph type="sldNum" sz="quarter" idx="12"/>
          </p:nvPr>
        </p:nvSpPr>
        <p:spPr/>
        <p:txBody>
          <a:bodyPr/>
          <a:lstStyle/>
          <a:p>
            <a:fld id="{644A9409-5B7A-4A68-9AEC-D10994391474}" type="slidenum">
              <a:rPr lang="vi-VN" smtClean="0"/>
              <a:t>3</a:t>
            </a:fld>
            <a:endParaRPr lang="vi-VN"/>
          </a:p>
        </p:txBody>
      </p:sp>
    </p:spTree>
    <p:extLst>
      <p:ext uri="{BB962C8B-B14F-4D97-AF65-F5344CB8AC3E}">
        <p14:creationId xmlns:p14="http://schemas.microsoft.com/office/powerpoint/2010/main" val="15019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 </a:t>
            </a:r>
            <a:r>
              <a:rPr lang="en-US" sz="2800" b="1" dirty="0">
                <a:solidFill>
                  <a:srgbClr val="FF0000"/>
                </a:solidFill>
                <a:latin typeface="+mj-lt"/>
                <a:ea typeface="+mj-ea"/>
                <a:cs typeface="+mj-cs"/>
              </a:rPr>
              <a:t>Boolean Operations and Expressions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Autofit/>
          </a:bodyPr>
          <a:lstStyle/>
          <a:p>
            <a:pPr marL="0" indent="0">
              <a:lnSpc>
                <a:spcPct val="150000"/>
              </a:lnSpc>
              <a:buNone/>
            </a:pPr>
            <a:r>
              <a:rPr lang="en-US" b="1" i="1" dirty="0">
                <a:solidFill>
                  <a:schemeClr val="tx2">
                    <a:lumMod val="50000"/>
                    <a:lumOff val="50000"/>
                  </a:schemeClr>
                </a:solidFill>
                <a:latin typeface="Aptos (Body)"/>
              </a:rPr>
              <a:t>Boolean algebra </a:t>
            </a:r>
            <a:r>
              <a:rPr lang="en-US" b="0" i="0" dirty="0">
                <a:solidFill>
                  <a:srgbClr val="242021"/>
                </a:solidFill>
                <a:effectLst/>
                <a:latin typeface="Aptos (Body)"/>
              </a:rPr>
              <a:t>is the mathematics of digital logic. A basic knowledge of Boolean algebra is indispensable to the study and analysis of logic circuits. In the last chapter, Boolean operations and expressions in terms of their relationship to NOT, AND, OR, NAND, and NOR gates were introduced.</a:t>
            </a:r>
            <a:r>
              <a:rPr lang="en-US" dirty="0">
                <a:latin typeface="Aptos (Body)"/>
              </a:rPr>
              <a:t> </a:t>
            </a:r>
            <a:br>
              <a:rPr lang="en-US" dirty="0">
                <a:latin typeface="Aptos (Body)"/>
              </a:rPr>
            </a:br>
            <a:r>
              <a:rPr lang="en-US" b="1" i="1" dirty="0">
                <a:solidFill>
                  <a:schemeClr val="tx2">
                    <a:lumMod val="50000"/>
                    <a:lumOff val="50000"/>
                  </a:schemeClr>
                </a:solidFill>
                <a:latin typeface="Aptos (Body)"/>
              </a:rPr>
              <a:t>Variable, complement, </a:t>
            </a:r>
            <a:r>
              <a:rPr lang="en-US" dirty="0">
                <a:solidFill>
                  <a:srgbClr val="242021"/>
                </a:solidFill>
                <a:latin typeface="Aptos (Body)"/>
              </a:rPr>
              <a:t>and</a:t>
            </a:r>
            <a:r>
              <a:rPr lang="en-US" b="1" i="1" dirty="0">
                <a:solidFill>
                  <a:schemeClr val="tx2">
                    <a:lumMod val="50000"/>
                    <a:lumOff val="50000"/>
                  </a:schemeClr>
                </a:solidFill>
                <a:latin typeface="Aptos (Body)"/>
              </a:rPr>
              <a:t> literal </a:t>
            </a:r>
            <a:r>
              <a:rPr lang="en-US" b="0" i="0" dirty="0">
                <a:solidFill>
                  <a:srgbClr val="242021"/>
                </a:solidFill>
                <a:effectLst/>
                <a:latin typeface="Aptos (Body)"/>
              </a:rPr>
              <a:t>are terms used in Boolean algebra. A </a:t>
            </a:r>
            <a:r>
              <a:rPr lang="en-US" b="1" i="1" dirty="0">
                <a:solidFill>
                  <a:schemeClr val="tx2">
                    <a:lumMod val="50000"/>
                    <a:lumOff val="50000"/>
                  </a:schemeClr>
                </a:solidFill>
                <a:latin typeface="Aptos (Body)"/>
              </a:rPr>
              <a:t>variable</a:t>
            </a:r>
            <a:r>
              <a:rPr lang="en-US" b="1" i="0" dirty="0">
                <a:solidFill>
                  <a:srgbClr val="006D96"/>
                </a:solidFill>
                <a:effectLst/>
                <a:latin typeface="Aptos (Body)"/>
              </a:rPr>
              <a:t> </a:t>
            </a:r>
            <a:r>
              <a:rPr lang="en-US" b="0" i="0" dirty="0">
                <a:solidFill>
                  <a:srgbClr val="242021"/>
                </a:solidFill>
                <a:effectLst/>
                <a:latin typeface="Aptos (Body)"/>
              </a:rPr>
              <a:t>is a symbol (usually an italic uppercase letter or word) used to represent an action, a condition, or data. Any single variable can have only a 1 or a 0 value.</a:t>
            </a:r>
            <a:r>
              <a:rPr lang="en-US" dirty="0">
                <a:latin typeface="Aptos (Body)"/>
              </a:rPr>
              <a:t> </a:t>
            </a:r>
          </a:p>
          <a:p>
            <a:pPr marL="0" indent="0">
              <a:lnSpc>
                <a:spcPct val="150000"/>
              </a:lnSpc>
              <a:buNone/>
            </a:pPr>
            <a:br>
              <a:rPr lang="en-US" dirty="0"/>
            </a:br>
            <a:br>
              <a:rPr lang="en-US" dirty="0">
                <a:latin typeface="Aptos (Body)"/>
              </a:rPr>
            </a:br>
            <a:endParaRPr lang="en-US" b="1" i="1" dirty="0">
              <a:solidFill>
                <a:schemeClr val="tx2">
                  <a:lumMod val="50000"/>
                  <a:lumOff val="50000"/>
                </a:schemeClr>
              </a:solidFill>
              <a:latin typeface="Aptos (Body)"/>
            </a:endParaRPr>
          </a:p>
          <a:p>
            <a:pPr marL="0" indent="0">
              <a:lnSpc>
                <a:spcPct val="150000"/>
              </a:lnSpc>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4</a:t>
            </a:fld>
            <a:endParaRPr lang="vi-VN" dirty="0"/>
          </a:p>
        </p:txBody>
      </p:sp>
    </p:spTree>
    <p:extLst>
      <p:ext uri="{BB962C8B-B14F-4D97-AF65-F5344CB8AC3E}">
        <p14:creationId xmlns:p14="http://schemas.microsoft.com/office/powerpoint/2010/main" val="1229134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 </a:t>
            </a:r>
            <a:r>
              <a:rPr lang="en-US" sz="2800" b="1" dirty="0">
                <a:solidFill>
                  <a:srgbClr val="FF0000"/>
                </a:solidFill>
                <a:latin typeface="+mj-lt"/>
                <a:ea typeface="+mj-ea"/>
                <a:cs typeface="+mj-cs"/>
              </a:rPr>
              <a:t>Boolean Operations and Expressions </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Boolean Addition: </a:t>
            </a:r>
            <a:r>
              <a:rPr lang="en-US" b="0" i="0" dirty="0">
                <a:effectLst/>
                <a:latin typeface="Aptos (Body)"/>
              </a:rPr>
              <a:t>The OR operation is the Boolean equivalent of addition</a:t>
            </a:r>
            <a:r>
              <a:rPr lang="en-US" b="0" i="0" dirty="0">
                <a:solidFill>
                  <a:srgbClr val="00ADEE"/>
                </a:solidFill>
                <a:effectLst/>
                <a:latin typeface="Aptos (Body)"/>
              </a:rPr>
              <a:t>.</a:t>
            </a:r>
            <a:r>
              <a:rPr lang="en-US" dirty="0">
                <a:latin typeface="Aptos (Body)"/>
              </a:rPr>
              <a:t> </a:t>
            </a:r>
            <a:br>
              <a:rPr lang="en-US" dirty="0">
                <a:latin typeface="Aptos (Body)"/>
              </a:rPr>
            </a:br>
            <a:endParaRPr lang="en-US" b="1" i="1" dirty="0">
              <a:solidFill>
                <a:schemeClr val="tx2">
                  <a:lumMod val="50000"/>
                  <a:lumOff val="50000"/>
                </a:schemeClr>
              </a:solidFill>
              <a:latin typeface="Aptos (Body)"/>
            </a:endParaRPr>
          </a:p>
          <a:p>
            <a:pPr marL="0" indent="0">
              <a:buNone/>
            </a:pPr>
            <a:endParaRPr lang="en-US" b="1" i="1" dirty="0">
              <a:solidFill>
                <a:schemeClr val="tx2">
                  <a:lumMod val="50000"/>
                  <a:lumOff val="50000"/>
                </a:schemeClr>
              </a:solidFill>
              <a:latin typeface="Aptos (Body)"/>
            </a:endParaRPr>
          </a:p>
          <a:p>
            <a:pPr marL="0" indent="0">
              <a:buNone/>
            </a:pPr>
            <a:endParaRPr lang="en-US" b="1" i="1" dirty="0">
              <a:solidFill>
                <a:schemeClr val="tx2">
                  <a:lumMod val="50000"/>
                  <a:lumOff val="50000"/>
                </a:schemeClr>
              </a:solidFill>
              <a:latin typeface="Aptos (Body)"/>
            </a:endParaRPr>
          </a:p>
          <a:p>
            <a:pPr marL="0" indent="0">
              <a:buNone/>
            </a:pPr>
            <a:endParaRPr lang="en-US" b="1" i="1" dirty="0">
              <a:solidFill>
                <a:schemeClr val="tx2">
                  <a:lumMod val="50000"/>
                  <a:lumOff val="50000"/>
                </a:schemeClr>
              </a:solidFill>
              <a:latin typeface="Aptos (Body)"/>
            </a:endParaRPr>
          </a:p>
          <a:p>
            <a:pPr marL="0" indent="0">
              <a:buNone/>
            </a:pPr>
            <a:endParaRPr lang="en-US" b="1" i="1" dirty="0">
              <a:solidFill>
                <a:schemeClr val="tx2">
                  <a:lumMod val="50000"/>
                  <a:lumOff val="50000"/>
                </a:schemeClr>
              </a:solidFill>
              <a:latin typeface="Aptos (Body)"/>
            </a:endParaRPr>
          </a:p>
          <a:p>
            <a:pPr marL="0" indent="0">
              <a:buNone/>
            </a:pPr>
            <a:endParaRPr lang="en-US" b="1" i="1" dirty="0">
              <a:solidFill>
                <a:schemeClr val="tx2">
                  <a:lumMod val="50000"/>
                  <a:lumOff val="50000"/>
                </a:schemeClr>
              </a:solidFill>
              <a:latin typeface="Aptos (Body)"/>
            </a:endParaRPr>
          </a:p>
          <a:p>
            <a:pPr marL="0" indent="0">
              <a:buNone/>
            </a:pPr>
            <a:r>
              <a:rPr lang="en-US" b="1" i="1" dirty="0">
                <a:solidFill>
                  <a:schemeClr val="tx2">
                    <a:lumMod val="50000"/>
                    <a:lumOff val="50000"/>
                  </a:schemeClr>
                </a:solidFill>
                <a:latin typeface="Aptos (Body)"/>
              </a:rPr>
              <a:t>Boolean Multiplication: </a:t>
            </a:r>
            <a:r>
              <a:rPr lang="en-US" b="0" i="0" dirty="0">
                <a:effectLst/>
                <a:latin typeface="Aptos (Body)"/>
              </a:rPr>
              <a:t>The AND operation is the Boolean equivalent of multiplication.</a:t>
            </a:r>
            <a:r>
              <a:rPr lang="en-US" dirty="0">
                <a:latin typeface="Aptos (Body)"/>
              </a:rPr>
              <a:t> </a:t>
            </a:r>
            <a:br>
              <a:rPr lang="en-US" dirty="0">
                <a:latin typeface="Aptos (Body)"/>
              </a:rPr>
            </a:br>
            <a:br>
              <a:rPr lang="en-US" dirty="0">
                <a:latin typeface="Aptos (Body)"/>
              </a:rPr>
            </a:br>
            <a:endParaRPr lang="en-US" b="1" i="1" dirty="0">
              <a:solidFill>
                <a:schemeClr val="tx2">
                  <a:lumMod val="50000"/>
                  <a:lumOff val="50000"/>
                </a:schemeClr>
              </a:solidFill>
              <a:latin typeface="Aptos (Body)"/>
            </a:endParaRPr>
          </a:p>
          <a:p>
            <a:pPr marL="0" indent="0">
              <a:buNone/>
            </a:pPr>
            <a:br>
              <a:rPr lang="en-US" sz="2100" dirty="0">
                <a:latin typeface="Aptos (Body)"/>
              </a:rPr>
            </a:br>
            <a:br>
              <a:rPr lang="en-US" sz="2100" dirty="0">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5</a:t>
            </a:fld>
            <a:endParaRPr lang="vi-VN" dirty="0"/>
          </a:p>
        </p:txBody>
      </p:sp>
      <p:pic>
        <p:nvPicPr>
          <p:cNvPr id="5" name="Picture 4">
            <a:extLst>
              <a:ext uri="{FF2B5EF4-FFF2-40B4-BE49-F238E27FC236}">
                <a16:creationId xmlns:a16="http://schemas.microsoft.com/office/drawing/2014/main" id="{129DCDD8-F982-4AD1-A064-6F6A144574EF}"/>
              </a:ext>
            </a:extLst>
          </p:cNvPr>
          <p:cNvPicPr>
            <a:picLocks noChangeAspect="1"/>
          </p:cNvPicPr>
          <p:nvPr/>
        </p:nvPicPr>
        <p:blipFill>
          <a:blip r:embed="rId2"/>
          <a:stretch>
            <a:fillRect/>
          </a:stretch>
        </p:blipFill>
        <p:spPr>
          <a:xfrm>
            <a:off x="3188932" y="1674534"/>
            <a:ext cx="5814135" cy="1910653"/>
          </a:xfrm>
          <a:prstGeom prst="rect">
            <a:avLst/>
          </a:prstGeom>
        </p:spPr>
      </p:pic>
      <p:pic>
        <p:nvPicPr>
          <p:cNvPr id="3" name="Picture 2">
            <a:extLst>
              <a:ext uri="{FF2B5EF4-FFF2-40B4-BE49-F238E27FC236}">
                <a16:creationId xmlns:a16="http://schemas.microsoft.com/office/drawing/2014/main" id="{E977A9FC-EF51-4348-AA26-F42F1CE2ADE9}"/>
              </a:ext>
            </a:extLst>
          </p:cNvPr>
          <p:cNvPicPr>
            <a:picLocks noChangeAspect="1"/>
          </p:cNvPicPr>
          <p:nvPr/>
        </p:nvPicPr>
        <p:blipFill>
          <a:blip r:embed="rId3"/>
          <a:stretch>
            <a:fillRect/>
          </a:stretch>
        </p:blipFill>
        <p:spPr>
          <a:xfrm>
            <a:off x="3664691" y="4605164"/>
            <a:ext cx="5190224" cy="1610106"/>
          </a:xfrm>
          <a:prstGeom prst="rect">
            <a:avLst/>
          </a:prstGeom>
        </p:spPr>
      </p:pic>
    </p:spTree>
    <p:extLst>
      <p:ext uri="{BB962C8B-B14F-4D97-AF65-F5344CB8AC3E}">
        <p14:creationId xmlns:p14="http://schemas.microsoft.com/office/powerpoint/2010/main" val="96445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4.2. </a:t>
            </a:r>
            <a:r>
              <a:rPr lang="en-US" sz="2800" b="1" dirty="0">
                <a:solidFill>
                  <a:srgbClr val="FF0000"/>
                </a:solidFill>
                <a:latin typeface="+mj-lt"/>
                <a:ea typeface="+mj-ea"/>
                <a:cs typeface="+mj-cs"/>
              </a:rPr>
              <a:t>Laws and Rules of Boolean Algebra</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Laws and Rules of Boolean Algebra </a:t>
            </a:r>
            <a:r>
              <a:rPr lang="en-US" dirty="0">
                <a:latin typeface="Aptos (Body)"/>
              </a:rPr>
              <a:t>As in other areas of mathematics, certain well-developed rules and laws must be followed in order to properly apply Boolean algebra. The most important of these are presented in this section. </a:t>
            </a:r>
            <a:br>
              <a:rPr lang="en-US" dirty="0">
                <a:latin typeface="Aptos (Body)"/>
              </a:rPr>
            </a:br>
            <a:r>
              <a:rPr lang="en-US" b="1" i="1" dirty="0">
                <a:solidFill>
                  <a:schemeClr val="tx2">
                    <a:lumMod val="50000"/>
                    <a:lumOff val="50000"/>
                  </a:schemeClr>
                </a:solidFill>
                <a:latin typeface="Aptos (Body)"/>
              </a:rPr>
              <a:t>Laws of Boolean Algebra</a:t>
            </a:r>
            <a:r>
              <a:rPr lang="en-US" b="1" i="1" dirty="0">
                <a:solidFill>
                  <a:srgbClr val="00803E"/>
                </a:solidFill>
                <a:latin typeface="Helvetica" panose="020B0604020202020204" pitchFamily="34" charset="0"/>
              </a:rPr>
              <a:t>: </a:t>
            </a:r>
            <a:r>
              <a:rPr lang="en-US" dirty="0">
                <a:latin typeface="Aptos (Body)"/>
              </a:rPr>
              <a:t>The basic laws of Boolean algebra—the commutative laws for addition and multiplication, the associative laws for addition and multiplication, and the distributive law—are the same as in ordinary algebra. Each of the laws is illustrated with two or three variables, but the number of variables is not limited to this. </a:t>
            </a:r>
            <a:br>
              <a:rPr lang="en-US" dirty="0">
                <a:latin typeface="Aptos (Body)"/>
              </a:rPr>
            </a:br>
            <a:r>
              <a:rPr lang="en-US" b="1" i="1" dirty="0">
                <a:solidFill>
                  <a:schemeClr val="tx2">
                    <a:lumMod val="50000"/>
                    <a:lumOff val="50000"/>
                  </a:schemeClr>
                </a:solidFill>
                <a:latin typeface="Aptos (Body)"/>
              </a:rPr>
              <a:t>Commutative Laws</a:t>
            </a:r>
            <a:br>
              <a:rPr lang="en-US" b="1" i="0" dirty="0">
                <a:solidFill>
                  <a:srgbClr val="0090D6"/>
                </a:solidFill>
                <a:effectLst/>
                <a:latin typeface="Helvetica-Bold"/>
              </a:rPr>
            </a:br>
            <a:r>
              <a:rPr lang="en-US" dirty="0">
                <a:latin typeface="Aptos (Body)"/>
              </a:rPr>
              <a:t>The commutative law of addition for two variables is written as </a:t>
            </a:r>
            <a:br>
              <a:rPr lang="en-US" dirty="0"/>
            </a:br>
            <a:endParaRPr lang="en-US" dirty="0">
              <a:latin typeface="Aptos (Body)"/>
            </a:endParaRPr>
          </a:p>
          <a:p>
            <a:pPr marL="0" indent="0">
              <a:buNone/>
            </a:pPr>
            <a:endParaRPr lang="en-US" b="1" i="1" dirty="0">
              <a:solidFill>
                <a:schemeClr val="tx2">
                  <a:lumMod val="50000"/>
                  <a:lumOff val="50000"/>
                </a:schemeClr>
              </a:solidFill>
              <a:latin typeface="Aptos (Body)"/>
            </a:endParaRPr>
          </a:p>
          <a:p>
            <a:pPr marL="0" indent="0">
              <a:buNone/>
            </a:pPr>
            <a:br>
              <a:rPr lang="en-US" dirty="0">
                <a:latin typeface="Aptos (Body)"/>
              </a:rPr>
            </a:br>
            <a:br>
              <a:rPr lang="en-US" dirty="0">
                <a:latin typeface="Aptos (Body)"/>
              </a:rPr>
            </a:b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6</a:t>
            </a:fld>
            <a:endParaRPr lang="vi-VN" dirty="0"/>
          </a:p>
        </p:txBody>
      </p:sp>
      <p:pic>
        <p:nvPicPr>
          <p:cNvPr id="7" name="Picture 6">
            <a:extLst>
              <a:ext uri="{FF2B5EF4-FFF2-40B4-BE49-F238E27FC236}">
                <a16:creationId xmlns:a16="http://schemas.microsoft.com/office/drawing/2014/main" id="{7DD5D307-6F1F-48AD-B6D4-2DD040AA5FF2}"/>
              </a:ext>
            </a:extLst>
          </p:cNvPr>
          <p:cNvPicPr>
            <a:picLocks noChangeAspect="1"/>
          </p:cNvPicPr>
          <p:nvPr/>
        </p:nvPicPr>
        <p:blipFill>
          <a:blip r:embed="rId2"/>
          <a:stretch>
            <a:fillRect/>
          </a:stretch>
        </p:blipFill>
        <p:spPr>
          <a:xfrm>
            <a:off x="4554936" y="3928011"/>
            <a:ext cx="2866281" cy="591456"/>
          </a:xfrm>
          <a:prstGeom prst="rect">
            <a:avLst/>
          </a:prstGeom>
        </p:spPr>
      </p:pic>
      <p:pic>
        <p:nvPicPr>
          <p:cNvPr id="8" name="Picture 7">
            <a:extLst>
              <a:ext uri="{FF2B5EF4-FFF2-40B4-BE49-F238E27FC236}">
                <a16:creationId xmlns:a16="http://schemas.microsoft.com/office/drawing/2014/main" id="{89DF4F1E-7643-4B31-938F-576A97ED8ADA}"/>
              </a:ext>
            </a:extLst>
          </p:cNvPr>
          <p:cNvPicPr>
            <a:picLocks noChangeAspect="1"/>
          </p:cNvPicPr>
          <p:nvPr/>
        </p:nvPicPr>
        <p:blipFill>
          <a:blip r:embed="rId3"/>
          <a:stretch>
            <a:fillRect/>
          </a:stretch>
        </p:blipFill>
        <p:spPr>
          <a:xfrm>
            <a:off x="1999890" y="4695080"/>
            <a:ext cx="7369398" cy="1511194"/>
          </a:xfrm>
          <a:prstGeom prst="rect">
            <a:avLst/>
          </a:prstGeom>
        </p:spPr>
      </p:pic>
    </p:spTree>
    <p:extLst>
      <p:ext uri="{BB962C8B-B14F-4D97-AF65-F5344CB8AC3E}">
        <p14:creationId xmlns:p14="http://schemas.microsoft.com/office/powerpoint/2010/main" val="1291163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4.2. </a:t>
            </a:r>
            <a:r>
              <a:rPr lang="en-US" sz="2800" b="1" dirty="0">
                <a:solidFill>
                  <a:srgbClr val="FF0000"/>
                </a:solidFill>
                <a:latin typeface="+mj-lt"/>
                <a:ea typeface="+mj-ea"/>
                <a:cs typeface="+mj-cs"/>
              </a:rPr>
              <a:t>Laws and Rules of Boolean Algebra</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sz="2400" b="1" i="1" dirty="0">
                <a:solidFill>
                  <a:schemeClr val="tx2">
                    <a:lumMod val="50000"/>
                    <a:lumOff val="50000"/>
                  </a:schemeClr>
                </a:solidFill>
                <a:latin typeface="Aptos (Body)"/>
              </a:rPr>
              <a:t>Rules of Boolean Algebra</a:t>
            </a:r>
            <a:br>
              <a:rPr lang="en-US" sz="1600" dirty="0"/>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7</a:t>
            </a:fld>
            <a:endParaRPr lang="vi-VN" dirty="0"/>
          </a:p>
        </p:txBody>
      </p:sp>
      <p:pic>
        <p:nvPicPr>
          <p:cNvPr id="3" name="Picture 2">
            <a:extLst>
              <a:ext uri="{FF2B5EF4-FFF2-40B4-BE49-F238E27FC236}">
                <a16:creationId xmlns:a16="http://schemas.microsoft.com/office/drawing/2014/main" id="{2653C6A9-E2F7-4343-908C-A03FA4E2AE7F}"/>
              </a:ext>
            </a:extLst>
          </p:cNvPr>
          <p:cNvPicPr>
            <a:picLocks noChangeAspect="1"/>
          </p:cNvPicPr>
          <p:nvPr/>
        </p:nvPicPr>
        <p:blipFill>
          <a:blip r:embed="rId2"/>
          <a:stretch>
            <a:fillRect/>
          </a:stretch>
        </p:blipFill>
        <p:spPr>
          <a:xfrm>
            <a:off x="2424435" y="1677951"/>
            <a:ext cx="7343130" cy="4079516"/>
          </a:xfrm>
          <a:prstGeom prst="rect">
            <a:avLst/>
          </a:prstGeom>
        </p:spPr>
      </p:pic>
    </p:spTree>
    <p:extLst>
      <p:ext uri="{BB962C8B-B14F-4D97-AF65-F5344CB8AC3E}">
        <p14:creationId xmlns:p14="http://schemas.microsoft.com/office/powerpoint/2010/main" val="4236233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4.3. </a:t>
            </a:r>
            <a:r>
              <a:rPr lang="en-US" sz="2800" b="1" dirty="0" err="1">
                <a:solidFill>
                  <a:srgbClr val="FF0000"/>
                </a:solidFill>
                <a:latin typeface="+mj-lt"/>
                <a:ea typeface="+mj-ea"/>
                <a:cs typeface="+mj-cs"/>
              </a:rPr>
              <a:t>DeMorgan’s</a:t>
            </a:r>
            <a:r>
              <a:rPr lang="en-US" sz="2800" b="1" dirty="0">
                <a:solidFill>
                  <a:srgbClr val="FF0000"/>
                </a:solidFill>
                <a:latin typeface="+mj-lt"/>
                <a:ea typeface="+mj-ea"/>
                <a:cs typeface="+mj-cs"/>
              </a:rPr>
              <a:t> Theorems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946296" cy="5235558"/>
          </a:xfrm>
        </p:spPr>
        <p:txBody>
          <a:bodyPr>
            <a:normAutofit/>
          </a:bodyPr>
          <a:lstStyle/>
          <a:p>
            <a:pPr marL="0" indent="0">
              <a:buNone/>
            </a:pPr>
            <a:r>
              <a:rPr lang="en-US" b="1" i="1" dirty="0" err="1">
                <a:solidFill>
                  <a:schemeClr val="tx2">
                    <a:lumMod val="50000"/>
                    <a:lumOff val="50000"/>
                  </a:schemeClr>
                </a:solidFill>
                <a:latin typeface="Aptos (Body)"/>
              </a:rPr>
              <a:t>DeMorgan</a:t>
            </a:r>
            <a:r>
              <a:rPr lang="en-US" b="1" i="1" dirty="0">
                <a:solidFill>
                  <a:schemeClr val="tx2">
                    <a:lumMod val="50000"/>
                    <a:lumOff val="50000"/>
                  </a:schemeClr>
                </a:solidFill>
                <a:latin typeface="Aptos (Body)"/>
              </a:rPr>
              <a:t>,</a:t>
            </a:r>
            <a:r>
              <a:rPr lang="en-US" b="0" i="0" dirty="0">
                <a:solidFill>
                  <a:srgbClr val="242021"/>
                </a:solidFill>
                <a:effectLst/>
                <a:latin typeface="Aptos (Body)"/>
              </a:rPr>
              <a:t> a mathematician who knew Boole, proposed two theorems that are an important</a:t>
            </a:r>
            <a:br>
              <a:rPr lang="en-US" b="0" i="0" dirty="0">
                <a:solidFill>
                  <a:srgbClr val="242021"/>
                </a:solidFill>
                <a:effectLst/>
                <a:latin typeface="Aptos (Body)"/>
              </a:rPr>
            </a:br>
            <a:r>
              <a:rPr lang="en-US" b="0" i="0" dirty="0">
                <a:solidFill>
                  <a:srgbClr val="242021"/>
                </a:solidFill>
                <a:effectLst/>
                <a:latin typeface="Aptos (Body)"/>
              </a:rPr>
              <a:t>part of Boolean algebra. In practical terms, </a:t>
            </a:r>
            <a:r>
              <a:rPr lang="en-US" b="0" i="0" dirty="0" err="1">
                <a:solidFill>
                  <a:srgbClr val="242021"/>
                </a:solidFill>
                <a:effectLst/>
                <a:latin typeface="Aptos (Body)"/>
              </a:rPr>
              <a:t>DeMorgan’s</a:t>
            </a:r>
            <a:r>
              <a:rPr lang="en-US" b="0" i="0" dirty="0">
                <a:solidFill>
                  <a:srgbClr val="242021"/>
                </a:solidFill>
                <a:effectLst/>
                <a:latin typeface="Aptos (Body)"/>
              </a:rPr>
              <a:t> theorems provide mathematical verification of the equivalency of the NAND and negative-OR gates and the equivalency of the NOR and negative-AND gates</a:t>
            </a:r>
            <a:r>
              <a:rPr lang="en-US" dirty="0">
                <a:latin typeface="Aptos (Body)"/>
              </a:rPr>
              <a:t> </a:t>
            </a:r>
            <a:br>
              <a:rPr lang="en-US" dirty="0">
                <a:latin typeface="Aptos (Body)"/>
              </a:rPr>
            </a:br>
            <a:r>
              <a:rPr lang="en-US" b="1" dirty="0">
                <a:solidFill>
                  <a:srgbClr val="242021"/>
                </a:solidFill>
                <a:latin typeface="Aptos (Body)"/>
              </a:rPr>
              <a:t>The complement of two or more ANDed variables is equivalent to the OR of the complements of the individual variables.</a:t>
            </a:r>
            <a:br>
              <a:rPr lang="en-US" dirty="0">
                <a:solidFill>
                  <a:srgbClr val="242021"/>
                </a:solidFill>
                <a:latin typeface="Aptos (Body)"/>
              </a:rPr>
            </a:br>
            <a:r>
              <a:rPr lang="en-US" dirty="0">
                <a:solidFill>
                  <a:srgbClr val="242021"/>
                </a:solidFill>
                <a:latin typeface="Aptos (Body)"/>
              </a:rPr>
              <a:t>The formula for expressing this theorem for two variables is </a:t>
            </a:r>
            <a:br>
              <a:rPr lang="en-US" dirty="0">
                <a:solidFill>
                  <a:srgbClr val="242021"/>
                </a:solidFill>
                <a:latin typeface="Aptos (Body)"/>
              </a:rPr>
            </a:br>
            <a:endParaRPr lang="en-US" dirty="0">
              <a:solidFill>
                <a:srgbClr val="242021"/>
              </a:solidFill>
              <a:latin typeface="Aptos (Body)"/>
            </a:endParaRPr>
          </a:p>
          <a:p>
            <a:pPr marL="0" indent="0">
              <a:buNone/>
            </a:pPr>
            <a:endParaRPr lang="en-US" dirty="0">
              <a:solidFill>
                <a:srgbClr val="242021"/>
              </a:solidFill>
              <a:latin typeface="Aptos (Body)"/>
            </a:endParaRPr>
          </a:p>
          <a:p>
            <a:pPr marL="0" indent="0">
              <a:buNone/>
            </a:pPr>
            <a:endParaRPr lang="en-US" dirty="0">
              <a:solidFill>
                <a:srgbClr val="242021"/>
              </a:solidFill>
              <a:latin typeface="Aptos (Body)"/>
            </a:endParaRPr>
          </a:p>
          <a:p>
            <a:pPr marL="0" indent="0">
              <a:buNone/>
            </a:pPr>
            <a:r>
              <a:rPr lang="en-US" b="1" dirty="0">
                <a:solidFill>
                  <a:srgbClr val="242021"/>
                </a:solidFill>
                <a:latin typeface="Aptos (Body)"/>
              </a:rPr>
              <a:t>The complement of two or more </a:t>
            </a:r>
            <a:r>
              <a:rPr lang="en-US" b="1" dirty="0" err="1">
                <a:solidFill>
                  <a:srgbClr val="242021"/>
                </a:solidFill>
                <a:latin typeface="Aptos (Body)"/>
              </a:rPr>
              <a:t>ORed</a:t>
            </a:r>
            <a:r>
              <a:rPr lang="en-US" b="1" dirty="0">
                <a:solidFill>
                  <a:srgbClr val="242021"/>
                </a:solidFill>
                <a:latin typeface="Aptos (Body)"/>
              </a:rPr>
              <a:t> variables is equivalent to the AND of the complements of the individual variables.</a:t>
            </a:r>
            <a:br>
              <a:rPr lang="en-US" dirty="0">
                <a:solidFill>
                  <a:srgbClr val="242021"/>
                </a:solidFill>
                <a:latin typeface="Aptos (Body)"/>
              </a:rPr>
            </a:br>
            <a:r>
              <a:rPr lang="en-US" dirty="0">
                <a:solidFill>
                  <a:srgbClr val="242021"/>
                </a:solidFill>
                <a:latin typeface="Aptos (Body)"/>
              </a:rPr>
              <a:t>The formula for expressing this theorem for two variables is </a:t>
            </a:r>
            <a:br>
              <a:rPr lang="en-US" dirty="0">
                <a:solidFill>
                  <a:srgbClr val="242021"/>
                </a:solidFill>
                <a:latin typeface="Aptos (Body)"/>
              </a:rPr>
            </a:br>
            <a:endParaRPr lang="en-US" dirty="0">
              <a:solidFill>
                <a:srgbClr val="242021"/>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8</a:t>
            </a:fld>
            <a:endParaRPr lang="vi-VN" dirty="0"/>
          </a:p>
        </p:txBody>
      </p:sp>
      <p:pic>
        <p:nvPicPr>
          <p:cNvPr id="3" name="Picture 2">
            <a:extLst>
              <a:ext uri="{FF2B5EF4-FFF2-40B4-BE49-F238E27FC236}">
                <a16:creationId xmlns:a16="http://schemas.microsoft.com/office/drawing/2014/main" id="{2BF156F1-7FEE-4FFF-9F05-F29C74874471}"/>
              </a:ext>
            </a:extLst>
          </p:cNvPr>
          <p:cNvPicPr>
            <a:picLocks noChangeAspect="1"/>
          </p:cNvPicPr>
          <p:nvPr/>
        </p:nvPicPr>
        <p:blipFill>
          <a:blip r:embed="rId2"/>
          <a:stretch>
            <a:fillRect/>
          </a:stretch>
        </p:blipFill>
        <p:spPr>
          <a:xfrm>
            <a:off x="4817519" y="3429000"/>
            <a:ext cx="2556962" cy="910918"/>
          </a:xfrm>
          <a:prstGeom prst="rect">
            <a:avLst/>
          </a:prstGeom>
        </p:spPr>
      </p:pic>
      <p:pic>
        <p:nvPicPr>
          <p:cNvPr id="5" name="Picture 4">
            <a:extLst>
              <a:ext uri="{FF2B5EF4-FFF2-40B4-BE49-F238E27FC236}">
                <a16:creationId xmlns:a16="http://schemas.microsoft.com/office/drawing/2014/main" id="{B1C8D088-BCC6-40C1-8FF4-7A4A9CCD202D}"/>
              </a:ext>
            </a:extLst>
          </p:cNvPr>
          <p:cNvPicPr>
            <a:picLocks noChangeAspect="1"/>
          </p:cNvPicPr>
          <p:nvPr/>
        </p:nvPicPr>
        <p:blipFill>
          <a:blip r:embed="rId3"/>
          <a:stretch>
            <a:fillRect/>
          </a:stretch>
        </p:blipFill>
        <p:spPr>
          <a:xfrm>
            <a:off x="5069311" y="5586908"/>
            <a:ext cx="2556962" cy="873495"/>
          </a:xfrm>
          <a:prstGeom prst="rect">
            <a:avLst/>
          </a:prstGeom>
        </p:spPr>
      </p:pic>
    </p:spTree>
    <p:extLst>
      <p:ext uri="{BB962C8B-B14F-4D97-AF65-F5344CB8AC3E}">
        <p14:creationId xmlns:p14="http://schemas.microsoft.com/office/powerpoint/2010/main" val="1986989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4.3. </a:t>
            </a:r>
            <a:r>
              <a:rPr lang="en-US" sz="2800" b="1" dirty="0" err="1">
                <a:solidFill>
                  <a:srgbClr val="FF0000"/>
                </a:solidFill>
                <a:latin typeface="+mj-lt"/>
                <a:ea typeface="+mj-ea"/>
                <a:cs typeface="+mj-cs"/>
              </a:rPr>
              <a:t>DeMorgan’s</a:t>
            </a:r>
            <a:r>
              <a:rPr lang="en-US" sz="2800" b="1" dirty="0">
                <a:solidFill>
                  <a:srgbClr val="FF0000"/>
                </a:solidFill>
                <a:latin typeface="+mj-lt"/>
                <a:ea typeface="+mj-ea"/>
                <a:cs typeface="+mj-cs"/>
              </a:rPr>
              <a:t> Theorems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sz="2400" b="1" i="1" dirty="0">
                <a:solidFill>
                  <a:schemeClr val="tx2">
                    <a:lumMod val="50000"/>
                    <a:lumOff val="50000"/>
                  </a:schemeClr>
                </a:solidFill>
                <a:latin typeface="Aptos (Body)"/>
              </a:rPr>
              <a:t>Applying </a:t>
            </a:r>
            <a:r>
              <a:rPr lang="en-US" sz="2400" b="1" i="1" dirty="0" err="1">
                <a:solidFill>
                  <a:schemeClr val="tx2">
                    <a:lumMod val="50000"/>
                    <a:lumOff val="50000"/>
                  </a:schemeClr>
                </a:solidFill>
                <a:latin typeface="Aptos (Body)"/>
              </a:rPr>
              <a:t>DeMorgan’s</a:t>
            </a:r>
            <a:r>
              <a:rPr lang="en-US" sz="2400" b="1" i="1" dirty="0">
                <a:solidFill>
                  <a:schemeClr val="tx2">
                    <a:lumMod val="50000"/>
                    <a:lumOff val="50000"/>
                  </a:schemeClr>
                </a:solidFill>
                <a:latin typeface="Aptos (Body)"/>
              </a:rPr>
              <a:t> Theorems</a:t>
            </a:r>
            <a:br>
              <a:rPr lang="en-US" sz="2100" b="0" i="0" dirty="0">
                <a:solidFill>
                  <a:srgbClr val="00803E"/>
                </a:solidFill>
                <a:effectLst/>
                <a:latin typeface="Aptos (Body)"/>
              </a:rPr>
            </a:br>
            <a:r>
              <a:rPr lang="en-US" b="0" i="0" dirty="0">
                <a:solidFill>
                  <a:srgbClr val="242021"/>
                </a:solidFill>
                <a:effectLst/>
                <a:latin typeface="Aptos (Body)"/>
              </a:rPr>
              <a:t>The following procedure illustrates the application of </a:t>
            </a:r>
            <a:r>
              <a:rPr lang="en-US" b="0" i="0" dirty="0" err="1">
                <a:solidFill>
                  <a:srgbClr val="242021"/>
                </a:solidFill>
                <a:effectLst/>
                <a:latin typeface="Aptos (Body)"/>
              </a:rPr>
              <a:t>DeMorgan’s</a:t>
            </a:r>
            <a:r>
              <a:rPr lang="en-US" b="0" i="0" dirty="0">
                <a:solidFill>
                  <a:srgbClr val="242021"/>
                </a:solidFill>
                <a:effectLst/>
                <a:latin typeface="Aptos (Body)"/>
              </a:rPr>
              <a:t> theorems and Boolean algebra to the specific expression</a:t>
            </a:r>
            <a:r>
              <a:rPr lang="en-US" dirty="0">
                <a:latin typeface="Aptos (Body)"/>
              </a:rPr>
              <a:t> </a:t>
            </a:r>
            <a:br>
              <a:rPr lang="en-US" sz="2100" dirty="0">
                <a:latin typeface="Aptos (Body)"/>
              </a:rPr>
            </a:b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9</a:t>
            </a:fld>
            <a:endParaRPr lang="vi-VN" dirty="0"/>
          </a:p>
        </p:txBody>
      </p:sp>
      <p:pic>
        <p:nvPicPr>
          <p:cNvPr id="11" name="Picture 10">
            <a:extLst>
              <a:ext uri="{FF2B5EF4-FFF2-40B4-BE49-F238E27FC236}">
                <a16:creationId xmlns:a16="http://schemas.microsoft.com/office/drawing/2014/main" id="{15DA2863-57E8-4869-948E-50EDB2193818}"/>
              </a:ext>
            </a:extLst>
          </p:cNvPr>
          <p:cNvPicPr>
            <a:picLocks noChangeAspect="1"/>
          </p:cNvPicPr>
          <p:nvPr/>
        </p:nvPicPr>
        <p:blipFill>
          <a:blip r:embed="rId2"/>
          <a:stretch>
            <a:fillRect/>
          </a:stretch>
        </p:blipFill>
        <p:spPr>
          <a:xfrm>
            <a:off x="2389119" y="2128289"/>
            <a:ext cx="8492319" cy="4565374"/>
          </a:xfrm>
          <a:prstGeom prst="rect">
            <a:avLst/>
          </a:prstGeom>
        </p:spPr>
      </p:pic>
    </p:spTree>
    <p:extLst>
      <p:ext uri="{BB962C8B-B14F-4D97-AF65-F5344CB8AC3E}">
        <p14:creationId xmlns:p14="http://schemas.microsoft.com/office/powerpoint/2010/main" val="2206789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4.4. </a:t>
            </a:r>
            <a:r>
              <a:rPr lang="en-US" sz="2800" b="1" dirty="0">
                <a:solidFill>
                  <a:srgbClr val="FF0000"/>
                </a:solidFill>
                <a:latin typeface="+mj-lt"/>
                <a:ea typeface="+mj-ea"/>
                <a:cs typeface="+mj-cs"/>
              </a:rPr>
              <a:t>Boolean Analysis of Logic Circuits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Boolean algebra </a:t>
            </a:r>
            <a:r>
              <a:rPr lang="en-US" b="0" i="0" dirty="0">
                <a:solidFill>
                  <a:srgbClr val="242021"/>
                </a:solidFill>
                <a:effectLst/>
                <a:latin typeface="Aptos (Body)"/>
              </a:rPr>
              <a:t>provides a concise way to express the operation of a logic circuit formed by a combination of logic gates so that the output can be determined for various combinations of input values.</a:t>
            </a:r>
            <a:r>
              <a:rPr lang="en-US" dirty="0">
                <a:latin typeface="Aptos (Body)"/>
              </a:rPr>
              <a:t> </a:t>
            </a:r>
            <a:br>
              <a:rPr lang="en-US" dirty="0">
                <a:latin typeface="Aptos (Body)"/>
              </a:rPr>
            </a:br>
            <a:r>
              <a:rPr lang="en-US" b="1" i="1" dirty="0">
                <a:solidFill>
                  <a:schemeClr val="tx2">
                    <a:lumMod val="50000"/>
                    <a:lumOff val="50000"/>
                  </a:schemeClr>
                </a:solidFill>
                <a:latin typeface="Aptos (Body)"/>
              </a:rPr>
              <a:t>Boolean Expression for a Logic Circuit: </a:t>
            </a:r>
            <a:r>
              <a:rPr lang="en-US" dirty="0">
                <a:solidFill>
                  <a:srgbClr val="242021"/>
                </a:solidFill>
                <a:latin typeface="Aptos (Body)"/>
              </a:rPr>
              <a:t>A combinational logic circuit can be described by a Boolean equation. </a:t>
            </a:r>
            <a:br>
              <a:rPr lang="en-US" dirty="0"/>
            </a:br>
            <a:br>
              <a:rPr lang="en-US" b="1" i="1" dirty="0">
                <a:solidFill>
                  <a:schemeClr val="tx2">
                    <a:lumMod val="50000"/>
                    <a:lumOff val="50000"/>
                  </a:schemeClr>
                </a:solidFill>
                <a:latin typeface="Aptos (Body)"/>
              </a:rPr>
            </a:br>
            <a:endParaRPr lang="en-US"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10</a:t>
            </a:fld>
            <a:endParaRPr lang="vi-VN" dirty="0"/>
          </a:p>
        </p:txBody>
      </p:sp>
      <p:pic>
        <p:nvPicPr>
          <p:cNvPr id="3" name="Picture 2">
            <a:extLst>
              <a:ext uri="{FF2B5EF4-FFF2-40B4-BE49-F238E27FC236}">
                <a16:creationId xmlns:a16="http://schemas.microsoft.com/office/drawing/2014/main" id="{693C2E93-406A-44B7-A143-F2F908F6A39D}"/>
              </a:ext>
            </a:extLst>
          </p:cNvPr>
          <p:cNvPicPr>
            <a:picLocks noChangeAspect="1"/>
          </p:cNvPicPr>
          <p:nvPr/>
        </p:nvPicPr>
        <p:blipFill>
          <a:blip r:embed="rId2"/>
          <a:stretch>
            <a:fillRect/>
          </a:stretch>
        </p:blipFill>
        <p:spPr>
          <a:xfrm>
            <a:off x="1898532" y="3167130"/>
            <a:ext cx="9104008" cy="2716835"/>
          </a:xfrm>
          <a:prstGeom prst="rect">
            <a:avLst/>
          </a:prstGeom>
        </p:spPr>
      </p:pic>
    </p:spTree>
    <p:extLst>
      <p:ext uri="{BB962C8B-B14F-4D97-AF65-F5344CB8AC3E}">
        <p14:creationId xmlns:p14="http://schemas.microsoft.com/office/powerpoint/2010/main" val="3640951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4.4. </a:t>
            </a:r>
            <a:r>
              <a:rPr lang="en-US" sz="2800" b="1" dirty="0">
                <a:solidFill>
                  <a:srgbClr val="FF0000"/>
                </a:solidFill>
                <a:latin typeface="+mj-lt"/>
                <a:ea typeface="+mj-ea"/>
                <a:cs typeface="+mj-cs"/>
              </a:rPr>
              <a:t>Boolean Analysis of Logic Circuits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Constructing a Truth Table for a Logic Circuit</a:t>
            </a:r>
            <a:r>
              <a:rPr lang="vi-VN" b="1" i="1" dirty="0">
                <a:solidFill>
                  <a:schemeClr val="tx2">
                    <a:lumMod val="50000"/>
                    <a:lumOff val="50000"/>
                  </a:schemeClr>
                </a:solidFill>
                <a:latin typeface="Aptos (Body)"/>
              </a:rPr>
              <a:t>: </a:t>
            </a:r>
            <a:r>
              <a:rPr lang="en-US" b="0" i="0" dirty="0">
                <a:effectLst/>
                <a:latin typeface="Aptos (Body)"/>
              </a:rPr>
              <a:t>A combinational logic circuit can be</a:t>
            </a:r>
            <a:r>
              <a:rPr lang="vi-VN" b="0" i="0" dirty="0">
                <a:effectLst/>
                <a:latin typeface="Aptos (Body)"/>
              </a:rPr>
              <a:t> </a:t>
            </a:r>
            <a:r>
              <a:rPr lang="en-US" b="0" i="0" dirty="0">
                <a:effectLst/>
                <a:latin typeface="Aptos (Body)"/>
              </a:rPr>
              <a:t>described by a truth table.</a:t>
            </a:r>
            <a:r>
              <a:rPr lang="en-US" dirty="0">
                <a:latin typeface="Aptos (Body)"/>
              </a:rPr>
              <a:t> </a:t>
            </a:r>
            <a:br>
              <a:rPr lang="en-US" sz="2100" dirty="0">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11</a:t>
            </a:fld>
            <a:endParaRPr lang="vi-VN" dirty="0"/>
          </a:p>
        </p:txBody>
      </p:sp>
      <p:pic>
        <p:nvPicPr>
          <p:cNvPr id="5" name="Picture 4">
            <a:extLst>
              <a:ext uri="{FF2B5EF4-FFF2-40B4-BE49-F238E27FC236}">
                <a16:creationId xmlns:a16="http://schemas.microsoft.com/office/drawing/2014/main" id="{BF070C77-0CC1-437B-B868-349EC120C011}"/>
              </a:ext>
            </a:extLst>
          </p:cNvPr>
          <p:cNvPicPr>
            <a:picLocks noChangeAspect="1"/>
          </p:cNvPicPr>
          <p:nvPr/>
        </p:nvPicPr>
        <p:blipFill>
          <a:blip r:embed="rId2"/>
          <a:stretch>
            <a:fillRect/>
          </a:stretch>
        </p:blipFill>
        <p:spPr>
          <a:xfrm>
            <a:off x="4112640" y="1622441"/>
            <a:ext cx="4507434" cy="5082208"/>
          </a:xfrm>
          <a:prstGeom prst="rect">
            <a:avLst/>
          </a:prstGeom>
        </p:spPr>
      </p:pic>
    </p:spTree>
    <p:extLst>
      <p:ext uri="{BB962C8B-B14F-4D97-AF65-F5344CB8AC3E}">
        <p14:creationId xmlns:p14="http://schemas.microsoft.com/office/powerpoint/2010/main" val="374458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4.5. </a:t>
            </a:r>
            <a:r>
              <a:rPr lang="en-US" sz="2800" b="1" dirty="0">
                <a:solidFill>
                  <a:srgbClr val="FF0000"/>
                </a:solidFill>
                <a:latin typeface="+mj-lt"/>
                <a:ea typeface="+mj-ea"/>
                <a:cs typeface="+mj-cs"/>
              </a:rPr>
              <a:t>Logic Simplification Using Boolean Algebra</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A logic expression </a:t>
            </a:r>
            <a:r>
              <a:rPr lang="en-US" b="0" i="0" dirty="0">
                <a:solidFill>
                  <a:srgbClr val="242021"/>
                </a:solidFill>
                <a:effectLst/>
                <a:latin typeface="Aptos (Body)"/>
              </a:rPr>
              <a:t>can be reduced to its simplest form or changed to a more convenient form</a:t>
            </a:r>
            <a:r>
              <a:rPr lang="vi-VN" b="0" i="0" dirty="0">
                <a:solidFill>
                  <a:srgbClr val="242021"/>
                </a:solidFill>
                <a:effectLst/>
                <a:latin typeface="Aptos (Body)"/>
              </a:rPr>
              <a:t> </a:t>
            </a:r>
            <a:r>
              <a:rPr lang="en-US" b="0" i="0" dirty="0">
                <a:solidFill>
                  <a:srgbClr val="242021"/>
                </a:solidFill>
                <a:effectLst/>
                <a:latin typeface="Aptos (Body)"/>
              </a:rPr>
              <a:t>to implement the expression most efficiently using Boolean algebra.</a:t>
            </a:r>
            <a:r>
              <a:rPr lang="en-US" dirty="0">
                <a:latin typeface="Aptos (Body)"/>
              </a:rPr>
              <a:t> </a:t>
            </a:r>
            <a:br>
              <a:rPr lang="en-US" sz="2100" dirty="0">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12</a:t>
            </a:fld>
            <a:endParaRPr lang="vi-VN" dirty="0"/>
          </a:p>
        </p:txBody>
      </p:sp>
      <p:pic>
        <p:nvPicPr>
          <p:cNvPr id="3" name="Picture 2">
            <a:extLst>
              <a:ext uri="{FF2B5EF4-FFF2-40B4-BE49-F238E27FC236}">
                <a16:creationId xmlns:a16="http://schemas.microsoft.com/office/drawing/2014/main" id="{A4514AB6-71A3-4C74-92A8-7C06D9523E7A}"/>
              </a:ext>
            </a:extLst>
          </p:cNvPr>
          <p:cNvPicPr>
            <a:picLocks noChangeAspect="1"/>
          </p:cNvPicPr>
          <p:nvPr/>
        </p:nvPicPr>
        <p:blipFill>
          <a:blip r:embed="rId2"/>
          <a:stretch>
            <a:fillRect/>
          </a:stretch>
        </p:blipFill>
        <p:spPr>
          <a:xfrm>
            <a:off x="1353306" y="1988492"/>
            <a:ext cx="9964050" cy="3908726"/>
          </a:xfrm>
          <a:prstGeom prst="rect">
            <a:avLst/>
          </a:prstGeom>
        </p:spPr>
      </p:pic>
    </p:spTree>
    <p:extLst>
      <p:ext uri="{BB962C8B-B14F-4D97-AF65-F5344CB8AC3E}">
        <p14:creationId xmlns:p14="http://schemas.microsoft.com/office/powerpoint/2010/main" val="3368350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4.6. </a:t>
            </a:r>
            <a:r>
              <a:rPr lang="en-US" sz="2800" b="1" dirty="0">
                <a:solidFill>
                  <a:srgbClr val="FF0000"/>
                </a:solidFill>
                <a:latin typeface="+mj-lt"/>
                <a:ea typeface="+mj-ea"/>
                <a:cs typeface="+mj-cs"/>
              </a:rPr>
              <a:t>Standard Forms of Boolean Expressions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776296"/>
          </a:xfrm>
        </p:spPr>
        <p:txBody>
          <a:bodyPr>
            <a:normAutofit/>
          </a:bodyPr>
          <a:lstStyle/>
          <a:p>
            <a:pPr marL="0" indent="0">
              <a:buNone/>
            </a:pPr>
            <a:r>
              <a:rPr lang="en-US" b="1" i="1" dirty="0">
                <a:solidFill>
                  <a:schemeClr val="tx2">
                    <a:lumMod val="50000"/>
                    <a:lumOff val="50000"/>
                  </a:schemeClr>
                </a:solidFill>
                <a:latin typeface="Aptos (Body)"/>
              </a:rPr>
              <a:t>All Boolean expressions</a:t>
            </a:r>
            <a:r>
              <a:rPr lang="en-US" b="0" i="0" dirty="0">
                <a:solidFill>
                  <a:srgbClr val="242021"/>
                </a:solidFill>
                <a:effectLst/>
                <a:latin typeface="Aptos (Body)"/>
              </a:rPr>
              <a:t>, regardless of their form, can be converted into either of two standard forms: the sum-of-products form or the product-of-sums form. Standardization makes</a:t>
            </a:r>
            <a:r>
              <a:rPr lang="vi-VN" b="0" i="0" dirty="0">
                <a:solidFill>
                  <a:srgbClr val="242021"/>
                </a:solidFill>
                <a:effectLst/>
                <a:latin typeface="Aptos (Body)"/>
              </a:rPr>
              <a:t> </a:t>
            </a:r>
            <a:r>
              <a:rPr lang="en-US" b="0" i="0" dirty="0">
                <a:solidFill>
                  <a:srgbClr val="242021"/>
                </a:solidFill>
                <a:effectLst/>
                <a:latin typeface="Aptos (Body)"/>
              </a:rPr>
              <a:t>the evaluation, simplification, and implementation of Boolean expressions much more systematic and easier.</a:t>
            </a:r>
            <a:r>
              <a:rPr lang="en-US" dirty="0">
                <a:latin typeface="Aptos (Body)"/>
              </a:rPr>
              <a:t> </a:t>
            </a:r>
            <a:br>
              <a:rPr lang="en-US" dirty="0">
                <a:latin typeface="Aptos (Body)"/>
              </a:rPr>
            </a:br>
            <a:r>
              <a:rPr lang="en-US" b="1" i="1" dirty="0">
                <a:solidFill>
                  <a:schemeClr val="tx2">
                    <a:lumMod val="50000"/>
                    <a:lumOff val="50000"/>
                  </a:schemeClr>
                </a:solidFill>
                <a:latin typeface="Aptos (Body)"/>
              </a:rPr>
              <a:t>The Sum-of-Products (SOP) Form</a:t>
            </a:r>
            <a:r>
              <a:rPr lang="vi-VN" b="1" i="1" dirty="0">
                <a:solidFill>
                  <a:schemeClr val="tx2">
                    <a:lumMod val="50000"/>
                    <a:lumOff val="50000"/>
                  </a:schemeClr>
                </a:solidFill>
                <a:latin typeface="Aptos (Body)"/>
              </a:rPr>
              <a:t>: </a:t>
            </a:r>
            <a:r>
              <a:rPr lang="en-US" dirty="0">
                <a:solidFill>
                  <a:srgbClr val="242021"/>
                </a:solidFill>
                <a:latin typeface="Aptos (Body)"/>
              </a:rPr>
              <a:t>An SOP expression can be</a:t>
            </a:r>
            <a:r>
              <a:rPr lang="vi-VN" dirty="0">
                <a:solidFill>
                  <a:srgbClr val="242021"/>
                </a:solidFill>
                <a:latin typeface="Aptos (Body)"/>
              </a:rPr>
              <a:t> </a:t>
            </a:r>
            <a:r>
              <a:rPr lang="en-US" dirty="0">
                <a:solidFill>
                  <a:srgbClr val="242021"/>
                </a:solidFill>
                <a:latin typeface="Aptos (Body)"/>
              </a:rPr>
              <a:t>implemented with one OR gate and</a:t>
            </a:r>
            <a:r>
              <a:rPr lang="vi-VN" dirty="0">
                <a:solidFill>
                  <a:srgbClr val="242021"/>
                </a:solidFill>
                <a:latin typeface="Aptos (Body)"/>
              </a:rPr>
              <a:t> </a:t>
            </a:r>
            <a:r>
              <a:rPr lang="en-US" dirty="0">
                <a:solidFill>
                  <a:srgbClr val="242021"/>
                </a:solidFill>
                <a:latin typeface="Aptos (Body)"/>
              </a:rPr>
              <a:t>two or more AND gates </a:t>
            </a:r>
            <a:endParaRPr lang="vi-VN" dirty="0">
              <a:solidFill>
                <a:srgbClr val="242021"/>
              </a:solidFill>
              <a:latin typeface="Aptos (Body)"/>
            </a:endParaRPr>
          </a:p>
          <a:p>
            <a:pPr marL="0" indent="0">
              <a:buNone/>
            </a:pPr>
            <a:endParaRPr lang="vi-VN" dirty="0">
              <a:solidFill>
                <a:srgbClr val="242021"/>
              </a:solidFill>
              <a:latin typeface="Aptos (Body)"/>
            </a:endParaRPr>
          </a:p>
          <a:p>
            <a:pPr marL="0" indent="0">
              <a:buNone/>
            </a:pPr>
            <a:endParaRPr lang="vi-VN" dirty="0">
              <a:solidFill>
                <a:srgbClr val="242021"/>
              </a:solidFill>
              <a:latin typeface="Aptos (Body)"/>
            </a:endParaRPr>
          </a:p>
          <a:p>
            <a:pPr marL="0" indent="0">
              <a:buNone/>
            </a:pPr>
            <a:endParaRPr lang="vi-VN" dirty="0">
              <a:solidFill>
                <a:srgbClr val="242021"/>
              </a:solidFill>
              <a:latin typeface="Aptos (Body)"/>
            </a:endParaRPr>
          </a:p>
          <a:p>
            <a:pPr marL="0" indent="0">
              <a:buNone/>
            </a:pPr>
            <a:r>
              <a:rPr lang="en-US" b="1" i="1" dirty="0">
                <a:solidFill>
                  <a:schemeClr val="tx2">
                    <a:lumMod val="50000"/>
                    <a:lumOff val="50000"/>
                  </a:schemeClr>
                </a:solidFill>
                <a:latin typeface="Aptos (Body)"/>
              </a:rPr>
              <a:t>AND/OR Implementation of an SOP Expression </a:t>
            </a:r>
            <a:br>
              <a:rPr lang="en-US" b="1" i="1" dirty="0">
                <a:solidFill>
                  <a:schemeClr val="tx2">
                    <a:lumMod val="50000"/>
                    <a:lumOff val="50000"/>
                  </a:schemeClr>
                </a:solidFill>
                <a:latin typeface="Aptos (Body)"/>
              </a:rPr>
            </a:br>
            <a:br>
              <a:rPr lang="en-US" b="1" i="1" dirty="0">
                <a:solidFill>
                  <a:schemeClr val="tx2">
                    <a:lumMod val="50000"/>
                    <a:lumOff val="50000"/>
                  </a:schemeClr>
                </a:solidFill>
                <a:latin typeface="Aptos (Body)"/>
              </a:rPr>
            </a:br>
            <a:br>
              <a:rPr lang="en-US" dirty="0"/>
            </a:br>
            <a:endParaRPr lang="en-US" dirty="0">
              <a:latin typeface="Aptos (Body)"/>
            </a:endParaRPr>
          </a:p>
          <a:p>
            <a:pPr marL="0" indent="0">
              <a:buNone/>
            </a:pP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13</a:t>
            </a:fld>
            <a:endParaRPr lang="vi-VN" dirty="0"/>
          </a:p>
        </p:txBody>
      </p:sp>
      <p:pic>
        <p:nvPicPr>
          <p:cNvPr id="3" name="Picture 2">
            <a:extLst>
              <a:ext uri="{FF2B5EF4-FFF2-40B4-BE49-F238E27FC236}">
                <a16:creationId xmlns:a16="http://schemas.microsoft.com/office/drawing/2014/main" id="{81695846-B455-472E-A01C-51C5B9655652}"/>
              </a:ext>
            </a:extLst>
          </p:cNvPr>
          <p:cNvPicPr>
            <a:picLocks noChangeAspect="1"/>
          </p:cNvPicPr>
          <p:nvPr/>
        </p:nvPicPr>
        <p:blipFill>
          <a:blip r:embed="rId2"/>
          <a:stretch>
            <a:fillRect/>
          </a:stretch>
        </p:blipFill>
        <p:spPr>
          <a:xfrm>
            <a:off x="5271973" y="2838986"/>
            <a:ext cx="2520306" cy="1180028"/>
          </a:xfrm>
          <a:prstGeom prst="rect">
            <a:avLst/>
          </a:prstGeom>
        </p:spPr>
      </p:pic>
      <p:pic>
        <p:nvPicPr>
          <p:cNvPr id="5" name="Picture 4">
            <a:extLst>
              <a:ext uri="{FF2B5EF4-FFF2-40B4-BE49-F238E27FC236}">
                <a16:creationId xmlns:a16="http://schemas.microsoft.com/office/drawing/2014/main" id="{ADBD6EC1-41D7-4106-A242-87776FF23C67}"/>
              </a:ext>
            </a:extLst>
          </p:cNvPr>
          <p:cNvPicPr>
            <a:picLocks noChangeAspect="1"/>
          </p:cNvPicPr>
          <p:nvPr/>
        </p:nvPicPr>
        <p:blipFill>
          <a:blip r:embed="rId3"/>
          <a:stretch>
            <a:fillRect/>
          </a:stretch>
        </p:blipFill>
        <p:spPr>
          <a:xfrm>
            <a:off x="4217633" y="4733447"/>
            <a:ext cx="5821717" cy="2049244"/>
          </a:xfrm>
          <a:prstGeom prst="rect">
            <a:avLst/>
          </a:prstGeom>
        </p:spPr>
      </p:pic>
    </p:spTree>
    <p:extLst>
      <p:ext uri="{BB962C8B-B14F-4D97-AF65-F5344CB8AC3E}">
        <p14:creationId xmlns:p14="http://schemas.microsoft.com/office/powerpoint/2010/main" val="1588978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4.6. </a:t>
            </a:r>
            <a:r>
              <a:rPr lang="en-US" sz="2800" b="1" dirty="0">
                <a:solidFill>
                  <a:srgbClr val="FF0000"/>
                </a:solidFill>
                <a:latin typeface="+mj-lt"/>
                <a:ea typeface="+mj-ea"/>
                <a:cs typeface="+mj-cs"/>
              </a:rPr>
              <a:t>Standard Forms of Boolean Expressions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776296"/>
          </a:xfrm>
        </p:spPr>
        <p:txBody>
          <a:bodyPr>
            <a:normAutofit/>
          </a:bodyPr>
          <a:lstStyle/>
          <a:p>
            <a:pPr marL="0" indent="0">
              <a:buNone/>
            </a:pPr>
            <a:r>
              <a:rPr lang="en-US" b="1" i="1" dirty="0">
                <a:solidFill>
                  <a:schemeClr val="tx2">
                    <a:lumMod val="50000"/>
                    <a:lumOff val="50000"/>
                  </a:schemeClr>
                </a:solidFill>
                <a:latin typeface="Aptos (Body)"/>
              </a:rPr>
              <a:t>All Boolean expressions</a:t>
            </a:r>
            <a:r>
              <a:rPr lang="en-US" b="0" i="0" dirty="0">
                <a:solidFill>
                  <a:srgbClr val="242021"/>
                </a:solidFill>
                <a:effectLst/>
                <a:latin typeface="Aptos (Body)"/>
              </a:rPr>
              <a:t>, regardless of their form, can be converted into either of two standard forms: the sum-of-products form or the product-of-sums form. Standardization makes</a:t>
            </a:r>
            <a:r>
              <a:rPr lang="vi-VN" b="0" i="0" dirty="0">
                <a:solidFill>
                  <a:srgbClr val="242021"/>
                </a:solidFill>
                <a:effectLst/>
                <a:latin typeface="Aptos (Body)"/>
              </a:rPr>
              <a:t> </a:t>
            </a:r>
            <a:r>
              <a:rPr lang="en-US" b="0" i="0" dirty="0">
                <a:solidFill>
                  <a:srgbClr val="242021"/>
                </a:solidFill>
                <a:effectLst/>
                <a:latin typeface="Aptos (Body)"/>
              </a:rPr>
              <a:t>the evaluation, simplification, and implementation of Boolean expressions much more systematic and easier.</a:t>
            </a:r>
            <a:r>
              <a:rPr lang="en-US" dirty="0">
                <a:latin typeface="Aptos (Body)"/>
              </a:rPr>
              <a:t> </a:t>
            </a:r>
            <a:br>
              <a:rPr lang="en-US" dirty="0">
                <a:latin typeface="Aptos (Body)"/>
              </a:rPr>
            </a:br>
            <a:r>
              <a:rPr lang="en-US" b="1" i="1" dirty="0">
                <a:solidFill>
                  <a:schemeClr val="tx2">
                    <a:lumMod val="50000"/>
                    <a:lumOff val="50000"/>
                  </a:schemeClr>
                </a:solidFill>
                <a:latin typeface="Aptos (Body)"/>
              </a:rPr>
              <a:t>The Sum-of-Products (SOP) Form</a:t>
            </a:r>
            <a:r>
              <a:rPr lang="vi-VN" b="1" i="1" dirty="0">
                <a:solidFill>
                  <a:schemeClr val="tx2">
                    <a:lumMod val="50000"/>
                    <a:lumOff val="50000"/>
                  </a:schemeClr>
                </a:solidFill>
                <a:latin typeface="Aptos (Body)"/>
              </a:rPr>
              <a:t>: </a:t>
            </a:r>
            <a:r>
              <a:rPr lang="en-US" dirty="0">
                <a:solidFill>
                  <a:srgbClr val="242021"/>
                </a:solidFill>
                <a:latin typeface="Aptos (Body)"/>
              </a:rPr>
              <a:t>An SOP expression can be</a:t>
            </a:r>
            <a:r>
              <a:rPr lang="vi-VN" dirty="0">
                <a:solidFill>
                  <a:srgbClr val="242021"/>
                </a:solidFill>
                <a:latin typeface="Aptos (Body)"/>
              </a:rPr>
              <a:t> </a:t>
            </a:r>
            <a:r>
              <a:rPr lang="en-US" dirty="0">
                <a:solidFill>
                  <a:srgbClr val="242021"/>
                </a:solidFill>
                <a:latin typeface="Aptos (Body)"/>
              </a:rPr>
              <a:t>implemented with one OR gate and</a:t>
            </a:r>
            <a:r>
              <a:rPr lang="vi-VN" dirty="0">
                <a:solidFill>
                  <a:srgbClr val="242021"/>
                </a:solidFill>
                <a:latin typeface="Aptos (Body)"/>
              </a:rPr>
              <a:t> </a:t>
            </a:r>
            <a:r>
              <a:rPr lang="en-US" dirty="0">
                <a:solidFill>
                  <a:srgbClr val="242021"/>
                </a:solidFill>
                <a:latin typeface="Aptos (Body)"/>
              </a:rPr>
              <a:t>two or more AND gates </a:t>
            </a:r>
            <a:endParaRPr lang="vi-VN" dirty="0">
              <a:solidFill>
                <a:srgbClr val="242021"/>
              </a:solidFill>
              <a:latin typeface="Aptos (Body)"/>
            </a:endParaRPr>
          </a:p>
          <a:p>
            <a:pPr marL="0" indent="0">
              <a:buNone/>
            </a:pPr>
            <a:endParaRPr lang="vi-VN" dirty="0">
              <a:solidFill>
                <a:srgbClr val="242021"/>
              </a:solidFill>
              <a:latin typeface="Aptos (Body)"/>
            </a:endParaRPr>
          </a:p>
          <a:p>
            <a:pPr marL="0" indent="0">
              <a:buNone/>
            </a:pPr>
            <a:endParaRPr lang="vi-VN" dirty="0">
              <a:solidFill>
                <a:srgbClr val="242021"/>
              </a:solidFill>
              <a:latin typeface="Aptos (Body)"/>
            </a:endParaRPr>
          </a:p>
          <a:p>
            <a:pPr marL="0" indent="0">
              <a:buNone/>
            </a:pPr>
            <a:endParaRPr lang="vi-VN" dirty="0">
              <a:solidFill>
                <a:srgbClr val="242021"/>
              </a:solidFill>
              <a:latin typeface="Aptos (Body)"/>
            </a:endParaRPr>
          </a:p>
          <a:p>
            <a:pPr marL="0" indent="0">
              <a:buNone/>
            </a:pPr>
            <a:r>
              <a:rPr lang="en-US" b="1" i="1" dirty="0">
                <a:solidFill>
                  <a:schemeClr val="tx2">
                    <a:lumMod val="50000"/>
                    <a:lumOff val="50000"/>
                  </a:schemeClr>
                </a:solidFill>
                <a:latin typeface="Aptos (Body)"/>
              </a:rPr>
              <a:t>NAND/NAND Implementation of an SOP Expression </a:t>
            </a:r>
            <a:br>
              <a:rPr lang="en-US" dirty="0"/>
            </a:br>
            <a:br>
              <a:rPr lang="en-US" b="1" i="1" dirty="0">
                <a:solidFill>
                  <a:schemeClr val="tx2">
                    <a:lumMod val="50000"/>
                    <a:lumOff val="50000"/>
                  </a:schemeClr>
                </a:solidFill>
                <a:latin typeface="Aptos (Body)"/>
              </a:rPr>
            </a:br>
            <a:br>
              <a:rPr lang="en-US" b="1" i="1" dirty="0">
                <a:solidFill>
                  <a:schemeClr val="tx2">
                    <a:lumMod val="50000"/>
                    <a:lumOff val="50000"/>
                  </a:schemeClr>
                </a:solidFill>
                <a:latin typeface="Aptos (Body)"/>
              </a:rPr>
            </a:br>
            <a:br>
              <a:rPr lang="en-US" dirty="0"/>
            </a:br>
            <a:endParaRPr lang="en-US" dirty="0">
              <a:latin typeface="Aptos (Body)"/>
            </a:endParaRPr>
          </a:p>
          <a:p>
            <a:pPr marL="0" indent="0">
              <a:buNone/>
            </a:pP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14</a:t>
            </a:fld>
            <a:endParaRPr lang="vi-VN" dirty="0"/>
          </a:p>
        </p:txBody>
      </p:sp>
      <p:pic>
        <p:nvPicPr>
          <p:cNvPr id="3" name="Picture 2">
            <a:extLst>
              <a:ext uri="{FF2B5EF4-FFF2-40B4-BE49-F238E27FC236}">
                <a16:creationId xmlns:a16="http://schemas.microsoft.com/office/drawing/2014/main" id="{81695846-B455-472E-A01C-51C5B9655652}"/>
              </a:ext>
            </a:extLst>
          </p:cNvPr>
          <p:cNvPicPr>
            <a:picLocks noChangeAspect="1"/>
          </p:cNvPicPr>
          <p:nvPr/>
        </p:nvPicPr>
        <p:blipFill>
          <a:blip r:embed="rId2"/>
          <a:stretch>
            <a:fillRect/>
          </a:stretch>
        </p:blipFill>
        <p:spPr>
          <a:xfrm>
            <a:off x="4609364" y="2850121"/>
            <a:ext cx="2472742" cy="1157758"/>
          </a:xfrm>
          <a:prstGeom prst="rect">
            <a:avLst/>
          </a:prstGeom>
        </p:spPr>
      </p:pic>
      <p:pic>
        <p:nvPicPr>
          <p:cNvPr id="7" name="Picture 6">
            <a:extLst>
              <a:ext uri="{FF2B5EF4-FFF2-40B4-BE49-F238E27FC236}">
                <a16:creationId xmlns:a16="http://schemas.microsoft.com/office/drawing/2014/main" id="{1A56B2F5-B8C7-458B-80C0-EFBB8367203A}"/>
              </a:ext>
            </a:extLst>
          </p:cNvPr>
          <p:cNvPicPr>
            <a:picLocks noChangeAspect="1"/>
          </p:cNvPicPr>
          <p:nvPr/>
        </p:nvPicPr>
        <p:blipFill>
          <a:blip r:embed="rId3"/>
          <a:stretch>
            <a:fillRect/>
          </a:stretch>
        </p:blipFill>
        <p:spPr>
          <a:xfrm>
            <a:off x="3106313" y="4741791"/>
            <a:ext cx="5979373" cy="2032557"/>
          </a:xfrm>
          <a:prstGeom prst="rect">
            <a:avLst/>
          </a:prstGeom>
        </p:spPr>
      </p:pic>
    </p:spTree>
    <p:extLst>
      <p:ext uri="{BB962C8B-B14F-4D97-AF65-F5344CB8AC3E}">
        <p14:creationId xmlns:p14="http://schemas.microsoft.com/office/powerpoint/2010/main" val="1407382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4.6. </a:t>
            </a:r>
            <a:r>
              <a:rPr lang="en-US" sz="2800" b="1" dirty="0">
                <a:solidFill>
                  <a:srgbClr val="FF0000"/>
                </a:solidFill>
                <a:latin typeface="+mj-lt"/>
                <a:ea typeface="+mj-ea"/>
                <a:cs typeface="+mj-cs"/>
              </a:rPr>
              <a:t>Standard Forms of Boolean Expressions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776296"/>
          </a:xfrm>
        </p:spPr>
        <p:txBody>
          <a:bodyPr>
            <a:normAutofit/>
          </a:bodyPr>
          <a:lstStyle/>
          <a:p>
            <a:pPr marL="0" indent="0">
              <a:buNone/>
            </a:pPr>
            <a:r>
              <a:rPr lang="en-US" sz="2100" b="1" i="1" dirty="0">
                <a:solidFill>
                  <a:schemeClr val="tx2">
                    <a:lumMod val="50000"/>
                    <a:lumOff val="50000"/>
                  </a:schemeClr>
                </a:solidFill>
                <a:latin typeface="Aptos (Body)"/>
              </a:rPr>
              <a:t>The Product-of-Sums (POS) Form</a:t>
            </a:r>
            <a:r>
              <a:rPr lang="vi-VN" sz="2100" b="1" i="1" dirty="0">
                <a:solidFill>
                  <a:schemeClr val="tx2">
                    <a:lumMod val="50000"/>
                    <a:lumOff val="50000"/>
                  </a:schemeClr>
                </a:solidFill>
                <a:latin typeface="Aptos (Body)"/>
              </a:rPr>
              <a:t>: </a:t>
            </a:r>
            <a:r>
              <a:rPr lang="en-US" sz="2100" dirty="0">
                <a:solidFill>
                  <a:srgbClr val="242021"/>
                </a:solidFill>
                <a:latin typeface="Aptos (Body)"/>
              </a:rPr>
              <a:t>When two or more sum terms are multiplied</a:t>
            </a:r>
            <a:r>
              <a:rPr lang="vi-VN" sz="2100" dirty="0">
                <a:solidFill>
                  <a:srgbClr val="242021"/>
                </a:solidFill>
                <a:latin typeface="Aptos (Body)"/>
              </a:rPr>
              <a:t> </a:t>
            </a:r>
            <a:r>
              <a:rPr lang="en-US" sz="2100" dirty="0">
                <a:solidFill>
                  <a:srgbClr val="242021"/>
                </a:solidFill>
                <a:latin typeface="Aptos (Body)"/>
              </a:rPr>
              <a:t>the resulting expression is a product-of-sums (POS) </a:t>
            </a:r>
            <a:br>
              <a:rPr lang="en-US" sz="1200" dirty="0"/>
            </a:br>
            <a:br>
              <a:rPr lang="en-US" sz="1600" dirty="0"/>
            </a:br>
            <a:br>
              <a:rPr lang="en-US" sz="1600" dirty="0"/>
            </a:br>
            <a:br>
              <a:rPr lang="en-US" sz="2100" b="1" i="1" dirty="0">
                <a:solidFill>
                  <a:schemeClr val="tx2">
                    <a:lumMod val="50000"/>
                    <a:lumOff val="50000"/>
                  </a:schemeClr>
                </a:solidFill>
                <a:latin typeface="Aptos (Body)"/>
              </a:rPr>
            </a:br>
            <a:br>
              <a:rPr lang="en-US" sz="2100" b="1" i="1" dirty="0">
                <a:solidFill>
                  <a:schemeClr val="tx2">
                    <a:lumMod val="50000"/>
                    <a:lumOff val="50000"/>
                  </a:schemeClr>
                </a:solidFill>
                <a:latin typeface="Aptos (Body)"/>
              </a:rPr>
            </a:br>
            <a:br>
              <a:rPr lang="en-US" sz="1600" dirty="0"/>
            </a:br>
            <a:endParaRPr lang="vi-VN" sz="1600" dirty="0"/>
          </a:p>
          <a:p>
            <a:pPr marL="0" indent="0">
              <a:buNone/>
            </a:pPr>
            <a:r>
              <a:rPr lang="en-US" sz="2100" b="1" i="1" dirty="0">
                <a:solidFill>
                  <a:schemeClr val="tx2">
                    <a:lumMod val="50000"/>
                    <a:lumOff val="50000"/>
                  </a:schemeClr>
                </a:solidFill>
                <a:latin typeface="Aptos (Body)"/>
              </a:rPr>
              <a:t>Implementation of a POS Expression</a:t>
            </a:r>
            <a:r>
              <a:rPr lang="vi-VN" sz="2100" b="1" i="1" dirty="0">
                <a:solidFill>
                  <a:schemeClr val="tx2">
                    <a:lumMod val="50000"/>
                    <a:lumOff val="50000"/>
                  </a:schemeClr>
                </a:solidFill>
                <a:latin typeface="Aptos (Body)"/>
              </a:rPr>
              <a:t>.</a:t>
            </a:r>
            <a:r>
              <a:rPr lang="en-US" sz="2100" b="1" i="1" dirty="0">
                <a:solidFill>
                  <a:schemeClr val="tx2">
                    <a:lumMod val="50000"/>
                    <a:lumOff val="50000"/>
                  </a:schemeClr>
                </a:solidFill>
                <a:latin typeface="Aptos (Body)"/>
              </a:rPr>
              <a:t> </a:t>
            </a:r>
            <a:br>
              <a:rPr lang="en-US" sz="1600" dirty="0"/>
            </a:br>
            <a:endParaRPr lang="en-US" sz="2100" dirty="0">
              <a:latin typeface="Aptos (Body)"/>
            </a:endParaRPr>
          </a:p>
          <a:p>
            <a:pPr marL="0" indent="0">
              <a:buNone/>
            </a:pP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15</a:t>
            </a:fld>
            <a:endParaRPr lang="vi-VN" dirty="0"/>
          </a:p>
        </p:txBody>
      </p:sp>
      <p:pic>
        <p:nvPicPr>
          <p:cNvPr id="5" name="Picture 4">
            <a:extLst>
              <a:ext uri="{FF2B5EF4-FFF2-40B4-BE49-F238E27FC236}">
                <a16:creationId xmlns:a16="http://schemas.microsoft.com/office/drawing/2014/main" id="{4AE5CAF0-7498-401A-882B-118AD90FE4BA}"/>
              </a:ext>
            </a:extLst>
          </p:cNvPr>
          <p:cNvPicPr>
            <a:picLocks noChangeAspect="1"/>
          </p:cNvPicPr>
          <p:nvPr/>
        </p:nvPicPr>
        <p:blipFill>
          <a:blip r:embed="rId2"/>
          <a:stretch>
            <a:fillRect/>
          </a:stretch>
        </p:blipFill>
        <p:spPr>
          <a:xfrm>
            <a:off x="4037573" y="1916750"/>
            <a:ext cx="5159435" cy="1402398"/>
          </a:xfrm>
          <a:prstGeom prst="rect">
            <a:avLst/>
          </a:prstGeom>
        </p:spPr>
      </p:pic>
      <p:pic>
        <p:nvPicPr>
          <p:cNvPr id="8" name="Picture 7">
            <a:extLst>
              <a:ext uri="{FF2B5EF4-FFF2-40B4-BE49-F238E27FC236}">
                <a16:creationId xmlns:a16="http://schemas.microsoft.com/office/drawing/2014/main" id="{29ECBA49-AB0D-4C63-8D5C-978189861070}"/>
              </a:ext>
            </a:extLst>
          </p:cNvPr>
          <p:cNvPicPr>
            <a:picLocks noChangeAspect="1"/>
          </p:cNvPicPr>
          <p:nvPr/>
        </p:nvPicPr>
        <p:blipFill>
          <a:blip r:embed="rId3"/>
          <a:stretch>
            <a:fillRect/>
          </a:stretch>
        </p:blipFill>
        <p:spPr>
          <a:xfrm>
            <a:off x="2553560" y="3984558"/>
            <a:ext cx="8046273" cy="2397060"/>
          </a:xfrm>
          <a:prstGeom prst="rect">
            <a:avLst/>
          </a:prstGeom>
        </p:spPr>
      </p:pic>
    </p:spTree>
    <p:extLst>
      <p:ext uri="{BB962C8B-B14F-4D97-AF65-F5344CB8AC3E}">
        <p14:creationId xmlns:p14="http://schemas.microsoft.com/office/powerpoint/2010/main" val="3900146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4.7. </a:t>
            </a:r>
            <a:r>
              <a:rPr lang="en-US" sz="2800" b="1" dirty="0">
                <a:solidFill>
                  <a:srgbClr val="FF0000"/>
                </a:solidFill>
                <a:latin typeface="+mj-lt"/>
                <a:ea typeface="+mj-ea"/>
                <a:cs typeface="+mj-cs"/>
              </a:rPr>
              <a:t>Boolean Expressions and Truth Tables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All standard Boolean expressions </a:t>
            </a:r>
            <a:r>
              <a:rPr lang="en-US" b="0" i="0" dirty="0">
                <a:solidFill>
                  <a:srgbClr val="242021"/>
                </a:solidFill>
                <a:effectLst/>
                <a:latin typeface="Aptos (Body)"/>
              </a:rPr>
              <a:t>can be easily converted into truth table format using</a:t>
            </a:r>
            <a:r>
              <a:rPr lang="vi-VN" b="0" i="0" dirty="0">
                <a:solidFill>
                  <a:srgbClr val="242021"/>
                </a:solidFill>
                <a:effectLst/>
                <a:latin typeface="Aptos (Body)"/>
              </a:rPr>
              <a:t> </a:t>
            </a:r>
            <a:r>
              <a:rPr lang="en-US" b="0" i="0" dirty="0">
                <a:solidFill>
                  <a:srgbClr val="242021"/>
                </a:solidFill>
                <a:effectLst/>
                <a:latin typeface="Aptos (Body)"/>
              </a:rPr>
              <a:t>binary values for each term in the expression. The truth table is a common way of presenting, in a concise format, the logical operation of a circuit. Also, standard SOP or POS</a:t>
            </a:r>
            <a:r>
              <a:rPr lang="vi-VN" b="0" i="0" dirty="0">
                <a:solidFill>
                  <a:srgbClr val="242021"/>
                </a:solidFill>
                <a:effectLst/>
                <a:latin typeface="Aptos (Body)"/>
              </a:rPr>
              <a:t> </a:t>
            </a:r>
            <a:r>
              <a:rPr lang="en-US" b="0" i="0" dirty="0">
                <a:solidFill>
                  <a:srgbClr val="242021"/>
                </a:solidFill>
                <a:effectLst/>
                <a:latin typeface="Aptos (Body)"/>
              </a:rPr>
              <a:t>expressions can be determined from a truth table.</a:t>
            </a:r>
            <a:r>
              <a:rPr lang="en-US" dirty="0">
                <a:latin typeface="Aptos (Body)"/>
              </a:rPr>
              <a:t> </a:t>
            </a:r>
            <a:br>
              <a:rPr lang="en-US" dirty="0">
                <a:latin typeface="Aptos (Body)"/>
              </a:rPr>
            </a:br>
            <a:r>
              <a:rPr lang="en-US" b="1" i="1" dirty="0">
                <a:solidFill>
                  <a:schemeClr val="tx2">
                    <a:lumMod val="50000"/>
                    <a:lumOff val="50000"/>
                  </a:schemeClr>
                </a:solidFill>
                <a:latin typeface="Aptos (Body)"/>
              </a:rPr>
              <a:t>Converting SOP Expressions to Truth Table Format </a:t>
            </a:r>
            <a:br>
              <a:rPr lang="en-US" sz="2100" b="1" i="1" dirty="0">
                <a:solidFill>
                  <a:schemeClr val="tx2">
                    <a:lumMod val="50000"/>
                    <a:lumOff val="50000"/>
                  </a:schemeClr>
                </a:solidFill>
                <a:latin typeface="Aptos (Body)"/>
              </a:rPr>
            </a:br>
            <a:br>
              <a:rPr lang="en-US" sz="2100" b="1" dirty="0">
                <a:solidFill>
                  <a:srgbClr val="FF0000"/>
                </a:solidFill>
                <a:latin typeface="Aptos (Body)"/>
                <a:ea typeface="+mj-ea"/>
                <a:cs typeface="+mj-cs"/>
              </a:rPr>
            </a:br>
            <a:endParaRPr lang="en-US" sz="2100" b="1" dirty="0">
              <a:solidFill>
                <a:srgbClr val="FF0000"/>
              </a:solidFill>
              <a:latin typeface="Aptos (Body)"/>
              <a:ea typeface="+mj-ea"/>
              <a:cs typeface="+mj-cs"/>
            </a:endParaRPr>
          </a:p>
          <a:p>
            <a:pPr marL="0" indent="0">
              <a:buNone/>
            </a:pP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16</a:t>
            </a:fld>
            <a:endParaRPr lang="vi-VN" dirty="0"/>
          </a:p>
        </p:txBody>
      </p:sp>
      <p:pic>
        <p:nvPicPr>
          <p:cNvPr id="3" name="Picture 2">
            <a:extLst>
              <a:ext uri="{FF2B5EF4-FFF2-40B4-BE49-F238E27FC236}">
                <a16:creationId xmlns:a16="http://schemas.microsoft.com/office/drawing/2014/main" id="{09568341-1B32-42DB-ABB8-A5C5862C3770}"/>
              </a:ext>
            </a:extLst>
          </p:cNvPr>
          <p:cNvPicPr>
            <a:picLocks noChangeAspect="1"/>
          </p:cNvPicPr>
          <p:nvPr/>
        </p:nvPicPr>
        <p:blipFill>
          <a:blip r:embed="rId2"/>
          <a:stretch>
            <a:fillRect/>
          </a:stretch>
        </p:blipFill>
        <p:spPr>
          <a:xfrm>
            <a:off x="2706741" y="2736433"/>
            <a:ext cx="7060112" cy="3932406"/>
          </a:xfrm>
          <a:prstGeom prst="rect">
            <a:avLst/>
          </a:prstGeom>
        </p:spPr>
      </p:pic>
    </p:spTree>
    <p:extLst>
      <p:ext uri="{BB962C8B-B14F-4D97-AF65-F5344CB8AC3E}">
        <p14:creationId xmlns:p14="http://schemas.microsoft.com/office/powerpoint/2010/main" val="1395486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4.7. </a:t>
            </a:r>
            <a:r>
              <a:rPr lang="en-US" sz="2800" b="1" dirty="0">
                <a:solidFill>
                  <a:srgbClr val="FF0000"/>
                </a:solidFill>
                <a:latin typeface="+mj-lt"/>
                <a:ea typeface="+mj-ea"/>
                <a:cs typeface="+mj-cs"/>
              </a:rPr>
              <a:t>Boolean Expressions and Truth Tables</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All standard Boolean expressions </a:t>
            </a:r>
            <a:r>
              <a:rPr lang="en-US" b="0" i="0" dirty="0">
                <a:solidFill>
                  <a:srgbClr val="242021"/>
                </a:solidFill>
                <a:effectLst/>
                <a:latin typeface="Aptos (Body)"/>
              </a:rPr>
              <a:t>can be easily converted into truth table format using</a:t>
            </a:r>
            <a:r>
              <a:rPr lang="vi-VN" b="0" i="0" dirty="0">
                <a:solidFill>
                  <a:srgbClr val="242021"/>
                </a:solidFill>
                <a:effectLst/>
                <a:latin typeface="Aptos (Body)"/>
              </a:rPr>
              <a:t> </a:t>
            </a:r>
            <a:r>
              <a:rPr lang="en-US" b="0" i="0" dirty="0">
                <a:solidFill>
                  <a:srgbClr val="242021"/>
                </a:solidFill>
                <a:effectLst/>
                <a:latin typeface="Aptos (Body)"/>
              </a:rPr>
              <a:t>binary values for each term in the expression. The truth table is a common way of presenting, in a concise format, the logical operation of a circuit. Also, standard SOP or POS</a:t>
            </a:r>
            <a:r>
              <a:rPr lang="vi-VN" b="0" i="0" dirty="0">
                <a:solidFill>
                  <a:srgbClr val="242021"/>
                </a:solidFill>
                <a:effectLst/>
                <a:latin typeface="Aptos (Body)"/>
              </a:rPr>
              <a:t> </a:t>
            </a:r>
            <a:r>
              <a:rPr lang="en-US" b="0" i="0" dirty="0">
                <a:solidFill>
                  <a:srgbClr val="242021"/>
                </a:solidFill>
                <a:effectLst/>
                <a:latin typeface="Aptos (Body)"/>
              </a:rPr>
              <a:t>expressions can be determined from a truth table.</a:t>
            </a:r>
            <a:r>
              <a:rPr lang="en-US" dirty="0">
                <a:latin typeface="Aptos (Body)"/>
              </a:rPr>
              <a:t> </a:t>
            </a:r>
            <a:br>
              <a:rPr lang="en-US" dirty="0">
                <a:latin typeface="Aptos (Body)"/>
              </a:rPr>
            </a:br>
            <a:r>
              <a:rPr lang="en-US" b="1" i="1" dirty="0">
                <a:solidFill>
                  <a:schemeClr val="tx2">
                    <a:lumMod val="50000"/>
                    <a:lumOff val="50000"/>
                  </a:schemeClr>
                </a:solidFill>
                <a:latin typeface="Aptos (Body)"/>
              </a:rPr>
              <a:t>Converting </a:t>
            </a:r>
            <a:r>
              <a:rPr lang="vi-VN" b="1" i="1" dirty="0">
                <a:solidFill>
                  <a:schemeClr val="tx2">
                    <a:lumMod val="50000"/>
                    <a:lumOff val="50000"/>
                  </a:schemeClr>
                </a:solidFill>
                <a:latin typeface="Aptos (Body)"/>
              </a:rPr>
              <a:t>POS</a:t>
            </a:r>
            <a:r>
              <a:rPr lang="en-US" b="1" i="1" dirty="0">
                <a:solidFill>
                  <a:schemeClr val="tx2">
                    <a:lumMod val="50000"/>
                    <a:lumOff val="50000"/>
                  </a:schemeClr>
                </a:solidFill>
                <a:latin typeface="Aptos (Body)"/>
              </a:rPr>
              <a:t> Expressions to Truth Table Format </a:t>
            </a:r>
            <a:br>
              <a:rPr lang="en-US" b="1" i="1" dirty="0">
                <a:solidFill>
                  <a:schemeClr val="tx2">
                    <a:lumMod val="50000"/>
                    <a:lumOff val="50000"/>
                  </a:schemeClr>
                </a:solidFill>
                <a:latin typeface="Aptos (Body)"/>
              </a:rPr>
            </a:br>
            <a:br>
              <a:rPr lang="en-US" b="1" dirty="0">
                <a:solidFill>
                  <a:srgbClr val="FF0000"/>
                </a:solidFill>
                <a:latin typeface="Aptos (Body)"/>
                <a:ea typeface="+mj-ea"/>
                <a:cs typeface="+mj-cs"/>
              </a:rPr>
            </a:br>
            <a:endParaRPr lang="en-US" b="1" dirty="0">
              <a:solidFill>
                <a:srgbClr val="FF0000"/>
              </a:solidFill>
              <a:latin typeface="Aptos (Body)"/>
              <a:ea typeface="+mj-ea"/>
              <a:cs typeface="+mj-cs"/>
            </a:endParaRPr>
          </a:p>
          <a:p>
            <a:pPr marL="0" indent="0">
              <a:buNone/>
            </a:pP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17</a:t>
            </a:fld>
            <a:endParaRPr lang="vi-VN" dirty="0"/>
          </a:p>
        </p:txBody>
      </p:sp>
      <p:pic>
        <p:nvPicPr>
          <p:cNvPr id="5" name="Picture 4">
            <a:extLst>
              <a:ext uri="{FF2B5EF4-FFF2-40B4-BE49-F238E27FC236}">
                <a16:creationId xmlns:a16="http://schemas.microsoft.com/office/drawing/2014/main" id="{000F69CD-C880-4211-8F77-15ED9997ED8E}"/>
              </a:ext>
            </a:extLst>
          </p:cNvPr>
          <p:cNvPicPr>
            <a:picLocks noChangeAspect="1"/>
          </p:cNvPicPr>
          <p:nvPr/>
        </p:nvPicPr>
        <p:blipFill>
          <a:blip r:embed="rId2"/>
          <a:stretch>
            <a:fillRect/>
          </a:stretch>
        </p:blipFill>
        <p:spPr>
          <a:xfrm>
            <a:off x="2943335" y="2772635"/>
            <a:ext cx="6706597" cy="3868060"/>
          </a:xfrm>
          <a:prstGeom prst="rect">
            <a:avLst/>
          </a:prstGeom>
        </p:spPr>
      </p:pic>
    </p:spTree>
    <p:extLst>
      <p:ext uri="{BB962C8B-B14F-4D97-AF65-F5344CB8AC3E}">
        <p14:creationId xmlns:p14="http://schemas.microsoft.com/office/powerpoint/2010/main" val="2312567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4.8. </a:t>
            </a:r>
            <a:r>
              <a:rPr lang="en-US" sz="2800" b="1" dirty="0">
                <a:solidFill>
                  <a:srgbClr val="FF0000"/>
                </a:solidFill>
                <a:latin typeface="+mj-lt"/>
                <a:ea typeface="+mj-ea"/>
                <a:cs typeface="+mj-cs"/>
              </a:rPr>
              <a:t>The Karnaugh Map</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A Karnaugh map </a:t>
            </a:r>
            <a:r>
              <a:rPr lang="en-US" b="0" i="0" dirty="0">
                <a:solidFill>
                  <a:srgbClr val="242021"/>
                </a:solidFill>
                <a:effectLst/>
                <a:latin typeface="Aptos (Body)"/>
              </a:rPr>
              <a:t>provides a systematic method for simplifying Boolean expressions and, if properly used, will produce the simplest SOP or POS expression possible, known as the minimum expression. </a:t>
            </a:r>
            <a:br>
              <a:rPr lang="en-US" dirty="0">
                <a:latin typeface="Aptos (Body)"/>
              </a:rPr>
            </a:br>
            <a:r>
              <a:rPr lang="en-US" b="1" i="1" dirty="0">
                <a:solidFill>
                  <a:schemeClr val="tx2">
                    <a:lumMod val="50000"/>
                    <a:lumOff val="50000"/>
                  </a:schemeClr>
                </a:solidFill>
                <a:latin typeface="Aptos (Body)"/>
              </a:rPr>
              <a:t>The purpose of a Karnaugh map is to simplify a Boolean expression. </a:t>
            </a:r>
            <a:br>
              <a:rPr lang="en-US" b="1" i="1" dirty="0">
                <a:solidFill>
                  <a:schemeClr val="tx2">
                    <a:lumMod val="50000"/>
                    <a:lumOff val="50000"/>
                  </a:schemeClr>
                </a:solidFill>
                <a:latin typeface="Aptos (Body)"/>
              </a:rPr>
            </a:br>
            <a:r>
              <a:rPr lang="en-US" b="1" i="1" dirty="0">
                <a:solidFill>
                  <a:schemeClr val="accent3">
                    <a:lumMod val="60000"/>
                    <a:lumOff val="40000"/>
                  </a:schemeClr>
                </a:solidFill>
                <a:latin typeface="Aptos (Body)"/>
              </a:rPr>
              <a:t>The 3-Variable Karnaugh Map </a:t>
            </a:r>
            <a:br>
              <a:rPr lang="en-US" b="1" i="1" dirty="0">
                <a:solidFill>
                  <a:schemeClr val="tx2">
                    <a:lumMod val="50000"/>
                    <a:lumOff val="50000"/>
                  </a:schemeClr>
                </a:solidFill>
                <a:latin typeface="Aptos (Body)"/>
              </a:rPr>
            </a:b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18</a:t>
            </a:fld>
            <a:endParaRPr lang="vi-VN" dirty="0"/>
          </a:p>
        </p:txBody>
      </p:sp>
      <p:pic>
        <p:nvPicPr>
          <p:cNvPr id="3" name="Picture 2">
            <a:extLst>
              <a:ext uri="{FF2B5EF4-FFF2-40B4-BE49-F238E27FC236}">
                <a16:creationId xmlns:a16="http://schemas.microsoft.com/office/drawing/2014/main" id="{10ACB14B-8266-4D19-8A5B-56F03D8A52CB}"/>
              </a:ext>
            </a:extLst>
          </p:cNvPr>
          <p:cNvPicPr>
            <a:picLocks noChangeAspect="1"/>
          </p:cNvPicPr>
          <p:nvPr/>
        </p:nvPicPr>
        <p:blipFill>
          <a:blip r:embed="rId2"/>
          <a:stretch>
            <a:fillRect/>
          </a:stretch>
        </p:blipFill>
        <p:spPr>
          <a:xfrm>
            <a:off x="2153901" y="2782872"/>
            <a:ext cx="9275479" cy="4075128"/>
          </a:xfrm>
          <a:prstGeom prst="rect">
            <a:avLst/>
          </a:prstGeom>
        </p:spPr>
      </p:pic>
    </p:spTree>
    <p:extLst>
      <p:ext uri="{BB962C8B-B14F-4D97-AF65-F5344CB8AC3E}">
        <p14:creationId xmlns:p14="http://schemas.microsoft.com/office/powerpoint/2010/main" val="1590059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4.8. </a:t>
            </a:r>
            <a:r>
              <a:rPr lang="en-US" sz="2800" b="1" dirty="0">
                <a:solidFill>
                  <a:srgbClr val="FF0000"/>
                </a:solidFill>
                <a:latin typeface="+mj-lt"/>
                <a:ea typeface="+mj-ea"/>
                <a:cs typeface="+mj-cs"/>
              </a:rPr>
              <a:t>The Karnaugh Map</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A Karnaugh map </a:t>
            </a:r>
            <a:r>
              <a:rPr lang="en-US" b="0" i="0" dirty="0">
                <a:solidFill>
                  <a:srgbClr val="242021"/>
                </a:solidFill>
                <a:effectLst/>
                <a:latin typeface="Aptos (Body)"/>
              </a:rPr>
              <a:t>provides a systematic method for simplifying Boolean expressions and, if properly used, will produce the simplest SOP or POS expression possible, known as the minimum expression. </a:t>
            </a:r>
            <a:br>
              <a:rPr lang="en-US" dirty="0">
                <a:latin typeface="Aptos (Body)"/>
              </a:rPr>
            </a:br>
            <a:r>
              <a:rPr lang="en-US" b="1" i="1" dirty="0">
                <a:solidFill>
                  <a:schemeClr val="tx2">
                    <a:lumMod val="50000"/>
                    <a:lumOff val="50000"/>
                  </a:schemeClr>
                </a:solidFill>
                <a:latin typeface="Aptos (Body)"/>
              </a:rPr>
              <a:t>The purpose of a Karnaugh map is to simplify a Boolean expression. </a:t>
            </a:r>
            <a:br>
              <a:rPr lang="en-US" b="1" i="1" dirty="0">
                <a:solidFill>
                  <a:schemeClr val="tx2">
                    <a:lumMod val="50000"/>
                    <a:lumOff val="50000"/>
                  </a:schemeClr>
                </a:solidFill>
                <a:latin typeface="Aptos (Body)"/>
              </a:rPr>
            </a:br>
            <a:r>
              <a:rPr lang="en-US" b="1" i="1" dirty="0">
                <a:solidFill>
                  <a:schemeClr val="accent3">
                    <a:lumMod val="60000"/>
                    <a:lumOff val="40000"/>
                  </a:schemeClr>
                </a:solidFill>
                <a:latin typeface="Aptos (Body)"/>
              </a:rPr>
              <a:t>The 4-Variable Karnaugh Map </a:t>
            </a:r>
            <a:br>
              <a:rPr lang="en-US" b="1" i="1" dirty="0">
                <a:solidFill>
                  <a:schemeClr val="tx2">
                    <a:lumMod val="50000"/>
                    <a:lumOff val="50000"/>
                  </a:schemeClr>
                </a:solidFill>
                <a:latin typeface="Aptos (Body)"/>
              </a:rPr>
            </a:b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19</a:t>
            </a:fld>
            <a:endParaRPr lang="vi-VN" dirty="0"/>
          </a:p>
        </p:txBody>
      </p:sp>
      <p:pic>
        <p:nvPicPr>
          <p:cNvPr id="5" name="Picture 4">
            <a:extLst>
              <a:ext uri="{FF2B5EF4-FFF2-40B4-BE49-F238E27FC236}">
                <a16:creationId xmlns:a16="http://schemas.microsoft.com/office/drawing/2014/main" id="{49312A84-6572-424F-B259-76BC02B725DF}"/>
              </a:ext>
            </a:extLst>
          </p:cNvPr>
          <p:cNvPicPr>
            <a:picLocks noChangeAspect="1"/>
          </p:cNvPicPr>
          <p:nvPr/>
        </p:nvPicPr>
        <p:blipFill>
          <a:blip r:embed="rId2"/>
          <a:stretch>
            <a:fillRect/>
          </a:stretch>
        </p:blipFill>
        <p:spPr>
          <a:xfrm>
            <a:off x="3101325" y="2705840"/>
            <a:ext cx="6729653" cy="3460127"/>
          </a:xfrm>
          <a:prstGeom prst="rect">
            <a:avLst/>
          </a:prstGeom>
        </p:spPr>
      </p:pic>
      <p:pic>
        <p:nvPicPr>
          <p:cNvPr id="7" name="Picture 6">
            <a:extLst>
              <a:ext uri="{FF2B5EF4-FFF2-40B4-BE49-F238E27FC236}">
                <a16:creationId xmlns:a16="http://schemas.microsoft.com/office/drawing/2014/main" id="{F0E12AEA-D579-4F6F-AA83-6BAD47C0AABA}"/>
              </a:ext>
            </a:extLst>
          </p:cNvPr>
          <p:cNvPicPr>
            <a:picLocks noChangeAspect="1"/>
          </p:cNvPicPr>
          <p:nvPr/>
        </p:nvPicPr>
        <p:blipFill>
          <a:blip r:embed="rId3"/>
          <a:stretch>
            <a:fillRect/>
          </a:stretch>
        </p:blipFill>
        <p:spPr>
          <a:xfrm>
            <a:off x="4235808" y="6165967"/>
            <a:ext cx="4828679" cy="514655"/>
          </a:xfrm>
          <a:prstGeom prst="rect">
            <a:avLst/>
          </a:prstGeom>
        </p:spPr>
      </p:pic>
    </p:spTree>
    <p:extLst>
      <p:ext uri="{BB962C8B-B14F-4D97-AF65-F5344CB8AC3E}">
        <p14:creationId xmlns:p14="http://schemas.microsoft.com/office/powerpoint/2010/main" val="337106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4.8. </a:t>
            </a:r>
            <a:r>
              <a:rPr lang="en-US" sz="2800" b="1" dirty="0">
                <a:solidFill>
                  <a:srgbClr val="FF0000"/>
                </a:solidFill>
                <a:latin typeface="+mj-lt"/>
                <a:ea typeface="+mj-ea"/>
                <a:cs typeface="+mj-cs"/>
              </a:rPr>
              <a:t>The Karnaugh Map</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30000"/>
              </a:lnSpc>
              <a:buNone/>
            </a:pPr>
            <a:r>
              <a:rPr lang="en-US" sz="2600" b="1" i="1" dirty="0">
                <a:solidFill>
                  <a:schemeClr val="tx2">
                    <a:lumMod val="50000"/>
                    <a:lumOff val="50000"/>
                  </a:schemeClr>
                </a:solidFill>
                <a:latin typeface="Aptos (Body)"/>
              </a:rPr>
              <a:t>The Quine-McCluskey Method</a:t>
            </a:r>
            <a:br>
              <a:rPr lang="en-US" b="0" i="0" dirty="0">
                <a:solidFill>
                  <a:srgbClr val="00803E"/>
                </a:solidFill>
                <a:effectLst/>
                <a:latin typeface="Aptos (Body)"/>
              </a:rPr>
            </a:br>
            <a:r>
              <a:rPr lang="en-US" b="0" i="0" dirty="0">
                <a:solidFill>
                  <a:srgbClr val="00803E"/>
                </a:solidFill>
                <a:effectLst/>
                <a:latin typeface="Aptos (Body)"/>
              </a:rPr>
              <a:t>- </a:t>
            </a:r>
            <a:r>
              <a:rPr lang="en-US" b="0" i="0" dirty="0">
                <a:solidFill>
                  <a:srgbClr val="242021"/>
                </a:solidFill>
                <a:effectLst/>
                <a:latin typeface="Aptos (Body)"/>
              </a:rPr>
              <a:t>Minimizing Boolean functions using Karnaugh maps is practical only for up to four or five variables. Also, the Karnaugh map method does not lend itself to be automated in the form of a computer program.</a:t>
            </a:r>
            <a:br>
              <a:rPr lang="en-US" b="0" i="0" dirty="0">
                <a:solidFill>
                  <a:srgbClr val="242021"/>
                </a:solidFill>
                <a:effectLst/>
                <a:latin typeface="Aptos (Body)"/>
              </a:rPr>
            </a:br>
            <a:r>
              <a:rPr lang="en-US" b="0" i="0" dirty="0">
                <a:solidFill>
                  <a:srgbClr val="242021"/>
                </a:solidFill>
                <a:effectLst/>
                <a:latin typeface="Aptos (Body)"/>
              </a:rPr>
              <a:t>- The Quine-McCluskey method is more practical for logic simplification of functions with more than four or five variables. It also has the advantage of being easily implemented with a computer or programmable calculator.</a:t>
            </a:r>
            <a:br>
              <a:rPr lang="en-US" b="0" i="0" dirty="0">
                <a:solidFill>
                  <a:srgbClr val="242021"/>
                </a:solidFill>
                <a:effectLst/>
                <a:latin typeface="Aptos (Body)"/>
              </a:rPr>
            </a:br>
            <a:r>
              <a:rPr lang="en-US" b="0" i="0" dirty="0">
                <a:solidFill>
                  <a:srgbClr val="242021"/>
                </a:solidFill>
                <a:effectLst/>
                <a:latin typeface="Aptos (Body)"/>
              </a:rPr>
              <a:t>- The Quine-McCluskey method is functionally similar to Karnaugh mapping, but the</a:t>
            </a:r>
            <a:br>
              <a:rPr lang="en-US" b="0" i="0" dirty="0">
                <a:solidFill>
                  <a:srgbClr val="242021"/>
                </a:solidFill>
                <a:effectLst/>
                <a:latin typeface="Aptos (Body)"/>
              </a:rPr>
            </a:br>
            <a:r>
              <a:rPr lang="en-US" b="0" i="0" dirty="0">
                <a:solidFill>
                  <a:srgbClr val="242021"/>
                </a:solidFill>
                <a:effectLst/>
                <a:latin typeface="Aptos (Body)"/>
              </a:rPr>
              <a:t>tabular form makes it more efficient for use in computer algorithms, and it also gives a way</a:t>
            </a:r>
            <a:br>
              <a:rPr lang="en-US" b="0" i="0" dirty="0">
                <a:solidFill>
                  <a:srgbClr val="242021"/>
                </a:solidFill>
                <a:effectLst/>
                <a:latin typeface="Aptos (Body)"/>
              </a:rPr>
            </a:br>
            <a:r>
              <a:rPr lang="en-US" b="0" i="0" dirty="0">
                <a:solidFill>
                  <a:srgbClr val="242021"/>
                </a:solidFill>
                <a:effectLst/>
                <a:latin typeface="Aptos (Body)"/>
              </a:rPr>
              <a:t>to check that the minimal form of a Boolean function has been reached. This method is</a:t>
            </a:r>
            <a:br>
              <a:rPr lang="en-US" b="0" i="0" dirty="0">
                <a:solidFill>
                  <a:srgbClr val="242021"/>
                </a:solidFill>
                <a:effectLst/>
                <a:latin typeface="Aptos (Body)"/>
              </a:rPr>
            </a:br>
            <a:r>
              <a:rPr lang="en-US" b="0" i="0" dirty="0">
                <a:solidFill>
                  <a:srgbClr val="242021"/>
                </a:solidFill>
                <a:effectLst/>
                <a:latin typeface="Aptos (Body)"/>
              </a:rPr>
              <a:t>sometimes referred to as the </a:t>
            </a:r>
            <a:r>
              <a:rPr lang="en-US" b="0" i="1" dirty="0">
                <a:solidFill>
                  <a:srgbClr val="242021"/>
                </a:solidFill>
                <a:effectLst/>
                <a:latin typeface="Aptos (Body)"/>
              </a:rPr>
              <a:t>tabulation method</a:t>
            </a:r>
            <a:r>
              <a:rPr lang="en-US" b="0" i="0" dirty="0">
                <a:solidFill>
                  <a:srgbClr val="242021"/>
                </a:solidFill>
                <a:effectLst/>
                <a:latin typeface="Aptos (Body)"/>
              </a:rPr>
              <a:t>.</a:t>
            </a:r>
            <a:r>
              <a:rPr lang="en-US" dirty="0">
                <a:latin typeface="Aptos (Body)"/>
              </a:rPr>
              <a:t> </a:t>
            </a:r>
            <a:endParaRPr lang="en-US" sz="2100" b="1" i="1" dirty="0">
              <a:solidFill>
                <a:schemeClr val="tx2">
                  <a:lumMod val="50000"/>
                  <a:lumOff val="50000"/>
                </a:schemeClr>
              </a:solidFill>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20</a:t>
            </a:fld>
            <a:endParaRPr lang="vi-VN" dirty="0"/>
          </a:p>
        </p:txBody>
      </p:sp>
    </p:spTree>
    <p:extLst>
      <p:ext uri="{BB962C8B-B14F-4D97-AF65-F5344CB8AC3E}">
        <p14:creationId xmlns:p14="http://schemas.microsoft.com/office/powerpoint/2010/main" val="578212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4.8. </a:t>
            </a:r>
            <a:r>
              <a:rPr lang="en-US" sz="2800" b="1" dirty="0">
                <a:solidFill>
                  <a:srgbClr val="FF0000"/>
                </a:solidFill>
                <a:latin typeface="+mj-lt"/>
                <a:ea typeface="+mj-ea"/>
                <a:cs typeface="+mj-cs"/>
              </a:rPr>
              <a:t>The Karnaugh Map</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1139687" y="914400"/>
            <a:ext cx="10933043" cy="5235558"/>
          </a:xfrm>
        </p:spPr>
        <p:txBody>
          <a:bodyPr>
            <a:noAutofit/>
          </a:bodyPr>
          <a:lstStyle/>
          <a:p>
            <a:pPr marL="0" indent="0">
              <a:lnSpc>
                <a:spcPct val="100000"/>
              </a:lnSpc>
              <a:buNone/>
            </a:pPr>
            <a:r>
              <a:rPr lang="en-US" sz="2400" b="1" i="1" dirty="0">
                <a:solidFill>
                  <a:schemeClr val="tx2">
                    <a:lumMod val="50000"/>
                    <a:lumOff val="50000"/>
                  </a:schemeClr>
                </a:solidFill>
                <a:latin typeface="Aptos (Body)"/>
              </a:rPr>
              <a:t>Espresso Algorithm</a:t>
            </a:r>
          </a:p>
          <a:p>
            <a:pPr marL="0" indent="0">
              <a:lnSpc>
                <a:spcPct val="100000"/>
              </a:lnSpc>
              <a:buNone/>
            </a:pPr>
            <a:r>
              <a:rPr lang="en-US" b="0" i="0" dirty="0">
                <a:solidFill>
                  <a:srgbClr val="242021"/>
                </a:solidFill>
                <a:effectLst/>
                <a:latin typeface="Aptos (Body)"/>
              </a:rPr>
              <a:t>- Although the Quine-McCluskey method is well suited to be implemented in a computer program and can handle more variables than the Karnaugh map method, the result is still far from efficient in terms of processing time and memory usage. Adding a variable to the function will roughly double both of these parameters because the truth table length increases exponentially with the number of variables. Functions with a large number of</a:t>
            </a:r>
            <a:r>
              <a:rPr lang="en-US" dirty="0">
                <a:latin typeface="Aptos (Body)"/>
              </a:rPr>
              <a:t> </a:t>
            </a:r>
            <a:r>
              <a:rPr lang="en-US" b="0" i="0" dirty="0">
                <a:solidFill>
                  <a:srgbClr val="242021"/>
                </a:solidFill>
                <a:effectLst/>
                <a:latin typeface="Aptos (Body)"/>
              </a:rPr>
              <a:t>variables have to be minimized with other methods such as the Espresso logic minimizer, which has become the de facto world standard. </a:t>
            </a:r>
            <a:br>
              <a:rPr lang="en-US" dirty="0">
                <a:latin typeface="Aptos (Body)"/>
              </a:rPr>
            </a:br>
            <a:r>
              <a:rPr lang="en-US" b="0" i="0" dirty="0">
                <a:solidFill>
                  <a:srgbClr val="242021"/>
                </a:solidFill>
                <a:effectLst/>
                <a:latin typeface="Aptos (Body)"/>
              </a:rPr>
              <a:t>Compared to the other methods, Espresso is essentially more efficient in terms of reducing memory usage and computation time by several orders of magnitude. </a:t>
            </a:r>
          </a:p>
          <a:p>
            <a:pPr marL="0" indent="0">
              <a:lnSpc>
                <a:spcPct val="100000"/>
              </a:lnSpc>
              <a:buNone/>
            </a:pPr>
            <a:r>
              <a:rPr lang="en-US" b="0" i="0" dirty="0">
                <a:solidFill>
                  <a:srgbClr val="242021"/>
                </a:solidFill>
                <a:effectLst/>
                <a:latin typeface="Aptos (Body)"/>
              </a:rPr>
              <a:t>- There are essentially no restrictions to the number of variables, output functions, and product terms of a combinational logic function. In general, tens of variables with tens of output functions can be handled by Espresso. The Espresso algorithm has been incorporated as a standard logic function minimization step in most logic synthesis tools for programmable logic devices.</a:t>
            </a:r>
            <a:r>
              <a:rPr lang="en-US" dirty="0">
                <a:latin typeface="Aptos (Body)"/>
              </a:rPr>
              <a:t> </a:t>
            </a:r>
            <a:br>
              <a:rPr lang="en-US" sz="2100" dirty="0">
                <a:latin typeface="Aptos (Body)"/>
              </a:rPr>
            </a:br>
            <a:br>
              <a:rPr lang="en-US" sz="2100" dirty="0">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lnSpc>
                <a:spcPct val="100000"/>
              </a:lnSpc>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21</a:t>
            </a:fld>
            <a:endParaRPr lang="vi-VN" dirty="0"/>
          </a:p>
        </p:txBody>
      </p:sp>
    </p:spTree>
    <p:extLst>
      <p:ext uri="{BB962C8B-B14F-4D97-AF65-F5344CB8AC3E}">
        <p14:creationId xmlns:p14="http://schemas.microsoft.com/office/powerpoint/2010/main" val="753692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4.9. </a:t>
            </a:r>
            <a:r>
              <a:rPr lang="en-US" sz="2800" b="1" dirty="0">
                <a:solidFill>
                  <a:srgbClr val="FF0000"/>
                </a:solidFill>
                <a:latin typeface="+mj-lt"/>
                <a:ea typeface="+mj-ea"/>
                <a:cs typeface="+mj-cs"/>
              </a:rPr>
              <a:t>Karnaugh Map SOP Minimization</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A minimized SOP expression </a:t>
            </a:r>
            <a:r>
              <a:rPr lang="en-US" dirty="0">
                <a:solidFill>
                  <a:srgbClr val="242021"/>
                </a:solidFill>
                <a:latin typeface="Aptos (Body)"/>
              </a:rPr>
              <a:t>contains the fewest possible terms with the fewest possible variables per term. Generally, a minimum SOP expression can be implemented with fewer logic gates than a standard expression</a:t>
            </a:r>
            <a:r>
              <a:rPr lang="en-US" b="0" i="0" dirty="0">
                <a:solidFill>
                  <a:srgbClr val="242021"/>
                </a:solidFill>
                <a:effectLst/>
                <a:latin typeface="Times-Roman"/>
              </a:rPr>
              <a:t>. </a:t>
            </a:r>
            <a:br>
              <a:rPr lang="en-US" dirty="0"/>
            </a:br>
            <a:r>
              <a:rPr lang="en-US" b="1" i="1" dirty="0">
                <a:solidFill>
                  <a:schemeClr val="tx2">
                    <a:lumMod val="50000"/>
                    <a:lumOff val="50000"/>
                  </a:schemeClr>
                </a:solidFill>
                <a:latin typeface="Aptos (Body)"/>
              </a:rPr>
              <a:t>Mapping a Standard SOP Expression </a:t>
            </a:r>
            <a:br>
              <a:rPr lang="en-US" dirty="0"/>
            </a:br>
            <a:endParaRPr lang="en-US"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22</a:t>
            </a:fld>
            <a:endParaRPr lang="vi-VN" dirty="0"/>
          </a:p>
        </p:txBody>
      </p:sp>
      <p:pic>
        <p:nvPicPr>
          <p:cNvPr id="3" name="Picture 2">
            <a:extLst>
              <a:ext uri="{FF2B5EF4-FFF2-40B4-BE49-F238E27FC236}">
                <a16:creationId xmlns:a16="http://schemas.microsoft.com/office/drawing/2014/main" id="{60559672-9458-4653-8655-0B171E92DA00}"/>
              </a:ext>
            </a:extLst>
          </p:cNvPr>
          <p:cNvPicPr>
            <a:picLocks noChangeAspect="1"/>
          </p:cNvPicPr>
          <p:nvPr/>
        </p:nvPicPr>
        <p:blipFill>
          <a:blip r:embed="rId2"/>
          <a:stretch>
            <a:fillRect/>
          </a:stretch>
        </p:blipFill>
        <p:spPr>
          <a:xfrm>
            <a:off x="4024913" y="2359135"/>
            <a:ext cx="5397383" cy="3398935"/>
          </a:xfrm>
          <a:prstGeom prst="rect">
            <a:avLst/>
          </a:prstGeom>
        </p:spPr>
      </p:pic>
      <p:pic>
        <p:nvPicPr>
          <p:cNvPr id="5" name="Picture 4">
            <a:extLst>
              <a:ext uri="{FF2B5EF4-FFF2-40B4-BE49-F238E27FC236}">
                <a16:creationId xmlns:a16="http://schemas.microsoft.com/office/drawing/2014/main" id="{55E3D65B-B374-40F7-BB2B-2F6ACA8E174F}"/>
              </a:ext>
            </a:extLst>
          </p:cNvPr>
          <p:cNvPicPr>
            <a:picLocks noChangeAspect="1"/>
          </p:cNvPicPr>
          <p:nvPr/>
        </p:nvPicPr>
        <p:blipFill>
          <a:blip r:embed="rId3"/>
          <a:stretch>
            <a:fillRect/>
          </a:stretch>
        </p:blipFill>
        <p:spPr>
          <a:xfrm>
            <a:off x="3071454" y="6087541"/>
            <a:ext cx="7066460" cy="495893"/>
          </a:xfrm>
          <a:prstGeom prst="rect">
            <a:avLst/>
          </a:prstGeom>
        </p:spPr>
      </p:pic>
    </p:spTree>
    <p:extLst>
      <p:ext uri="{BB962C8B-B14F-4D97-AF65-F5344CB8AC3E}">
        <p14:creationId xmlns:p14="http://schemas.microsoft.com/office/powerpoint/2010/main" val="2087657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4.9. </a:t>
            </a:r>
            <a:r>
              <a:rPr lang="en-US" sz="2800" b="1" dirty="0">
                <a:solidFill>
                  <a:srgbClr val="FF0000"/>
                </a:solidFill>
                <a:latin typeface="+mj-lt"/>
                <a:ea typeface="+mj-ea"/>
                <a:cs typeface="+mj-cs"/>
              </a:rPr>
              <a:t>Karnaugh Map SOP Minimization</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A minimized SOP expression </a:t>
            </a:r>
            <a:r>
              <a:rPr lang="en-US" dirty="0">
                <a:solidFill>
                  <a:srgbClr val="242021"/>
                </a:solidFill>
                <a:latin typeface="Aptos (Body)"/>
              </a:rPr>
              <a:t>contains the fewest possible terms with the fewest possible variables per term. Generally, a minimum SOP expression can be implemented with fewer logic gates than a standard expression</a:t>
            </a:r>
            <a:r>
              <a:rPr lang="en-US" b="0" i="0" dirty="0">
                <a:solidFill>
                  <a:srgbClr val="242021"/>
                </a:solidFill>
                <a:effectLst/>
                <a:latin typeface="Times-Roman"/>
              </a:rPr>
              <a:t>. </a:t>
            </a:r>
            <a:br>
              <a:rPr lang="en-US" dirty="0"/>
            </a:br>
            <a:r>
              <a:rPr lang="en-US" b="1" i="1" dirty="0">
                <a:solidFill>
                  <a:schemeClr val="tx2">
                    <a:lumMod val="50000"/>
                    <a:lumOff val="50000"/>
                  </a:schemeClr>
                </a:solidFill>
                <a:latin typeface="Aptos (Body)"/>
              </a:rPr>
              <a:t>Karnaugh Map Simplification of SOP Expressions </a:t>
            </a:r>
            <a:br>
              <a:rPr lang="en-US" sz="2100" b="1" i="1" dirty="0">
                <a:solidFill>
                  <a:schemeClr val="tx2">
                    <a:lumMod val="50000"/>
                    <a:lumOff val="50000"/>
                  </a:schemeClr>
                </a:solidFill>
                <a:latin typeface="Aptos (Body)"/>
              </a:rPr>
            </a:br>
            <a:br>
              <a:rPr lang="en-US" sz="2100" b="1" i="1" dirty="0">
                <a:solidFill>
                  <a:schemeClr val="tx2">
                    <a:lumMod val="50000"/>
                    <a:lumOff val="50000"/>
                  </a:schemeClr>
                </a:solidFill>
                <a:latin typeface="Aptos (Body)"/>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23</a:t>
            </a:fld>
            <a:endParaRPr lang="vi-VN" dirty="0"/>
          </a:p>
        </p:txBody>
      </p:sp>
      <p:pic>
        <p:nvPicPr>
          <p:cNvPr id="7" name="Picture 6">
            <a:extLst>
              <a:ext uri="{FF2B5EF4-FFF2-40B4-BE49-F238E27FC236}">
                <a16:creationId xmlns:a16="http://schemas.microsoft.com/office/drawing/2014/main" id="{B0216745-47C3-461F-B873-36701052EF51}"/>
              </a:ext>
            </a:extLst>
          </p:cNvPr>
          <p:cNvPicPr>
            <a:picLocks noChangeAspect="1"/>
          </p:cNvPicPr>
          <p:nvPr/>
        </p:nvPicPr>
        <p:blipFill>
          <a:blip r:embed="rId2"/>
          <a:stretch>
            <a:fillRect/>
          </a:stretch>
        </p:blipFill>
        <p:spPr>
          <a:xfrm>
            <a:off x="1129193" y="2579419"/>
            <a:ext cx="10519469" cy="3463571"/>
          </a:xfrm>
          <a:prstGeom prst="rect">
            <a:avLst/>
          </a:prstGeom>
        </p:spPr>
      </p:pic>
    </p:spTree>
    <p:extLst>
      <p:ext uri="{BB962C8B-B14F-4D97-AF65-F5344CB8AC3E}">
        <p14:creationId xmlns:p14="http://schemas.microsoft.com/office/powerpoint/2010/main" val="334875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4.9. </a:t>
            </a:r>
            <a:r>
              <a:rPr lang="en-US" sz="2800" b="1" dirty="0">
                <a:solidFill>
                  <a:srgbClr val="FF0000"/>
                </a:solidFill>
                <a:latin typeface="+mj-lt"/>
                <a:ea typeface="+mj-ea"/>
                <a:cs typeface="+mj-cs"/>
              </a:rPr>
              <a:t>Karnaugh Map SOP Minimization</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811221"/>
            <a:ext cx="11224591" cy="5235558"/>
          </a:xfrm>
        </p:spPr>
        <p:txBody>
          <a:bodyPr>
            <a:noAutofit/>
          </a:bodyPr>
          <a:lstStyle/>
          <a:p>
            <a:pPr marL="0" indent="0">
              <a:lnSpc>
                <a:spcPct val="150000"/>
              </a:lnSpc>
              <a:buNone/>
            </a:pPr>
            <a:r>
              <a:rPr lang="en-US" b="1" i="1" dirty="0">
                <a:solidFill>
                  <a:schemeClr val="tx2">
                    <a:lumMod val="50000"/>
                    <a:lumOff val="50000"/>
                  </a:schemeClr>
                </a:solidFill>
                <a:latin typeface="Aptos (Body)"/>
              </a:rPr>
              <a:t>A minimized SOP expression </a:t>
            </a:r>
            <a:r>
              <a:rPr lang="en-US" dirty="0">
                <a:solidFill>
                  <a:srgbClr val="242021"/>
                </a:solidFill>
                <a:latin typeface="Aptos (Body)"/>
              </a:rPr>
              <a:t>contains the fewest possible terms with the fewest possible variables per term. Generally, a minimum SOP expression can be implemented with fewer logic gates than a standard expression</a:t>
            </a:r>
            <a:r>
              <a:rPr lang="en-US" b="0" i="0" dirty="0">
                <a:solidFill>
                  <a:srgbClr val="242021"/>
                </a:solidFill>
                <a:effectLst/>
                <a:latin typeface="Aptos (Body)"/>
              </a:rPr>
              <a:t>. </a:t>
            </a:r>
            <a:br>
              <a:rPr lang="en-US" dirty="0">
                <a:latin typeface="Aptos (Body)"/>
              </a:rPr>
            </a:br>
            <a:r>
              <a:rPr lang="en-US" b="1" i="1" dirty="0">
                <a:solidFill>
                  <a:schemeClr val="tx2">
                    <a:lumMod val="50000"/>
                    <a:lumOff val="50000"/>
                  </a:schemeClr>
                </a:solidFill>
                <a:latin typeface="Aptos (Body)"/>
              </a:rPr>
              <a:t>Determining the Minimum SOP Expression from the Map </a:t>
            </a:r>
            <a:br>
              <a:rPr lang="en-US" b="1" i="1" dirty="0">
                <a:solidFill>
                  <a:schemeClr val="tx2">
                    <a:lumMod val="50000"/>
                    <a:lumOff val="50000"/>
                  </a:schemeClr>
                </a:solidFill>
                <a:latin typeface="Aptos (Body)"/>
              </a:rPr>
            </a:br>
            <a:r>
              <a:rPr lang="en-US" b="1" i="1" dirty="0">
                <a:solidFill>
                  <a:schemeClr val="tx2">
                    <a:lumMod val="50000"/>
                    <a:lumOff val="50000"/>
                  </a:schemeClr>
                </a:solidFill>
                <a:latin typeface="Aptos (Body)"/>
              </a:rPr>
              <a:t>- </a:t>
            </a:r>
            <a:r>
              <a:rPr lang="en-US" dirty="0">
                <a:solidFill>
                  <a:srgbClr val="242021"/>
                </a:solidFill>
                <a:latin typeface="Aptos (Body)"/>
              </a:rPr>
              <a:t>When all the 1s representing the standard product terms in an expression are properly mapped and grouped, the process of determining the resulting minimum SOP expression begins. </a:t>
            </a:r>
            <a:br>
              <a:rPr lang="en-US" dirty="0">
                <a:solidFill>
                  <a:srgbClr val="242021"/>
                </a:solidFill>
                <a:latin typeface="Aptos (Body)"/>
              </a:rPr>
            </a:br>
            <a:r>
              <a:rPr lang="en-US" dirty="0">
                <a:solidFill>
                  <a:srgbClr val="242021"/>
                </a:solidFill>
                <a:latin typeface="Aptos (Body)"/>
              </a:rPr>
              <a:t>- Group the cells that have 1s. Each group of cells containing 1s creates one product term composed of all variables that occur in only one form (either uncomplemented or complemented) within the group. Variables that occur both uncomplemented and complemented within the group are eliminated. These are called </a:t>
            </a:r>
            <a:r>
              <a:rPr lang="en-US" i="1" dirty="0">
                <a:solidFill>
                  <a:srgbClr val="242021"/>
                </a:solidFill>
                <a:latin typeface="Aptos (Body)"/>
              </a:rPr>
              <a:t>contradictory variables. </a:t>
            </a:r>
            <a:br>
              <a:rPr lang="en-US" dirty="0">
                <a:solidFill>
                  <a:srgbClr val="242021"/>
                </a:solidFill>
                <a:latin typeface="Aptos (Body)"/>
              </a:rPr>
            </a:br>
            <a:br>
              <a:rPr lang="en-US" b="1" i="1" dirty="0">
                <a:solidFill>
                  <a:schemeClr val="tx2">
                    <a:lumMod val="50000"/>
                    <a:lumOff val="50000"/>
                  </a:schemeClr>
                </a:solidFill>
                <a:latin typeface="Aptos (Body)"/>
              </a:rPr>
            </a:br>
            <a:endParaRPr lang="en-US" b="1" i="1" dirty="0">
              <a:solidFill>
                <a:schemeClr val="tx2">
                  <a:lumMod val="50000"/>
                  <a:lumOff val="50000"/>
                </a:schemeClr>
              </a:solidFill>
              <a:latin typeface="Aptos (Body)"/>
            </a:endParaRPr>
          </a:p>
          <a:p>
            <a:pPr marL="0" indent="0">
              <a:buNone/>
            </a:pPr>
            <a:endParaRPr lang="en-US"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24</a:t>
            </a:fld>
            <a:endParaRPr lang="vi-VN" dirty="0"/>
          </a:p>
        </p:txBody>
      </p:sp>
    </p:spTree>
    <p:extLst>
      <p:ext uri="{BB962C8B-B14F-4D97-AF65-F5344CB8AC3E}">
        <p14:creationId xmlns:p14="http://schemas.microsoft.com/office/powerpoint/2010/main" val="4118891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4.10. </a:t>
            </a:r>
            <a:r>
              <a:rPr lang="en-US" sz="2800" b="1" dirty="0">
                <a:solidFill>
                  <a:srgbClr val="FF0000"/>
                </a:solidFill>
                <a:latin typeface="+mj-lt"/>
                <a:ea typeface="+mj-ea"/>
                <a:cs typeface="+mj-cs"/>
              </a:rPr>
              <a:t>Karnaugh Map POS Minimization</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sz="2400" b="1" i="1" dirty="0">
                <a:solidFill>
                  <a:schemeClr val="tx2">
                    <a:lumMod val="50000"/>
                    <a:lumOff val="50000"/>
                  </a:schemeClr>
                </a:solidFill>
                <a:latin typeface="Aptos (Body)"/>
              </a:rPr>
              <a:t>Mapping a Standard POS Expression</a:t>
            </a:r>
            <a:br>
              <a:rPr lang="en-US" sz="2100" b="0" i="0" dirty="0">
                <a:solidFill>
                  <a:srgbClr val="00803E"/>
                </a:solidFill>
                <a:effectLst/>
                <a:latin typeface="Aptos (Body)"/>
              </a:rPr>
            </a:br>
            <a:r>
              <a:rPr lang="en-US" dirty="0">
                <a:solidFill>
                  <a:srgbClr val="242021"/>
                </a:solidFill>
                <a:latin typeface="Aptos (Body)"/>
              </a:rPr>
              <a:t>For a POS expression in standard form, a 0 is placed on the Karnaugh map for each sum term in the expression. Each 0 is placed in a cell corresponding to the value of a sum term. </a:t>
            </a:r>
            <a:br>
              <a:rPr lang="en-US" dirty="0">
                <a:solidFill>
                  <a:srgbClr val="242021"/>
                </a:solidFill>
                <a:latin typeface="Aptos (Body)"/>
              </a:rPr>
            </a:br>
            <a:r>
              <a:rPr lang="en-US" b="1" i="0" dirty="0">
                <a:solidFill>
                  <a:srgbClr val="242021"/>
                </a:solidFill>
                <a:effectLst/>
                <a:latin typeface="Aptos (Body)"/>
              </a:rPr>
              <a:t>Step 1: </a:t>
            </a:r>
            <a:r>
              <a:rPr lang="en-US" b="0" i="0" dirty="0">
                <a:solidFill>
                  <a:srgbClr val="242021"/>
                </a:solidFill>
                <a:effectLst/>
                <a:latin typeface="Aptos (Body)"/>
              </a:rPr>
              <a:t>Determine the binary value of each sum term in the standard POS expression. This is the binary value that makes the term equal to 0.</a:t>
            </a:r>
            <a:br>
              <a:rPr lang="en-US" b="0" i="0" dirty="0">
                <a:solidFill>
                  <a:srgbClr val="242021"/>
                </a:solidFill>
                <a:effectLst/>
                <a:latin typeface="Aptos (Body)"/>
              </a:rPr>
            </a:br>
            <a:r>
              <a:rPr lang="en-US" b="1" i="0" dirty="0">
                <a:solidFill>
                  <a:srgbClr val="242021"/>
                </a:solidFill>
                <a:effectLst/>
                <a:latin typeface="Aptos (Body)"/>
              </a:rPr>
              <a:t>Step 2: </a:t>
            </a:r>
            <a:r>
              <a:rPr lang="en-US" b="0" i="0" dirty="0">
                <a:solidFill>
                  <a:srgbClr val="242021"/>
                </a:solidFill>
                <a:effectLst/>
                <a:latin typeface="Aptos (Body)"/>
              </a:rPr>
              <a:t>As each sum term is evaluated, place a 0 on the Karnaugh map in the corresponding cell</a:t>
            </a:r>
            <a:r>
              <a:rPr lang="en-US" dirty="0">
                <a:latin typeface="Aptos (Body)"/>
              </a:rPr>
              <a:t> </a:t>
            </a:r>
            <a:br>
              <a:rPr lang="en-US" sz="2100" dirty="0">
                <a:latin typeface="Aptos (Body)"/>
              </a:rPr>
            </a:br>
            <a:br>
              <a:rPr lang="en-US" sz="2100" dirty="0">
                <a:solidFill>
                  <a:srgbClr val="242021"/>
                </a:solidFill>
                <a:latin typeface="Aptos (Body)"/>
              </a:rPr>
            </a:br>
            <a:endParaRPr lang="en-US" sz="2100" dirty="0">
              <a:solidFill>
                <a:srgbClr val="242021"/>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25</a:t>
            </a:fld>
            <a:endParaRPr lang="vi-VN" dirty="0"/>
          </a:p>
        </p:txBody>
      </p:sp>
      <p:pic>
        <p:nvPicPr>
          <p:cNvPr id="3" name="Picture 2">
            <a:extLst>
              <a:ext uri="{FF2B5EF4-FFF2-40B4-BE49-F238E27FC236}">
                <a16:creationId xmlns:a16="http://schemas.microsoft.com/office/drawing/2014/main" id="{643EECBF-2743-42FA-B841-912D396F480A}"/>
              </a:ext>
            </a:extLst>
          </p:cNvPr>
          <p:cNvPicPr>
            <a:picLocks noChangeAspect="1"/>
          </p:cNvPicPr>
          <p:nvPr/>
        </p:nvPicPr>
        <p:blipFill>
          <a:blip r:embed="rId2"/>
          <a:stretch>
            <a:fillRect/>
          </a:stretch>
        </p:blipFill>
        <p:spPr>
          <a:xfrm>
            <a:off x="2597587" y="3044492"/>
            <a:ext cx="8107712" cy="3813508"/>
          </a:xfrm>
          <a:prstGeom prst="rect">
            <a:avLst/>
          </a:prstGeom>
        </p:spPr>
      </p:pic>
    </p:spTree>
    <p:extLst>
      <p:ext uri="{BB962C8B-B14F-4D97-AF65-F5344CB8AC3E}">
        <p14:creationId xmlns:p14="http://schemas.microsoft.com/office/powerpoint/2010/main" val="2567752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4.10. </a:t>
            </a:r>
            <a:r>
              <a:rPr lang="en-US" sz="2800" b="1" dirty="0">
                <a:solidFill>
                  <a:srgbClr val="FF0000"/>
                </a:solidFill>
                <a:latin typeface="+mj-lt"/>
                <a:ea typeface="+mj-ea"/>
                <a:cs typeface="+mj-cs"/>
              </a:rPr>
              <a:t>Karnaugh Map POS Minimization</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Converting Between POS and SOP Using the Karnaugh Map</a:t>
            </a:r>
            <a:br>
              <a:rPr lang="en-US" sz="2100" b="0" i="0" dirty="0">
                <a:solidFill>
                  <a:srgbClr val="00803E"/>
                </a:solidFill>
                <a:effectLst/>
                <a:latin typeface="Aptos (Body)"/>
              </a:rPr>
            </a:br>
            <a:r>
              <a:rPr lang="en-US" b="0" i="0" dirty="0">
                <a:solidFill>
                  <a:srgbClr val="242021"/>
                </a:solidFill>
                <a:effectLst/>
                <a:latin typeface="Aptos (Body)"/>
              </a:rPr>
              <a:t>When a POS expression is mapped, it can easily be converted to the equivalent SOP form directly from the Karnaugh map. Also, given a mapped SOP expression, an equivalent POS expression can be derived directly from the map.</a:t>
            </a:r>
            <a:r>
              <a:rPr lang="en-US" dirty="0">
                <a:latin typeface="Aptos (Body)"/>
              </a:rPr>
              <a:t> </a:t>
            </a:r>
            <a:br>
              <a:rPr lang="en-US" sz="2100" dirty="0">
                <a:latin typeface="Aptos (Body)"/>
              </a:rPr>
            </a:br>
            <a:br>
              <a:rPr lang="en-US" sz="2100" dirty="0">
                <a:latin typeface="Aptos (Body)"/>
              </a:rPr>
            </a:br>
            <a:br>
              <a:rPr lang="en-US" sz="2100" dirty="0">
                <a:solidFill>
                  <a:srgbClr val="242021"/>
                </a:solidFill>
                <a:latin typeface="Aptos (Body)"/>
              </a:rPr>
            </a:br>
            <a:endParaRPr lang="en-US" sz="2100" dirty="0">
              <a:solidFill>
                <a:srgbClr val="242021"/>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26</a:t>
            </a:fld>
            <a:endParaRPr lang="vi-VN" dirty="0"/>
          </a:p>
        </p:txBody>
      </p:sp>
      <p:pic>
        <p:nvPicPr>
          <p:cNvPr id="5" name="Picture 4">
            <a:extLst>
              <a:ext uri="{FF2B5EF4-FFF2-40B4-BE49-F238E27FC236}">
                <a16:creationId xmlns:a16="http://schemas.microsoft.com/office/drawing/2014/main" id="{4E0CCACA-5E24-4D2B-BDBA-90173AE6B835}"/>
              </a:ext>
            </a:extLst>
          </p:cNvPr>
          <p:cNvPicPr>
            <a:picLocks noChangeAspect="1"/>
          </p:cNvPicPr>
          <p:nvPr/>
        </p:nvPicPr>
        <p:blipFill>
          <a:blip r:embed="rId2"/>
          <a:stretch>
            <a:fillRect/>
          </a:stretch>
        </p:blipFill>
        <p:spPr>
          <a:xfrm>
            <a:off x="480633" y="2736852"/>
            <a:ext cx="8483445" cy="3397734"/>
          </a:xfrm>
          <a:prstGeom prst="rect">
            <a:avLst/>
          </a:prstGeom>
        </p:spPr>
      </p:pic>
      <p:pic>
        <p:nvPicPr>
          <p:cNvPr id="7" name="Picture 6">
            <a:extLst>
              <a:ext uri="{FF2B5EF4-FFF2-40B4-BE49-F238E27FC236}">
                <a16:creationId xmlns:a16="http://schemas.microsoft.com/office/drawing/2014/main" id="{C848F91F-5C8D-4E0F-A0F7-E2881FDD4B0A}"/>
              </a:ext>
            </a:extLst>
          </p:cNvPr>
          <p:cNvPicPr>
            <a:picLocks noChangeAspect="1"/>
          </p:cNvPicPr>
          <p:nvPr/>
        </p:nvPicPr>
        <p:blipFill>
          <a:blip r:embed="rId3"/>
          <a:stretch>
            <a:fillRect/>
          </a:stretch>
        </p:blipFill>
        <p:spPr>
          <a:xfrm>
            <a:off x="8954647" y="2597236"/>
            <a:ext cx="3227922" cy="3251397"/>
          </a:xfrm>
          <a:prstGeom prst="rect">
            <a:avLst/>
          </a:prstGeom>
        </p:spPr>
      </p:pic>
    </p:spTree>
    <p:extLst>
      <p:ext uri="{BB962C8B-B14F-4D97-AF65-F5344CB8AC3E}">
        <p14:creationId xmlns:p14="http://schemas.microsoft.com/office/powerpoint/2010/main" val="2188959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4.11. </a:t>
            </a:r>
            <a:r>
              <a:rPr lang="en-US" sz="2800" b="1" dirty="0">
                <a:solidFill>
                  <a:srgbClr val="FF0000"/>
                </a:solidFill>
                <a:latin typeface="+mj-lt"/>
                <a:ea typeface="+mj-ea"/>
                <a:cs typeface="+mj-cs"/>
              </a:rPr>
              <a:t>The Quine-McCluskey Method</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For Boolean functions</a:t>
            </a:r>
            <a:r>
              <a:rPr lang="en-US" b="0" i="0" dirty="0">
                <a:solidFill>
                  <a:srgbClr val="242021"/>
                </a:solidFill>
                <a:effectLst/>
                <a:latin typeface="Aptos (Body)"/>
              </a:rPr>
              <a:t> up to four variables, the Karnaugh map method is a powerful minimization method. When there are five variables, the Karnaugh map method is difficult to apply and completely impractical beyond five. </a:t>
            </a:r>
            <a:br>
              <a:rPr lang="en-US" sz="2100" dirty="0">
                <a:latin typeface="Aptos (Body)"/>
              </a:rPr>
            </a:br>
            <a:r>
              <a:rPr lang="en-US" sz="2100" b="1" i="1" dirty="0">
                <a:solidFill>
                  <a:schemeClr val="tx2">
                    <a:lumMod val="50000"/>
                    <a:lumOff val="50000"/>
                  </a:schemeClr>
                </a:solidFill>
                <a:latin typeface="Aptos (Body)"/>
              </a:rPr>
              <a:t>To illustrate, we will use the expression:</a:t>
            </a:r>
          </a:p>
          <a:p>
            <a:pPr marL="0" marR="0" indent="0">
              <a:lnSpc>
                <a:spcPct val="107000"/>
              </a:lnSpc>
              <a:spcBef>
                <a:spcPts val="0"/>
              </a:spcBef>
              <a:buNone/>
            </a:pPr>
            <a:br>
              <a:rPr lang="en-US" sz="2100" b="1" dirty="0">
                <a:solidFill>
                  <a:srgbClr val="FF0000"/>
                </a:solidFill>
                <a:latin typeface="Aptos (Body)"/>
                <a:ea typeface="+mj-ea"/>
                <a:cs typeface="+mj-cs"/>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27</a:t>
            </a:fld>
            <a:endParaRPr lang="vi-VN" dirty="0"/>
          </a:p>
        </p:txBody>
      </p:sp>
      <p:pic>
        <p:nvPicPr>
          <p:cNvPr id="3" name="Picture 2">
            <a:extLst>
              <a:ext uri="{FF2B5EF4-FFF2-40B4-BE49-F238E27FC236}">
                <a16:creationId xmlns:a16="http://schemas.microsoft.com/office/drawing/2014/main" id="{76B1441F-50ED-4AD7-AF0B-C56CBEE080BE}"/>
              </a:ext>
            </a:extLst>
          </p:cNvPr>
          <p:cNvPicPr>
            <a:picLocks noChangeAspect="1"/>
          </p:cNvPicPr>
          <p:nvPr/>
        </p:nvPicPr>
        <p:blipFill>
          <a:blip r:embed="rId2"/>
          <a:stretch>
            <a:fillRect/>
          </a:stretch>
        </p:blipFill>
        <p:spPr>
          <a:xfrm>
            <a:off x="5456997" y="2084813"/>
            <a:ext cx="6530344" cy="393395"/>
          </a:xfrm>
          <a:prstGeom prst="rect">
            <a:avLst/>
          </a:prstGeom>
        </p:spPr>
      </p:pic>
      <p:pic>
        <p:nvPicPr>
          <p:cNvPr id="5" name="Picture 4">
            <a:extLst>
              <a:ext uri="{FF2B5EF4-FFF2-40B4-BE49-F238E27FC236}">
                <a16:creationId xmlns:a16="http://schemas.microsoft.com/office/drawing/2014/main" id="{B3218EAA-07F7-4701-8C21-36E2D78595B4}"/>
              </a:ext>
            </a:extLst>
          </p:cNvPr>
          <p:cNvPicPr>
            <a:picLocks noChangeAspect="1"/>
          </p:cNvPicPr>
          <p:nvPr/>
        </p:nvPicPr>
        <p:blipFill>
          <a:blip r:embed="rId3"/>
          <a:stretch>
            <a:fillRect/>
          </a:stretch>
        </p:blipFill>
        <p:spPr>
          <a:xfrm>
            <a:off x="1376048" y="2729402"/>
            <a:ext cx="2761147" cy="3636633"/>
          </a:xfrm>
          <a:prstGeom prst="rect">
            <a:avLst/>
          </a:prstGeom>
        </p:spPr>
      </p:pic>
      <p:sp>
        <p:nvSpPr>
          <p:cNvPr id="7" name="TextBox 6">
            <a:extLst>
              <a:ext uri="{FF2B5EF4-FFF2-40B4-BE49-F238E27FC236}">
                <a16:creationId xmlns:a16="http://schemas.microsoft.com/office/drawing/2014/main" id="{C32AB87F-721B-410A-A853-082FF54926A8}"/>
              </a:ext>
            </a:extLst>
          </p:cNvPr>
          <p:cNvSpPr txBox="1"/>
          <p:nvPr/>
        </p:nvSpPr>
        <p:spPr>
          <a:xfrm>
            <a:off x="543338" y="2360070"/>
            <a:ext cx="875561" cy="369332"/>
          </a:xfrm>
          <a:prstGeom prst="rect">
            <a:avLst/>
          </a:prstGeom>
          <a:noFill/>
        </p:spPr>
        <p:txBody>
          <a:bodyPr wrap="none" rtlCol="0">
            <a:spAutoFit/>
          </a:bodyPr>
          <a:lstStyle/>
          <a:p>
            <a:r>
              <a:rPr lang="en-US" b="1" dirty="0" err="1">
                <a:solidFill>
                  <a:srgbClr val="FF0000"/>
                </a:solidFill>
              </a:rPr>
              <a:t>Bước</a:t>
            </a:r>
            <a:r>
              <a:rPr lang="en-US" b="1" dirty="0">
                <a:solidFill>
                  <a:srgbClr val="FF0000"/>
                </a:solidFill>
              </a:rPr>
              <a:t> 1</a:t>
            </a:r>
          </a:p>
        </p:txBody>
      </p:sp>
      <p:pic>
        <p:nvPicPr>
          <p:cNvPr id="8" name="Picture 7">
            <a:extLst>
              <a:ext uri="{FF2B5EF4-FFF2-40B4-BE49-F238E27FC236}">
                <a16:creationId xmlns:a16="http://schemas.microsoft.com/office/drawing/2014/main" id="{6DADB47F-0C93-4107-927C-F75770E01754}"/>
              </a:ext>
            </a:extLst>
          </p:cNvPr>
          <p:cNvPicPr>
            <a:picLocks noChangeAspect="1"/>
          </p:cNvPicPr>
          <p:nvPr/>
        </p:nvPicPr>
        <p:blipFill>
          <a:blip r:embed="rId4"/>
          <a:stretch>
            <a:fillRect/>
          </a:stretch>
        </p:blipFill>
        <p:spPr>
          <a:xfrm>
            <a:off x="6218706" y="2693421"/>
            <a:ext cx="4461258" cy="3623081"/>
          </a:xfrm>
          <a:prstGeom prst="rect">
            <a:avLst/>
          </a:prstGeom>
        </p:spPr>
      </p:pic>
      <p:sp>
        <p:nvSpPr>
          <p:cNvPr id="9" name="TextBox 8">
            <a:extLst>
              <a:ext uri="{FF2B5EF4-FFF2-40B4-BE49-F238E27FC236}">
                <a16:creationId xmlns:a16="http://schemas.microsoft.com/office/drawing/2014/main" id="{9AF94320-DB1D-4FA9-8CCB-75E82A00FE02}"/>
              </a:ext>
            </a:extLst>
          </p:cNvPr>
          <p:cNvSpPr txBox="1"/>
          <p:nvPr/>
        </p:nvSpPr>
        <p:spPr>
          <a:xfrm>
            <a:off x="4972083" y="2508755"/>
            <a:ext cx="875561" cy="369332"/>
          </a:xfrm>
          <a:prstGeom prst="rect">
            <a:avLst/>
          </a:prstGeom>
          <a:noFill/>
        </p:spPr>
        <p:txBody>
          <a:bodyPr wrap="none" rtlCol="0">
            <a:spAutoFit/>
          </a:bodyPr>
          <a:lstStyle/>
          <a:p>
            <a:r>
              <a:rPr lang="en-US" b="1" dirty="0" err="1">
                <a:solidFill>
                  <a:srgbClr val="FF0000"/>
                </a:solidFill>
              </a:rPr>
              <a:t>Bước</a:t>
            </a:r>
            <a:r>
              <a:rPr lang="en-US" b="1" dirty="0">
                <a:solidFill>
                  <a:srgbClr val="FF0000"/>
                </a:solidFill>
              </a:rPr>
              <a:t> 2</a:t>
            </a:r>
          </a:p>
        </p:txBody>
      </p:sp>
    </p:spTree>
    <p:extLst>
      <p:ext uri="{BB962C8B-B14F-4D97-AF65-F5344CB8AC3E}">
        <p14:creationId xmlns:p14="http://schemas.microsoft.com/office/powerpoint/2010/main" val="4289965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4.11. </a:t>
            </a:r>
            <a:r>
              <a:rPr lang="en-US" sz="2800" b="1" dirty="0">
                <a:solidFill>
                  <a:srgbClr val="FF0000"/>
                </a:solidFill>
                <a:latin typeface="+mj-lt"/>
                <a:ea typeface="+mj-ea"/>
                <a:cs typeface="+mj-cs"/>
              </a:rPr>
              <a:t>The Quine-McCluskey Method</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For Boolean functions</a:t>
            </a:r>
            <a:r>
              <a:rPr lang="en-US" b="0" i="0" dirty="0">
                <a:solidFill>
                  <a:srgbClr val="242021"/>
                </a:solidFill>
                <a:effectLst/>
                <a:latin typeface="Aptos (Body)"/>
              </a:rPr>
              <a:t> up to four variables, the Karnaugh map method is a powerful minimization method. When there are five variables, the Karnaugh map method is difficult to apply and completely impractical beyond five. </a:t>
            </a:r>
            <a:br>
              <a:rPr lang="en-US" sz="2100" dirty="0">
                <a:latin typeface="Aptos (Body)"/>
              </a:rPr>
            </a:br>
            <a:r>
              <a:rPr lang="en-US" b="1" i="1" dirty="0">
                <a:solidFill>
                  <a:schemeClr val="tx2">
                    <a:lumMod val="50000"/>
                    <a:lumOff val="50000"/>
                  </a:schemeClr>
                </a:solidFill>
                <a:latin typeface="Aptos (Body)"/>
              </a:rPr>
              <a:t>To illustrate, we will use the expression:</a:t>
            </a:r>
          </a:p>
          <a:p>
            <a:pPr marL="0" marR="0" indent="0">
              <a:lnSpc>
                <a:spcPct val="107000"/>
              </a:lnSpc>
              <a:spcBef>
                <a:spcPts val="0"/>
              </a:spcBef>
              <a:buNone/>
            </a:pPr>
            <a:br>
              <a:rPr lang="en-US" sz="2100" b="1" dirty="0">
                <a:solidFill>
                  <a:srgbClr val="FF0000"/>
                </a:solidFill>
                <a:latin typeface="Aptos (Body)"/>
                <a:ea typeface="+mj-ea"/>
                <a:cs typeface="+mj-cs"/>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28</a:t>
            </a:fld>
            <a:endParaRPr lang="vi-VN" dirty="0"/>
          </a:p>
        </p:txBody>
      </p:sp>
      <p:pic>
        <p:nvPicPr>
          <p:cNvPr id="3" name="Picture 2">
            <a:extLst>
              <a:ext uri="{FF2B5EF4-FFF2-40B4-BE49-F238E27FC236}">
                <a16:creationId xmlns:a16="http://schemas.microsoft.com/office/drawing/2014/main" id="{76B1441F-50ED-4AD7-AF0B-C56CBEE080BE}"/>
              </a:ext>
            </a:extLst>
          </p:cNvPr>
          <p:cNvPicPr>
            <a:picLocks noChangeAspect="1"/>
          </p:cNvPicPr>
          <p:nvPr/>
        </p:nvPicPr>
        <p:blipFill>
          <a:blip r:embed="rId2"/>
          <a:stretch>
            <a:fillRect/>
          </a:stretch>
        </p:blipFill>
        <p:spPr>
          <a:xfrm>
            <a:off x="5738191" y="2055630"/>
            <a:ext cx="6453809" cy="393395"/>
          </a:xfrm>
          <a:prstGeom prst="rect">
            <a:avLst/>
          </a:prstGeom>
        </p:spPr>
      </p:pic>
      <p:sp>
        <p:nvSpPr>
          <p:cNvPr id="7" name="TextBox 6">
            <a:extLst>
              <a:ext uri="{FF2B5EF4-FFF2-40B4-BE49-F238E27FC236}">
                <a16:creationId xmlns:a16="http://schemas.microsoft.com/office/drawing/2014/main" id="{C32AB87F-721B-410A-A853-082FF54926A8}"/>
              </a:ext>
            </a:extLst>
          </p:cNvPr>
          <p:cNvSpPr txBox="1"/>
          <p:nvPr/>
        </p:nvSpPr>
        <p:spPr>
          <a:xfrm>
            <a:off x="2080591" y="2556481"/>
            <a:ext cx="875561" cy="369332"/>
          </a:xfrm>
          <a:prstGeom prst="rect">
            <a:avLst/>
          </a:prstGeom>
          <a:noFill/>
        </p:spPr>
        <p:txBody>
          <a:bodyPr wrap="none" rtlCol="0">
            <a:spAutoFit/>
          </a:bodyPr>
          <a:lstStyle/>
          <a:p>
            <a:r>
              <a:rPr lang="en-US" b="1" dirty="0" err="1">
                <a:solidFill>
                  <a:srgbClr val="FF0000"/>
                </a:solidFill>
              </a:rPr>
              <a:t>Bước</a:t>
            </a:r>
            <a:r>
              <a:rPr lang="en-US" b="1" dirty="0">
                <a:solidFill>
                  <a:srgbClr val="FF0000"/>
                </a:solidFill>
              </a:rPr>
              <a:t> 3</a:t>
            </a:r>
          </a:p>
        </p:txBody>
      </p:sp>
      <p:sp>
        <p:nvSpPr>
          <p:cNvPr id="9" name="TextBox 8">
            <a:extLst>
              <a:ext uri="{FF2B5EF4-FFF2-40B4-BE49-F238E27FC236}">
                <a16:creationId xmlns:a16="http://schemas.microsoft.com/office/drawing/2014/main" id="{9AF94320-DB1D-4FA9-8CCB-75E82A00FE02}"/>
              </a:ext>
            </a:extLst>
          </p:cNvPr>
          <p:cNvSpPr txBox="1"/>
          <p:nvPr/>
        </p:nvSpPr>
        <p:spPr>
          <a:xfrm>
            <a:off x="8321447" y="2624638"/>
            <a:ext cx="875561" cy="369332"/>
          </a:xfrm>
          <a:prstGeom prst="rect">
            <a:avLst/>
          </a:prstGeom>
          <a:noFill/>
        </p:spPr>
        <p:txBody>
          <a:bodyPr wrap="none" rtlCol="0">
            <a:spAutoFit/>
          </a:bodyPr>
          <a:lstStyle/>
          <a:p>
            <a:r>
              <a:rPr lang="en-US" b="1" dirty="0" err="1">
                <a:solidFill>
                  <a:srgbClr val="FF0000"/>
                </a:solidFill>
              </a:rPr>
              <a:t>Bước</a:t>
            </a:r>
            <a:r>
              <a:rPr lang="en-US" b="1" dirty="0">
                <a:solidFill>
                  <a:srgbClr val="FF0000"/>
                </a:solidFill>
              </a:rPr>
              <a:t> 4</a:t>
            </a:r>
          </a:p>
        </p:txBody>
      </p:sp>
      <p:pic>
        <p:nvPicPr>
          <p:cNvPr id="10" name="Picture 9">
            <a:extLst>
              <a:ext uri="{FF2B5EF4-FFF2-40B4-BE49-F238E27FC236}">
                <a16:creationId xmlns:a16="http://schemas.microsoft.com/office/drawing/2014/main" id="{E8F0305E-A17B-4A6F-A221-12D33A0ADD91}"/>
              </a:ext>
            </a:extLst>
          </p:cNvPr>
          <p:cNvPicPr>
            <a:picLocks noChangeAspect="1"/>
          </p:cNvPicPr>
          <p:nvPr/>
        </p:nvPicPr>
        <p:blipFill>
          <a:blip r:embed="rId3"/>
          <a:stretch>
            <a:fillRect/>
          </a:stretch>
        </p:blipFill>
        <p:spPr>
          <a:xfrm>
            <a:off x="543338" y="3086559"/>
            <a:ext cx="5194853" cy="2924662"/>
          </a:xfrm>
          <a:prstGeom prst="rect">
            <a:avLst/>
          </a:prstGeom>
        </p:spPr>
      </p:pic>
      <p:pic>
        <p:nvPicPr>
          <p:cNvPr id="11" name="Picture 10">
            <a:extLst>
              <a:ext uri="{FF2B5EF4-FFF2-40B4-BE49-F238E27FC236}">
                <a16:creationId xmlns:a16="http://schemas.microsoft.com/office/drawing/2014/main" id="{CD3F9336-54EF-42B1-BDDA-BECAC2682C94}"/>
              </a:ext>
            </a:extLst>
          </p:cNvPr>
          <p:cNvPicPr>
            <a:picLocks noChangeAspect="1"/>
          </p:cNvPicPr>
          <p:nvPr/>
        </p:nvPicPr>
        <p:blipFill>
          <a:blip r:embed="rId4"/>
          <a:stretch>
            <a:fillRect/>
          </a:stretch>
        </p:blipFill>
        <p:spPr>
          <a:xfrm>
            <a:off x="6096000" y="3086559"/>
            <a:ext cx="6096000" cy="2776060"/>
          </a:xfrm>
          <a:prstGeom prst="rect">
            <a:avLst/>
          </a:prstGeom>
        </p:spPr>
      </p:pic>
      <p:pic>
        <p:nvPicPr>
          <p:cNvPr id="5" name="Picture 4">
            <a:extLst>
              <a:ext uri="{FF2B5EF4-FFF2-40B4-BE49-F238E27FC236}">
                <a16:creationId xmlns:a16="http://schemas.microsoft.com/office/drawing/2014/main" id="{0B11269E-E9B4-409E-8A11-B9009448A1EB}"/>
              </a:ext>
            </a:extLst>
          </p:cNvPr>
          <p:cNvPicPr>
            <a:picLocks noChangeAspect="1"/>
          </p:cNvPicPr>
          <p:nvPr/>
        </p:nvPicPr>
        <p:blipFill>
          <a:blip r:embed="rId5"/>
          <a:stretch>
            <a:fillRect/>
          </a:stretch>
        </p:blipFill>
        <p:spPr>
          <a:xfrm>
            <a:off x="3416985" y="6171967"/>
            <a:ext cx="4642412" cy="480250"/>
          </a:xfrm>
          <a:prstGeom prst="rect">
            <a:avLst/>
          </a:prstGeom>
        </p:spPr>
      </p:pic>
    </p:spTree>
    <p:extLst>
      <p:ext uri="{BB962C8B-B14F-4D97-AF65-F5344CB8AC3E}">
        <p14:creationId xmlns:p14="http://schemas.microsoft.com/office/powerpoint/2010/main" val="2894104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4.11. </a:t>
            </a:r>
            <a:r>
              <a:rPr lang="en-US" sz="2800" b="1" dirty="0">
                <a:solidFill>
                  <a:srgbClr val="FF0000"/>
                </a:solidFill>
                <a:latin typeface="+mj-lt"/>
                <a:ea typeface="+mj-ea"/>
                <a:cs typeface="+mj-cs"/>
              </a:rPr>
              <a:t>The Quine-McCluskey Method</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buNone/>
            </a:pPr>
            <a:r>
              <a:rPr lang="en-US" b="1" i="1" dirty="0">
                <a:solidFill>
                  <a:schemeClr val="tx2">
                    <a:lumMod val="50000"/>
                    <a:lumOff val="50000"/>
                  </a:schemeClr>
                </a:solidFill>
                <a:latin typeface="Aptos (Body)"/>
              </a:rPr>
              <a:t>For Boolean functions</a:t>
            </a:r>
            <a:r>
              <a:rPr lang="en-US" b="0" i="0" dirty="0">
                <a:solidFill>
                  <a:srgbClr val="242021"/>
                </a:solidFill>
                <a:effectLst/>
                <a:latin typeface="Aptos (Body)"/>
              </a:rPr>
              <a:t> up to four variables, the Karnaugh map method is a powerful minimization method. When there are five variables, the Karnaugh map method is difficult to apply and completely impractical beyond five. </a:t>
            </a:r>
            <a:br>
              <a:rPr lang="en-US" sz="2100" dirty="0">
                <a:latin typeface="Aptos (Body)"/>
              </a:rPr>
            </a:br>
            <a:r>
              <a:rPr lang="en-US" b="1" i="1" dirty="0">
                <a:solidFill>
                  <a:schemeClr val="tx2">
                    <a:lumMod val="50000"/>
                    <a:lumOff val="50000"/>
                  </a:schemeClr>
                </a:solidFill>
                <a:latin typeface="Aptos (Body)"/>
              </a:rPr>
              <a:t>To illustrate, we will use the expression:</a:t>
            </a:r>
          </a:p>
          <a:p>
            <a:pPr marL="0" marR="0" indent="0">
              <a:lnSpc>
                <a:spcPct val="107000"/>
              </a:lnSpc>
              <a:spcBef>
                <a:spcPts val="0"/>
              </a:spcBef>
              <a:buNone/>
            </a:pPr>
            <a:br>
              <a:rPr lang="en-US" sz="2100" b="1" dirty="0">
                <a:solidFill>
                  <a:srgbClr val="FF0000"/>
                </a:solidFill>
                <a:latin typeface="Aptos (Body)"/>
                <a:ea typeface="+mj-ea"/>
                <a:cs typeface="+mj-cs"/>
              </a:rPr>
            </a:br>
            <a:endParaRPr lang="en-US" sz="2100" b="1" i="1" dirty="0">
              <a:solidFill>
                <a:schemeClr val="tx2">
                  <a:lumMod val="50000"/>
                  <a:lumOff val="50000"/>
                </a:schemeClr>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29</a:t>
            </a:fld>
            <a:endParaRPr lang="vi-VN" dirty="0"/>
          </a:p>
        </p:txBody>
      </p:sp>
      <p:pic>
        <p:nvPicPr>
          <p:cNvPr id="3" name="Picture 2">
            <a:extLst>
              <a:ext uri="{FF2B5EF4-FFF2-40B4-BE49-F238E27FC236}">
                <a16:creationId xmlns:a16="http://schemas.microsoft.com/office/drawing/2014/main" id="{76B1441F-50ED-4AD7-AF0B-C56CBEE080BE}"/>
              </a:ext>
            </a:extLst>
          </p:cNvPr>
          <p:cNvPicPr>
            <a:picLocks noChangeAspect="1"/>
          </p:cNvPicPr>
          <p:nvPr/>
        </p:nvPicPr>
        <p:blipFill>
          <a:blip r:embed="rId2"/>
          <a:stretch>
            <a:fillRect/>
          </a:stretch>
        </p:blipFill>
        <p:spPr>
          <a:xfrm>
            <a:off x="5618921" y="2054869"/>
            <a:ext cx="6368419" cy="383640"/>
          </a:xfrm>
          <a:prstGeom prst="rect">
            <a:avLst/>
          </a:prstGeom>
        </p:spPr>
      </p:pic>
      <p:sp>
        <p:nvSpPr>
          <p:cNvPr id="7" name="TextBox 6">
            <a:extLst>
              <a:ext uri="{FF2B5EF4-FFF2-40B4-BE49-F238E27FC236}">
                <a16:creationId xmlns:a16="http://schemas.microsoft.com/office/drawing/2014/main" id="{C32AB87F-721B-410A-A853-082FF54926A8}"/>
              </a:ext>
            </a:extLst>
          </p:cNvPr>
          <p:cNvSpPr txBox="1"/>
          <p:nvPr/>
        </p:nvSpPr>
        <p:spPr>
          <a:xfrm>
            <a:off x="1432693" y="2360070"/>
            <a:ext cx="875561" cy="369332"/>
          </a:xfrm>
          <a:prstGeom prst="rect">
            <a:avLst/>
          </a:prstGeom>
          <a:noFill/>
        </p:spPr>
        <p:txBody>
          <a:bodyPr wrap="none" rtlCol="0">
            <a:spAutoFit/>
          </a:bodyPr>
          <a:lstStyle/>
          <a:p>
            <a:r>
              <a:rPr lang="en-US" b="1" dirty="0" err="1">
                <a:solidFill>
                  <a:srgbClr val="FF0000"/>
                </a:solidFill>
              </a:rPr>
              <a:t>Bước</a:t>
            </a:r>
            <a:r>
              <a:rPr lang="en-US" b="1" dirty="0">
                <a:solidFill>
                  <a:srgbClr val="FF0000"/>
                </a:solidFill>
              </a:rPr>
              <a:t> 5</a:t>
            </a:r>
          </a:p>
        </p:txBody>
      </p:sp>
      <p:pic>
        <p:nvPicPr>
          <p:cNvPr id="13" name="Picture 12">
            <a:extLst>
              <a:ext uri="{FF2B5EF4-FFF2-40B4-BE49-F238E27FC236}">
                <a16:creationId xmlns:a16="http://schemas.microsoft.com/office/drawing/2014/main" id="{74B28D5F-E78E-44FF-9A37-FA6BF56F93AB}"/>
              </a:ext>
            </a:extLst>
          </p:cNvPr>
          <p:cNvPicPr>
            <a:picLocks noChangeAspect="1"/>
          </p:cNvPicPr>
          <p:nvPr/>
        </p:nvPicPr>
        <p:blipFill>
          <a:blip r:embed="rId3"/>
          <a:stretch>
            <a:fillRect/>
          </a:stretch>
        </p:blipFill>
        <p:spPr>
          <a:xfrm>
            <a:off x="2274732" y="3035521"/>
            <a:ext cx="7764618" cy="2702954"/>
          </a:xfrm>
          <a:prstGeom prst="rect">
            <a:avLst/>
          </a:prstGeom>
        </p:spPr>
      </p:pic>
      <p:pic>
        <p:nvPicPr>
          <p:cNvPr id="14" name="Picture 13">
            <a:extLst>
              <a:ext uri="{FF2B5EF4-FFF2-40B4-BE49-F238E27FC236}">
                <a16:creationId xmlns:a16="http://schemas.microsoft.com/office/drawing/2014/main" id="{56EADE0D-FD3E-41B6-A7B7-0FA9BF743B2A}"/>
              </a:ext>
            </a:extLst>
          </p:cNvPr>
          <p:cNvPicPr>
            <a:picLocks noChangeAspect="1"/>
          </p:cNvPicPr>
          <p:nvPr/>
        </p:nvPicPr>
        <p:blipFill>
          <a:blip r:embed="rId4"/>
          <a:stretch>
            <a:fillRect/>
          </a:stretch>
        </p:blipFill>
        <p:spPr>
          <a:xfrm>
            <a:off x="4232863" y="5925036"/>
            <a:ext cx="3691937" cy="430965"/>
          </a:xfrm>
          <a:prstGeom prst="rect">
            <a:avLst/>
          </a:prstGeom>
        </p:spPr>
      </p:pic>
    </p:spTree>
    <p:extLst>
      <p:ext uri="{BB962C8B-B14F-4D97-AF65-F5344CB8AC3E}">
        <p14:creationId xmlns:p14="http://schemas.microsoft.com/office/powerpoint/2010/main" val="1867653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41A71-ED29-0AF4-318D-3A8D2C460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80CEC-6A1B-B285-32B7-23659E84F5A5}"/>
              </a:ext>
            </a:extLst>
          </p:cNvPr>
          <p:cNvSpPr>
            <a:spLocks noGrp="1"/>
          </p:cNvSpPr>
          <p:nvPr>
            <p:ph type="title"/>
          </p:nvPr>
        </p:nvSpPr>
        <p:spPr>
          <a:xfrm>
            <a:off x="874644" y="217305"/>
            <a:ext cx="9164706" cy="549274"/>
          </a:xfrm>
        </p:spPr>
        <p:txBody>
          <a:bodyPr/>
          <a:lstStyle/>
          <a:p>
            <a:pPr lvl="0"/>
            <a:r>
              <a:rPr lang="en-US" dirty="0">
                <a:solidFill>
                  <a:srgbClr val="FF0000"/>
                </a:solidFill>
              </a:rPr>
              <a:t>4.12. </a:t>
            </a:r>
            <a:r>
              <a:rPr lang="en-US" sz="2800" b="1" dirty="0">
                <a:solidFill>
                  <a:srgbClr val="FF0000"/>
                </a:solidFill>
                <a:latin typeface="+mj-lt"/>
                <a:ea typeface="+mj-ea"/>
                <a:cs typeface="+mj-cs"/>
              </a:rPr>
              <a:t>Boolean Expressions with VHDL</a:t>
            </a:r>
            <a:endParaRPr lang="vi-VN" dirty="0">
              <a:solidFill>
                <a:srgbClr val="FF0000"/>
              </a:solidFill>
            </a:endParaRPr>
          </a:p>
        </p:txBody>
      </p:sp>
      <p:sp>
        <p:nvSpPr>
          <p:cNvPr id="4" name="Content Placeholder 3">
            <a:extLst>
              <a:ext uri="{FF2B5EF4-FFF2-40B4-BE49-F238E27FC236}">
                <a16:creationId xmlns:a16="http://schemas.microsoft.com/office/drawing/2014/main" id="{4F67286E-DE80-1367-FDC7-A4E738D8AB28}"/>
              </a:ext>
            </a:extLst>
          </p:cNvPr>
          <p:cNvSpPr>
            <a:spLocks noGrp="1"/>
          </p:cNvSpPr>
          <p:nvPr>
            <p:ph idx="1"/>
          </p:nvPr>
        </p:nvSpPr>
        <p:spPr>
          <a:xfrm>
            <a:off x="874644" y="1099930"/>
            <a:ext cx="10774018" cy="5235558"/>
          </a:xfrm>
        </p:spPr>
        <p:txBody>
          <a:bodyPr>
            <a:normAutofit/>
          </a:bodyPr>
          <a:lstStyle/>
          <a:p>
            <a:pPr marL="0" indent="0">
              <a:lnSpc>
                <a:spcPct val="130000"/>
              </a:lnSpc>
              <a:spcBef>
                <a:spcPts val="0"/>
              </a:spcBef>
              <a:buNone/>
            </a:pPr>
            <a:r>
              <a:rPr lang="en-US" b="1" i="1" dirty="0">
                <a:solidFill>
                  <a:schemeClr val="tx2">
                    <a:lumMod val="50000"/>
                    <a:lumOff val="50000"/>
                  </a:schemeClr>
                </a:solidFill>
                <a:latin typeface="Aptos (Body)"/>
              </a:rPr>
              <a:t>The ability </a:t>
            </a:r>
            <a:r>
              <a:rPr lang="en-US" b="0" i="0" dirty="0">
                <a:solidFill>
                  <a:srgbClr val="242021"/>
                </a:solidFill>
                <a:effectLst/>
                <a:latin typeface="Aptos (Body)"/>
              </a:rPr>
              <a:t>to create simple and compact code is important in a VHDL program. By simplifying a Boolean expression for a given logic function, it is easier to write and debug the VHDL code; in addition, the result is a clearer and more concise program.</a:t>
            </a:r>
            <a:r>
              <a:rPr lang="en-US" dirty="0">
                <a:latin typeface="Aptos (Body)"/>
              </a:rPr>
              <a:t> </a:t>
            </a:r>
            <a:br>
              <a:rPr lang="en-US" dirty="0">
                <a:latin typeface="Aptos (Body)"/>
              </a:rPr>
            </a:br>
            <a:r>
              <a:rPr lang="en-US" b="1" i="1" dirty="0">
                <a:solidFill>
                  <a:schemeClr val="tx2">
                    <a:lumMod val="50000"/>
                    <a:lumOff val="50000"/>
                  </a:schemeClr>
                </a:solidFill>
                <a:latin typeface="Aptos (Body)"/>
              </a:rPr>
              <a:t>Boolean Algebra in VHDL Programming</a:t>
            </a:r>
            <a:br>
              <a:rPr lang="en-US" b="0" i="0" dirty="0">
                <a:solidFill>
                  <a:srgbClr val="00803E"/>
                </a:solidFill>
                <a:effectLst/>
                <a:latin typeface="Aptos (Body)"/>
              </a:rPr>
            </a:br>
            <a:r>
              <a:rPr lang="en-US" b="0" i="0" dirty="0">
                <a:solidFill>
                  <a:srgbClr val="242021"/>
                </a:solidFill>
                <a:effectLst/>
                <a:latin typeface="Aptos (Body)"/>
              </a:rPr>
              <a:t>The basic rules of Boolean algebra that you have learned in this chapter should be applied to any applicable VHDL code. Eliminating unnecessary gate logic allows you to create compact code that is easier to understand, especially when someone has to go back later and update or modify the program.</a:t>
            </a:r>
            <a:r>
              <a:rPr lang="en-US" dirty="0">
                <a:latin typeface="Aptos (Body)"/>
              </a:rPr>
              <a:t> </a:t>
            </a:r>
            <a:br>
              <a:rPr lang="en-US" dirty="0">
                <a:latin typeface="Aptos (Body)"/>
              </a:rPr>
            </a:br>
            <a:br>
              <a:rPr lang="en-US" b="1" dirty="0">
                <a:solidFill>
                  <a:srgbClr val="FF0000"/>
                </a:solidFill>
                <a:latin typeface="Aptos (Body)"/>
                <a:ea typeface="+mj-ea"/>
                <a:cs typeface="+mj-cs"/>
              </a:rPr>
            </a:br>
            <a:r>
              <a:rPr lang="en-US" dirty="0">
                <a:solidFill>
                  <a:srgbClr val="FF0000"/>
                </a:solidFill>
                <a:latin typeface="Aptos (Body)"/>
              </a:rPr>
              <a:t>In Example 4–37, Page 140, Text book “Digital Fundamentals”</a:t>
            </a:r>
            <a:br>
              <a:rPr lang="en-US" sz="2100" dirty="0">
                <a:solidFill>
                  <a:srgbClr val="FF0000"/>
                </a:solidFill>
                <a:latin typeface="Aptos (Body)"/>
              </a:rPr>
            </a:br>
            <a:endParaRPr lang="en-US" sz="2100" dirty="0">
              <a:solidFill>
                <a:srgbClr val="FF0000"/>
              </a:solidFill>
              <a:latin typeface="Aptos (Body)"/>
            </a:endParaRPr>
          </a:p>
          <a:p>
            <a:pPr marL="0" indent="0">
              <a:buNone/>
            </a:pPr>
            <a:endParaRPr lang="en-US" sz="2100" dirty="0">
              <a:latin typeface="Aptos (Body)"/>
            </a:endParaRPr>
          </a:p>
        </p:txBody>
      </p:sp>
      <p:sp>
        <p:nvSpPr>
          <p:cNvPr id="6" name="Slide Number Placeholder 5">
            <a:extLst>
              <a:ext uri="{FF2B5EF4-FFF2-40B4-BE49-F238E27FC236}">
                <a16:creationId xmlns:a16="http://schemas.microsoft.com/office/drawing/2014/main" id="{FE12D87C-985F-1EFB-31F9-DDFC2A735C2A}"/>
              </a:ext>
            </a:extLst>
          </p:cNvPr>
          <p:cNvSpPr>
            <a:spLocks noGrp="1"/>
          </p:cNvSpPr>
          <p:nvPr>
            <p:ph type="sldNum" sz="quarter" idx="12"/>
          </p:nvPr>
        </p:nvSpPr>
        <p:spPr>
          <a:xfrm>
            <a:off x="9197008" y="6511101"/>
            <a:ext cx="2743200" cy="365125"/>
          </a:xfrm>
        </p:spPr>
        <p:txBody>
          <a:bodyPr/>
          <a:lstStyle/>
          <a:p>
            <a:fld id="{644A9409-5B7A-4A68-9AEC-D10994391474}" type="slidenum">
              <a:rPr lang="vi-VN" smtClean="0"/>
              <a:t>30</a:t>
            </a:fld>
            <a:endParaRPr lang="vi-VN" dirty="0"/>
          </a:p>
        </p:txBody>
      </p:sp>
    </p:spTree>
    <p:extLst>
      <p:ext uri="{BB962C8B-B14F-4D97-AF65-F5344CB8AC3E}">
        <p14:creationId xmlns:p14="http://schemas.microsoft.com/office/powerpoint/2010/main" val="2380155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787D-A297-DF1F-4825-FC3889EE16E3}"/>
              </a:ext>
            </a:extLst>
          </p:cNvPr>
          <p:cNvSpPr>
            <a:spLocks noGrp="1"/>
          </p:cNvSpPr>
          <p:nvPr>
            <p:ph type="title"/>
          </p:nvPr>
        </p:nvSpPr>
        <p:spPr>
          <a:xfrm>
            <a:off x="834887" y="217305"/>
            <a:ext cx="9204463" cy="549274"/>
          </a:xfrm>
        </p:spPr>
        <p:txBody>
          <a:bodyPr/>
          <a:lstStyle/>
          <a:p>
            <a:r>
              <a:rPr lang="en-US" dirty="0">
                <a:solidFill>
                  <a:srgbClr val="FF0000"/>
                </a:solidFill>
              </a:rPr>
              <a:t>SUMMARY</a:t>
            </a:r>
            <a:endParaRPr lang="vi-VN" dirty="0">
              <a:solidFill>
                <a:srgbClr val="FF0000"/>
              </a:solidFill>
            </a:endParaRPr>
          </a:p>
        </p:txBody>
      </p:sp>
      <p:sp>
        <p:nvSpPr>
          <p:cNvPr id="4" name="Content Placeholder 3">
            <a:extLst>
              <a:ext uri="{FF2B5EF4-FFF2-40B4-BE49-F238E27FC236}">
                <a16:creationId xmlns:a16="http://schemas.microsoft.com/office/drawing/2014/main" id="{C46E0FDF-6605-A786-B6B6-E7920844DBE0}"/>
              </a:ext>
            </a:extLst>
          </p:cNvPr>
          <p:cNvSpPr>
            <a:spLocks noGrp="1"/>
          </p:cNvSpPr>
          <p:nvPr>
            <p:ph idx="1"/>
          </p:nvPr>
        </p:nvSpPr>
        <p:spPr>
          <a:xfrm>
            <a:off x="1086677" y="1479786"/>
            <a:ext cx="10747513" cy="4970921"/>
          </a:xfrm>
        </p:spPr>
        <p:txBody>
          <a:bodyPr>
            <a:noAutofit/>
          </a:bodyPr>
          <a:lstStyle/>
          <a:p>
            <a:pPr marL="0" marR="0">
              <a:lnSpc>
                <a:spcPct val="107000"/>
              </a:lnSpc>
              <a:spcBef>
                <a:spcPts val="0"/>
              </a:spcBef>
              <a:spcAft>
                <a:spcPts val="800"/>
              </a:spcAft>
            </a:pPr>
            <a:r>
              <a:rPr lang="en-US" b="1" dirty="0">
                <a:effectLst/>
                <a:latin typeface="Aptos (Body)"/>
                <a:ea typeface="Times New Roman" panose="02020603050405020304" pitchFamily="18" charset="0"/>
                <a:cs typeface="Times New Roman" panose="02020603050405020304" pitchFamily="18" charset="0"/>
              </a:rPr>
              <a:t>Gate symbols and Boolean expressions</a:t>
            </a:r>
            <a:r>
              <a:rPr lang="en-US" dirty="0">
                <a:effectLst/>
                <a:latin typeface="Aptos (Body)"/>
                <a:ea typeface="Times New Roman" panose="02020603050405020304" pitchFamily="18" charset="0"/>
                <a:cs typeface="Times New Roman" panose="02020603050405020304" pitchFamily="18" charset="0"/>
              </a:rPr>
              <a:t> illustrate basic logic operations: </a:t>
            </a:r>
          </a:p>
          <a:p>
            <a:pPr marL="0" marR="0" indent="0">
              <a:lnSpc>
                <a:spcPct val="107000"/>
              </a:lnSpc>
              <a:spcBef>
                <a:spcPts val="0"/>
              </a:spcBef>
              <a:spcAft>
                <a:spcPts val="800"/>
              </a:spcAft>
              <a:buNone/>
            </a:pPr>
            <a:r>
              <a:rPr lang="en-US" dirty="0">
                <a:effectLst/>
                <a:latin typeface="Aptos (Body)"/>
                <a:ea typeface="Times New Roman" panose="02020603050405020304" pitchFamily="18" charset="0"/>
                <a:cs typeface="Times New Roman" panose="02020603050405020304" pitchFamily="18" charset="0"/>
              </a:rPr>
              <a:t>   NOT</a:t>
            </a:r>
            <a:endParaRPr lang="en-US"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dirty="0">
                <a:effectLst/>
                <a:latin typeface="Aptos (Body)"/>
                <a:ea typeface="Times New Roman" panose="02020603050405020304" pitchFamily="18" charset="0"/>
                <a:cs typeface="Times New Roman" panose="02020603050405020304" pitchFamily="18" charset="0"/>
              </a:rPr>
              <a:t>Fundamental </a:t>
            </a:r>
            <a:r>
              <a:rPr lang="en-US" b="1" dirty="0">
                <a:effectLst/>
                <a:latin typeface="Aptos (Body)"/>
                <a:ea typeface="Times New Roman" panose="02020603050405020304" pitchFamily="18" charset="0"/>
                <a:cs typeface="Times New Roman" panose="02020603050405020304" pitchFamily="18" charset="0"/>
              </a:rPr>
              <a:t>Boolean laws and rules</a:t>
            </a:r>
            <a:r>
              <a:rPr lang="en-US" dirty="0">
                <a:effectLst/>
                <a:latin typeface="Aptos (Body)"/>
                <a:ea typeface="Times New Roman" panose="02020603050405020304" pitchFamily="18" charset="0"/>
                <a:cs typeface="Times New Roman" panose="02020603050405020304" pitchFamily="18" charset="0"/>
              </a:rPr>
              <a:t> include commutative, associative, distributive laws, and identities like </a:t>
            </a:r>
            <a:endParaRPr lang="en-US"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err="1">
                <a:effectLst/>
                <a:latin typeface="Aptos (Body)"/>
                <a:ea typeface="Times New Roman" panose="02020603050405020304" pitchFamily="18" charset="0"/>
                <a:cs typeface="Times New Roman" panose="02020603050405020304" pitchFamily="18" charset="0"/>
              </a:rPr>
              <a:t>DeMorgan’s</a:t>
            </a:r>
            <a:r>
              <a:rPr lang="en-US" b="1" dirty="0">
                <a:effectLst/>
                <a:latin typeface="Aptos (Body)"/>
                <a:ea typeface="Times New Roman" panose="02020603050405020304" pitchFamily="18" charset="0"/>
                <a:cs typeface="Times New Roman" panose="02020603050405020304" pitchFamily="18" charset="0"/>
              </a:rPr>
              <a:t> Theorems</a:t>
            </a:r>
            <a:r>
              <a:rPr lang="en-US" dirty="0">
                <a:effectLst/>
                <a:latin typeface="Aptos (Body)"/>
                <a:ea typeface="Times New Roman" panose="02020603050405020304" pitchFamily="18" charset="0"/>
                <a:cs typeface="Times New Roman" panose="02020603050405020304" pitchFamily="18" charset="0"/>
              </a:rPr>
              <a:t> state that:</a:t>
            </a:r>
          </a:p>
          <a:p>
            <a:pPr marL="0" marR="0">
              <a:lnSpc>
                <a:spcPct val="107000"/>
              </a:lnSpc>
              <a:spcBef>
                <a:spcPts val="0"/>
              </a:spcBef>
              <a:spcAft>
                <a:spcPts val="800"/>
              </a:spcAft>
            </a:pPr>
            <a:endParaRPr lang="en-US" dirty="0">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Aptos (Body)"/>
                <a:ea typeface="Times New Roman" panose="02020603050405020304" pitchFamily="18" charset="0"/>
                <a:cs typeface="Times New Roman" panose="02020603050405020304" pitchFamily="18" charset="0"/>
              </a:rPr>
              <a:t>Karnaugh maps</a:t>
            </a:r>
            <a:r>
              <a:rPr lang="en-US" dirty="0">
                <a:effectLst/>
                <a:latin typeface="Aptos (Body)"/>
                <a:ea typeface="Times New Roman" panose="02020603050405020304" pitchFamily="18" charset="0"/>
                <a:cs typeface="Times New Roman" panose="02020603050405020304" pitchFamily="18" charset="0"/>
              </a:rPr>
              <a:t> are tools used to simplify Boolean expressions; 3-variable maps have 8 cells, and 4-variable maps have 16.</a:t>
            </a:r>
            <a:endParaRPr lang="en-US"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Aptos (Body)"/>
                <a:ea typeface="Times New Roman" panose="02020603050405020304" pitchFamily="18" charset="0"/>
                <a:cs typeface="Times New Roman" panose="02020603050405020304" pitchFamily="18" charset="0"/>
              </a:rPr>
              <a:t>Quine-McCluskey</a:t>
            </a:r>
            <a:r>
              <a:rPr lang="en-US" dirty="0">
                <a:effectLst/>
                <a:latin typeface="Aptos (Body)"/>
                <a:ea typeface="Times New Roman" panose="02020603050405020304" pitchFamily="18" charset="0"/>
                <a:cs typeface="Times New Roman" panose="02020603050405020304" pitchFamily="18" charset="0"/>
              </a:rPr>
              <a:t> is another method for Boolean simplification, and </a:t>
            </a:r>
            <a:r>
              <a:rPr lang="en-US" b="1" dirty="0">
                <a:effectLst/>
                <a:latin typeface="Aptos (Body)"/>
                <a:ea typeface="Times New Roman" panose="02020603050405020304" pitchFamily="18" charset="0"/>
                <a:cs typeface="Times New Roman" panose="02020603050405020304" pitchFamily="18" charset="0"/>
              </a:rPr>
              <a:t>VHDL</a:t>
            </a:r>
            <a:r>
              <a:rPr lang="en-US" dirty="0">
                <a:effectLst/>
                <a:latin typeface="Aptos (Body)"/>
                <a:ea typeface="Times New Roman" panose="02020603050405020304" pitchFamily="18" charset="0"/>
                <a:cs typeface="Times New Roman" panose="02020603050405020304" pitchFamily="18" charset="0"/>
              </a:rPr>
              <a:t> supports three abstraction levels: </a:t>
            </a:r>
            <a:r>
              <a:rPr lang="en-US" b="1" dirty="0">
                <a:effectLst/>
                <a:latin typeface="Aptos (Body)"/>
                <a:ea typeface="Times New Roman" panose="02020603050405020304" pitchFamily="18" charset="0"/>
                <a:cs typeface="Times New Roman" panose="02020603050405020304" pitchFamily="18" charset="0"/>
              </a:rPr>
              <a:t>data flow, structural, and behavioral</a:t>
            </a:r>
            <a:r>
              <a:rPr lang="en-US" dirty="0">
                <a:effectLst/>
                <a:latin typeface="Aptos (Body)"/>
                <a:ea typeface="Times New Roman" panose="02020603050405020304" pitchFamily="18" charset="0"/>
                <a:cs typeface="Times New Roman" panose="02020603050405020304" pitchFamily="18" charset="0"/>
              </a:rPr>
              <a:t>.</a:t>
            </a:r>
            <a:endParaRPr lang="en-US" dirty="0">
              <a:effectLst/>
              <a:latin typeface="Aptos (Body)"/>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100" dirty="0">
                <a:effectLst/>
                <a:latin typeface="Aptos (Body)"/>
                <a:ea typeface="Calibri" panose="020F0502020204030204" pitchFamily="34" charset="0"/>
                <a:cs typeface="Times New Roman" panose="02020603050405020304" pitchFamily="18" charset="0"/>
              </a:rPr>
              <a:t> </a:t>
            </a:r>
          </a:p>
          <a:p>
            <a:pPr marL="0" marR="0" indent="0">
              <a:spcBef>
                <a:spcPts val="0"/>
              </a:spcBef>
              <a:buNone/>
            </a:pPr>
            <a:endParaRPr lang="en-US" sz="2100" dirty="0">
              <a:latin typeface="Aptos (Body)"/>
              <a:ea typeface="Times New Roman" panose="02020603050405020304" pitchFamily="18" charset="0"/>
              <a:cs typeface="Times New Roman" panose="02020603050405020304" pitchFamily="18" charset="0"/>
            </a:endParaRPr>
          </a:p>
          <a:p>
            <a:pPr marL="0" indent="0">
              <a:spcBef>
                <a:spcPts val="0"/>
              </a:spcBef>
              <a:buNone/>
            </a:pPr>
            <a:endParaRPr lang="en-US" sz="2100" dirty="0">
              <a:latin typeface="Aptos (Body)"/>
            </a:endParaRPr>
          </a:p>
          <a:p>
            <a:pPr marL="0" indent="0">
              <a:spcBef>
                <a:spcPts val="0"/>
              </a:spcBef>
              <a:buNone/>
            </a:pPr>
            <a:endParaRPr lang="en-US" sz="2100" dirty="0">
              <a:latin typeface="Aptos (Body)"/>
            </a:endParaRPr>
          </a:p>
        </p:txBody>
      </p:sp>
      <p:sp>
        <p:nvSpPr>
          <p:cNvPr id="5" name="TextBox 4">
            <a:extLst>
              <a:ext uri="{FF2B5EF4-FFF2-40B4-BE49-F238E27FC236}">
                <a16:creationId xmlns:a16="http://schemas.microsoft.com/office/drawing/2014/main" id="{AA3C51AB-85E1-47DC-B5CD-F6E107480075}"/>
              </a:ext>
            </a:extLst>
          </p:cNvPr>
          <p:cNvSpPr txBox="1"/>
          <p:nvPr/>
        </p:nvSpPr>
        <p:spPr>
          <a:xfrm>
            <a:off x="834887" y="956566"/>
            <a:ext cx="8584884" cy="523220"/>
          </a:xfrm>
          <a:prstGeom prst="rect">
            <a:avLst/>
          </a:prstGeom>
          <a:noFill/>
        </p:spPr>
        <p:txBody>
          <a:bodyPr wrap="square">
            <a:spAutoFit/>
          </a:bodyPr>
          <a:lstStyle/>
          <a:p>
            <a:r>
              <a:rPr lang="en-US" sz="2800" b="1" dirty="0">
                <a:solidFill>
                  <a:srgbClr val="0070C0"/>
                </a:solidFill>
                <a:latin typeface="Aptos (Body)"/>
                <a:cs typeface="Times New Roman" panose="02020603050405020304" pitchFamily="18" charset="0"/>
              </a:rPr>
              <a:t>Chapter 4: Boolean Algebra and Logic Simplification</a:t>
            </a:r>
          </a:p>
        </p:txBody>
      </p:sp>
      <p:sp>
        <p:nvSpPr>
          <p:cNvPr id="3" name="Slide Number Placeholder 2">
            <a:extLst>
              <a:ext uri="{FF2B5EF4-FFF2-40B4-BE49-F238E27FC236}">
                <a16:creationId xmlns:a16="http://schemas.microsoft.com/office/drawing/2014/main" id="{B1CF23F5-C312-73D4-727D-A3CBBB3BBED5}"/>
              </a:ext>
            </a:extLst>
          </p:cNvPr>
          <p:cNvSpPr>
            <a:spLocks noGrp="1"/>
          </p:cNvSpPr>
          <p:nvPr>
            <p:ph type="sldNum" sz="quarter" idx="12"/>
          </p:nvPr>
        </p:nvSpPr>
        <p:spPr/>
        <p:txBody>
          <a:bodyPr/>
          <a:lstStyle/>
          <a:p>
            <a:fld id="{644A9409-5B7A-4A68-9AEC-D10994391474}" type="slidenum">
              <a:rPr lang="vi-VN" smtClean="0"/>
              <a:t>31</a:t>
            </a:fld>
            <a:endParaRPr lang="vi-VN"/>
          </a:p>
        </p:txBody>
      </p:sp>
      <p:pic>
        <p:nvPicPr>
          <p:cNvPr id="9" name="Picture 8">
            <a:extLst>
              <a:ext uri="{FF2B5EF4-FFF2-40B4-BE49-F238E27FC236}">
                <a16:creationId xmlns:a16="http://schemas.microsoft.com/office/drawing/2014/main" id="{F93E5309-3180-4EB1-AC9E-EF989991632A}"/>
              </a:ext>
            </a:extLst>
          </p:cNvPr>
          <p:cNvPicPr>
            <a:picLocks noChangeAspect="1"/>
          </p:cNvPicPr>
          <p:nvPr/>
        </p:nvPicPr>
        <p:blipFill>
          <a:blip r:embed="rId2"/>
          <a:stretch>
            <a:fillRect/>
          </a:stretch>
        </p:blipFill>
        <p:spPr>
          <a:xfrm>
            <a:off x="1873509" y="1942987"/>
            <a:ext cx="6192114" cy="419158"/>
          </a:xfrm>
          <a:prstGeom prst="rect">
            <a:avLst/>
          </a:prstGeom>
        </p:spPr>
      </p:pic>
      <p:pic>
        <p:nvPicPr>
          <p:cNvPr id="10" name="Picture 9">
            <a:extLst>
              <a:ext uri="{FF2B5EF4-FFF2-40B4-BE49-F238E27FC236}">
                <a16:creationId xmlns:a16="http://schemas.microsoft.com/office/drawing/2014/main" id="{EEC09514-FC26-46C6-9BC0-2C1A4BF2E963}"/>
              </a:ext>
            </a:extLst>
          </p:cNvPr>
          <p:cNvPicPr>
            <a:picLocks noChangeAspect="1"/>
          </p:cNvPicPr>
          <p:nvPr/>
        </p:nvPicPr>
        <p:blipFill>
          <a:blip r:embed="rId3"/>
          <a:stretch>
            <a:fillRect/>
          </a:stretch>
        </p:blipFill>
        <p:spPr>
          <a:xfrm>
            <a:off x="3517562" y="2833334"/>
            <a:ext cx="3839111" cy="371527"/>
          </a:xfrm>
          <a:prstGeom prst="rect">
            <a:avLst/>
          </a:prstGeom>
        </p:spPr>
      </p:pic>
      <p:pic>
        <p:nvPicPr>
          <p:cNvPr id="11" name="Picture 10">
            <a:extLst>
              <a:ext uri="{FF2B5EF4-FFF2-40B4-BE49-F238E27FC236}">
                <a16:creationId xmlns:a16="http://schemas.microsoft.com/office/drawing/2014/main" id="{F71BCCC4-EF67-48F5-BF11-7887F90C9694}"/>
              </a:ext>
            </a:extLst>
          </p:cNvPr>
          <p:cNvPicPr>
            <a:picLocks noChangeAspect="1"/>
          </p:cNvPicPr>
          <p:nvPr/>
        </p:nvPicPr>
        <p:blipFill>
          <a:blip r:embed="rId4"/>
          <a:stretch>
            <a:fillRect/>
          </a:stretch>
        </p:blipFill>
        <p:spPr>
          <a:xfrm>
            <a:off x="2421969" y="3714607"/>
            <a:ext cx="2191185" cy="897594"/>
          </a:xfrm>
          <a:prstGeom prst="rect">
            <a:avLst/>
          </a:prstGeom>
        </p:spPr>
      </p:pic>
    </p:spTree>
    <p:extLst>
      <p:ext uri="{BB962C8B-B14F-4D97-AF65-F5344CB8AC3E}">
        <p14:creationId xmlns:p14="http://schemas.microsoft.com/office/powerpoint/2010/main" val="1886719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C23C-E04A-4EDE-A572-3C9C5AF03F80}"/>
              </a:ext>
            </a:extLst>
          </p:cNvPr>
          <p:cNvSpPr>
            <a:spLocks noGrp="1"/>
          </p:cNvSpPr>
          <p:nvPr>
            <p:ph type="title"/>
          </p:nvPr>
        </p:nvSpPr>
        <p:spPr/>
        <p:txBody>
          <a:bodyPr/>
          <a:lstStyle/>
          <a:p>
            <a:r>
              <a:rPr lang="en-US" dirty="0">
                <a:solidFill>
                  <a:srgbClr val="FF0000"/>
                </a:solidFill>
              </a:rPr>
              <a:t>MULTIPLE-CHOICE TEST AND PROBLEMS</a:t>
            </a:r>
          </a:p>
        </p:txBody>
      </p:sp>
      <p:sp>
        <p:nvSpPr>
          <p:cNvPr id="3" name="Content Placeholder 2">
            <a:extLst>
              <a:ext uri="{FF2B5EF4-FFF2-40B4-BE49-F238E27FC236}">
                <a16:creationId xmlns:a16="http://schemas.microsoft.com/office/drawing/2014/main" id="{23951463-7E92-4307-A413-682266047F68}"/>
              </a:ext>
            </a:extLst>
          </p:cNvPr>
          <p:cNvSpPr>
            <a:spLocks noGrp="1"/>
          </p:cNvSpPr>
          <p:nvPr>
            <p:ph idx="1"/>
          </p:nvPr>
        </p:nvSpPr>
        <p:spPr>
          <a:xfrm>
            <a:off x="1036982" y="2621884"/>
            <a:ext cx="10515600" cy="1976621"/>
          </a:xfrm>
        </p:spPr>
        <p:txBody>
          <a:bodyPr>
            <a:normAutofit/>
          </a:bodyPr>
          <a:lstStyle/>
          <a:p>
            <a:pPr marL="0" indent="0" algn="ctr">
              <a:buNone/>
            </a:pPr>
            <a:r>
              <a:rPr lang="en-US" sz="3600" dirty="0">
                <a:solidFill>
                  <a:srgbClr val="0070C0"/>
                </a:solidFill>
              </a:rPr>
              <a:t>Complete the true/false questions, multiple-choice questions, and end-of-chapter exercises in the primary textbook.</a:t>
            </a:r>
          </a:p>
        </p:txBody>
      </p:sp>
      <p:sp>
        <p:nvSpPr>
          <p:cNvPr id="4" name="Slide Number Placeholder 3">
            <a:extLst>
              <a:ext uri="{FF2B5EF4-FFF2-40B4-BE49-F238E27FC236}">
                <a16:creationId xmlns:a16="http://schemas.microsoft.com/office/drawing/2014/main" id="{D8CA8595-C7DB-4A6B-833E-76AEA3A08A6A}"/>
              </a:ext>
            </a:extLst>
          </p:cNvPr>
          <p:cNvSpPr>
            <a:spLocks noGrp="1"/>
          </p:cNvSpPr>
          <p:nvPr>
            <p:ph type="sldNum" sz="quarter" idx="12"/>
          </p:nvPr>
        </p:nvSpPr>
        <p:spPr/>
        <p:txBody>
          <a:bodyPr/>
          <a:lstStyle/>
          <a:p>
            <a:fld id="{644A9409-5B7A-4A68-9AEC-D10994391474}" type="slidenum">
              <a:rPr lang="vi-VN" smtClean="0"/>
              <a:t>32</a:t>
            </a:fld>
            <a:endParaRPr lang="vi-VN"/>
          </a:p>
        </p:txBody>
      </p:sp>
    </p:spTree>
    <p:extLst>
      <p:ext uri="{BB962C8B-B14F-4D97-AF65-F5344CB8AC3E}">
        <p14:creationId xmlns:p14="http://schemas.microsoft.com/office/powerpoint/2010/main" val="36047237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4881</TotalTime>
  <Words>2426</Words>
  <Application>Microsoft Office PowerPoint</Application>
  <PresentationFormat>Widescreen</PresentationFormat>
  <Paragraphs>145</Paragraphs>
  <Slides>32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Aptos</vt:lpstr>
      <vt:lpstr>Aptos (Body)</vt:lpstr>
      <vt:lpstr>Aptos Display</vt:lpstr>
      <vt:lpstr>Aptos Display (Headings)</vt:lpstr>
      <vt:lpstr>Arial</vt:lpstr>
      <vt:lpstr>Helvetica</vt:lpstr>
      <vt:lpstr>Helvetica-Bold</vt:lpstr>
      <vt:lpstr>Times New Roman</vt:lpstr>
      <vt:lpstr>Times-Roman</vt:lpstr>
      <vt:lpstr>Office Theme</vt:lpstr>
      <vt:lpstr>Chapter 4: Boolean Algebra and Logic Simplification </vt:lpstr>
      <vt:lpstr>Chapter Objectives</vt:lpstr>
      <vt:lpstr>Chapter Outline</vt:lpstr>
      <vt:lpstr>4.1. Boolean Operations and Expressions </vt:lpstr>
      <vt:lpstr>4.1. Boolean Operations and Expressions </vt:lpstr>
      <vt:lpstr>4.2. Laws and Rules of Boolean Algebra</vt:lpstr>
      <vt:lpstr>4.2. Laws and Rules of Boolean Algebra</vt:lpstr>
      <vt:lpstr>4.3. DeMorgan’s Theorems</vt:lpstr>
      <vt:lpstr>4.3. DeMorgan’s Theorems</vt:lpstr>
      <vt:lpstr>4.4. Boolean Analysis of Logic Circuits</vt:lpstr>
      <vt:lpstr>4.4. Boolean Analysis of Logic Circuits</vt:lpstr>
      <vt:lpstr>4.5. Logic Simplification Using Boolean Algebra</vt:lpstr>
      <vt:lpstr>4.6. Standard Forms of Boolean Expressions</vt:lpstr>
      <vt:lpstr>4.6. Standard Forms of Boolean Expressions</vt:lpstr>
      <vt:lpstr>4.6. Standard Forms of Boolean Expressions</vt:lpstr>
      <vt:lpstr>4.7. Boolean Expressions and Truth Tables</vt:lpstr>
      <vt:lpstr>4.7. Boolean Expressions and Truth Tables</vt:lpstr>
      <vt:lpstr>4.8. The Karnaugh Map</vt:lpstr>
      <vt:lpstr>4.8. The Karnaugh Map</vt:lpstr>
      <vt:lpstr>4.8. The Karnaugh Map</vt:lpstr>
      <vt:lpstr>4.8. The Karnaugh Map</vt:lpstr>
      <vt:lpstr>4.9. Karnaugh Map SOP Minimization</vt:lpstr>
      <vt:lpstr>4.9. Karnaugh Map SOP Minimization</vt:lpstr>
      <vt:lpstr>4.9. Karnaugh Map SOP Minimization</vt:lpstr>
      <vt:lpstr>4.10. Karnaugh Map POS Minimization</vt:lpstr>
      <vt:lpstr>4.10. Karnaugh Map POS Minimization</vt:lpstr>
      <vt:lpstr>4.11. The Quine-McCluskey Method</vt:lpstr>
      <vt:lpstr>4.11. The Quine-McCluskey Method</vt:lpstr>
      <vt:lpstr>4.11. The Quine-McCluskey Method</vt:lpstr>
      <vt:lpstr>4.12. Boolean Expressions with VHDL</vt:lpstr>
      <vt:lpstr>SUMMARY</vt:lpstr>
      <vt:lpstr>MULTIPLE-CHOICE TEST AND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Chapter 1: Electrical fundamentals 1.1. Fundamentals units (SI) 1.2. Conductors, insulators, voltage and resistance 1.3. Ohm’s Law 1.4. Electric fields 1.5. Magnetic fields 1.6. Circuit diagrams 1.7. Practical investigation &amp; Problems</dc:title>
  <dc:creator>MaiCV2</dc:creator>
  <cp:keywords>ICI101</cp:keywords>
  <cp:lastModifiedBy>Đặng Văn Hiếu</cp:lastModifiedBy>
  <cp:revision>143</cp:revision>
  <dcterms:created xsi:type="dcterms:W3CDTF">2024-04-08T01:59:57Z</dcterms:created>
  <dcterms:modified xsi:type="dcterms:W3CDTF">2025-08-27T03:44:42Z</dcterms:modified>
</cp:coreProperties>
</file>